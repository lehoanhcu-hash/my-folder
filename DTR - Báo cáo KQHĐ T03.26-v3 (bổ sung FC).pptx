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webextensions/webextension1.xml" ContentType="application/vnd.ms-office.webextension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3.xml" ContentType="application/vnd.openxmlformats-officedocument.themeOverr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Override4.xml" ContentType="application/vnd.openxmlformats-officedocument.themeOverr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heme/themeOverride5.xml" ContentType="application/vnd.openxmlformats-officedocument.themeOverr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Override6.xml" ContentType="application/vnd.openxmlformats-officedocument.themeOverride+xml"/>
  <Override PartName="/ppt/notesSlides/notesSlide18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heme/themeOverride7.xml" ContentType="application/vnd.openxmlformats-officedocument.themeOverr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theme/themeOverride8.xml" ContentType="application/vnd.openxmlformats-officedocument.themeOverr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87" r:id="rId4"/>
  </p:sldMasterIdLst>
  <p:notesMasterIdLst>
    <p:notesMasterId r:id="rId55"/>
  </p:notesMasterIdLst>
  <p:sldIdLst>
    <p:sldId id="418" r:id="rId5"/>
    <p:sldId id="9493" r:id="rId6"/>
    <p:sldId id="9496" r:id="rId7"/>
    <p:sldId id="391" r:id="rId8"/>
    <p:sldId id="408" r:id="rId9"/>
    <p:sldId id="409" r:id="rId10"/>
    <p:sldId id="410" r:id="rId11"/>
    <p:sldId id="392" r:id="rId12"/>
    <p:sldId id="393" r:id="rId13"/>
    <p:sldId id="395" r:id="rId14"/>
    <p:sldId id="394" r:id="rId15"/>
    <p:sldId id="412" r:id="rId16"/>
    <p:sldId id="257" r:id="rId17"/>
    <p:sldId id="396" r:id="rId18"/>
    <p:sldId id="404" r:id="rId19"/>
    <p:sldId id="406" r:id="rId20"/>
    <p:sldId id="407" r:id="rId21"/>
    <p:sldId id="401" r:id="rId22"/>
    <p:sldId id="402" r:id="rId23"/>
    <p:sldId id="403" r:id="rId24"/>
    <p:sldId id="397" r:id="rId25"/>
    <p:sldId id="398" r:id="rId26"/>
    <p:sldId id="399" r:id="rId27"/>
    <p:sldId id="400" r:id="rId28"/>
    <p:sldId id="304" r:id="rId29"/>
    <p:sldId id="377" r:id="rId30"/>
    <p:sldId id="315" r:id="rId31"/>
    <p:sldId id="381" r:id="rId32"/>
    <p:sldId id="344" r:id="rId33"/>
    <p:sldId id="325" r:id="rId34"/>
    <p:sldId id="312" r:id="rId35"/>
    <p:sldId id="380" r:id="rId36"/>
    <p:sldId id="323" r:id="rId37"/>
    <p:sldId id="382" r:id="rId38"/>
    <p:sldId id="303" r:id="rId39"/>
    <p:sldId id="310" r:id="rId40"/>
    <p:sldId id="350" r:id="rId41"/>
    <p:sldId id="339" r:id="rId42"/>
    <p:sldId id="341" r:id="rId43"/>
    <p:sldId id="389" r:id="rId44"/>
    <p:sldId id="387" r:id="rId45"/>
    <p:sldId id="388" r:id="rId46"/>
    <p:sldId id="385" r:id="rId47"/>
    <p:sldId id="386" r:id="rId48"/>
    <p:sldId id="415" r:id="rId49"/>
    <p:sldId id="416" r:id="rId50"/>
    <p:sldId id="9494" r:id="rId51"/>
    <p:sldId id="414" r:id="rId52"/>
    <p:sldId id="9495" r:id="rId53"/>
    <p:sldId id="390" r:id="rId54"/>
  </p:sldIdLst>
  <p:sldSz cx="9144000" cy="5143500" type="screen16x9"/>
  <p:notesSz cx="9926638" cy="1435576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C66068FD-31DF-4505-96EA-B953B35EC922}">
          <p14:sldIdLst>
            <p14:sldId id="418"/>
            <p14:sldId id="9493"/>
            <p14:sldId id="9496"/>
            <p14:sldId id="391"/>
            <p14:sldId id="408"/>
            <p14:sldId id="409"/>
            <p14:sldId id="410"/>
            <p14:sldId id="392"/>
            <p14:sldId id="393"/>
            <p14:sldId id="395"/>
            <p14:sldId id="394"/>
            <p14:sldId id="412"/>
            <p14:sldId id="257"/>
            <p14:sldId id="396"/>
            <p14:sldId id="404"/>
            <p14:sldId id="406"/>
            <p14:sldId id="407"/>
            <p14:sldId id="401"/>
            <p14:sldId id="402"/>
            <p14:sldId id="403"/>
            <p14:sldId id="397"/>
            <p14:sldId id="398"/>
            <p14:sldId id="399"/>
            <p14:sldId id="400"/>
            <p14:sldId id="304"/>
            <p14:sldId id="377"/>
            <p14:sldId id="315"/>
            <p14:sldId id="381"/>
            <p14:sldId id="344"/>
            <p14:sldId id="325"/>
            <p14:sldId id="312"/>
            <p14:sldId id="380"/>
            <p14:sldId id="323"/>
            <p14:sldId id="382"/>
            <p14:sldId id="303"/>
            <p14:sldId id="310"/>
            <p14:sldId id="350"/>
            <p14:sldId id="339"/>
            <p14:sldId id="341"/>
            <p14:sldId id="389"/>
            <p14:sldId id="387"/>
            <p14:sldId id="388"/>
            <p14:sldId id="385"/>
            <p14:sldId id="386"/>
            <p14:sldId id="415"/>
            <p14:sldId id="416"/>
            <p14:sldId id="9494"/>
            <p14:sldId id="414"/>
            <p14:sldId id="9495"/>
            <p14:sldId id="3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4E9AD"/>
    <a:srgbClr val="0000FF"/>
    <a:srgbClr val="CAF6DF"/>
    <a:srgbClr val="119303"/>
    <a:srgbClr val="67F753"/>
    <a:srgbClr val="F5F5F5"/>
    <a:srgbClr val="E78BCB"/>
    <a:srgbClr val="424340"/>
    <a:srgbClr val="E2E7EE"/>
    <a:srgbClr val="29A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4E2BE17-87A5-4DA5-AF67-CF168B770704}" v="165" dt="2026-04-15T09:23:19.553"/>
  </p1510:revLst>
</p1510:revInfo>
</file>

<file path=ppt/tableStyles.xml><?xml version="1.0" encoding="utf-8"?>
<a:tblStyleLst xmlns:a="http://schemas.openxmlformats.org/drawingml/2006/main" def="{6A077030-E235-474E-B3E8-3EB61F41259E}">
  <a:tblStyle styleId="{6A077030-E235-474E-B3E8-3EB61F41259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64" autoAdjust="0"/>
    <p:restoredTop sz="96247" autoAdjust="0"/>
  </p:normalViewPr>
  <p:slideViewPr>
    <p:cSldViewPr snapToGrid="0">
      <p:cViewPr varScale="1">
        <p:scale>
          <a:sx n="86" d="100"/>
          <a:sy n="86" d="100"/>
        </p:scale>
        <p:origin x="860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theme" Target="theme/theme1.xml"/><Relationship Id="rId5" Type="http://schemas.openxmlformats.org/officeDocument/2006/relationships/slide" Target="slides/slide1.xml"/><Relationship Id="rId61" Type="http://schemas.microsoft.com/office/2015/10/relationships/revisionInfo" Target="revisionInfo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viewProps" Target="view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ư, Lê Hoành" userId="8040f1d9-fc08-4340-919f-e31835b09669" providerId="ADAL" clId="{E6925CE3-7288-459F-A61A-926B9B87E3D0}"/>
    <pc:docChg chg="undo custSel addSld delSld modSld sldOrd modSection">
      <pc:chgData name="Cư, Lê Hoành" userId="8040f1d9-fc08-4340-919f-e31835b09669" providerId="ADAL" clId="{E6925CE3-7288-459F-A61A-926B9B87E3D0}" dt="2026-04-15T09:23:19.553" v="1232"/>
      <pc:docMkLst>
        <pc:docMk/>
      </pc:docMkLst>
      <pc:sldChg chg="delSp modSp add del mod ord">
        <pc:chgData name="Cư, Lê Hoành" userId="8040f1d9-fc08-4340-919f-e31835b09669" providerId="ADAL" clId="{E6925CE3-7288-459F-A61A-926B9B87E3D0}" dt="2026-04-15T08:45:36.766" v="1200" actId="2696"/>
        <pc:sldMkLst>
          <pc:docMk/>
          <pc:sldMk cId="3211859542" sldId="256"/>
        </pc:sldMkLst>
        <pc:graphicFrameChg chg="del mod">
          <ac:chgData name="Cư, Lê Hoành" userId="8040f1d9-fc08-4340-919f-e31835b09669" providerId="ADAL" clId="{E6925CE3-7288-459F-A61A-926B9B87E3D0}" dt="2026-04-15T08:45:23.698" v="1198" actId="478"/>
          <ac:graphicFrameMkLst>
            <pc:docMk/>
            <pc:sldMk cId="3211859542" sldId="256"/>
            <ac:graphicFrameMk id="2" creationId="{00000000-0000-0000-0000-000000000000}"/>
          </ac:graphicFrameMkLst>
        </pc:graphicFrameChg>
      </pc:sldChg>
      <pc:sldChg chg="modSp add mod ord modShow">
        <pc:chgData name="Cư, Lê Hoành" userId="8040f1d9-fc08-4340-919f-e31835b09669" providerId="ADAL" clId="{E6925CE3-7288-459F-A61A-926B9B87E3D0}" dt="2026-04-15T06:22:50.293" v="591"/>
        <pc:sldMkLst>
          <pc:docMk/>
          <pc:sldMk cId="2282759447" sldId="257"/>
        </pc:sldMkLst>
        <pc:spChg chg="mod">
          <ac:chgData name="Cư, Lê Hoành" userId="8040f1d9-fc08-4340-919f-e31835b09669" providerId="ADAL" clId="{E6925CE3-7288-459F-A61A-926B9B87E3D0}" dt="2026-04-15T06:21:03.237" v="577" actId="27636"/>
          <ac:spMkLst>
            <pc:docMk/>
            <pc:sldMk cId="2282759447" sldId="257"/>
            <ac:spMk id="16" creationId="{64C02631-9FDD-4AF6-94C6-2FA9F2831D20}"/>
          </ac:spMkLst>
        </pc:spChg>
        <pc:spChg chg="mod">
          <ac:chgData name="Cư, Lê Hoành" userId="8040f1d9-fc08-4340-919f-e31835b09669" providerId="ADAL" clId="{E6925CE3-7288-459F-A61A-926B9B87E3D0}" dt="2026-04-15T06:21:03.237" v="578" actId="27636"/>
          <ac:spMkLst>
            <pc:docMk/>
            <pc:sldMk cId="2282759447" sldId="257"/>
            <ac:spMk id="22" creationId="{AB584A37-30D1-4FA4-900C-FBDB7748536B}"/>
          </ac:spMkLst>
        </pc:spChg>
      </pc:sldChg>
      <pc:sldChg chg="addSp modSp">
        <pc:chgData name="Cư, Lê Hoành" userId="8040f1d9-fc08-4340-919f-e31835b09669" providerId="ADAL" clId="{E6925CE3-7288-459F-A61A-926B9B87E3D0}" dt="2026-04-15T08:11:40.746" v="1106"/>
        <pc:sldMkLst>
          <pc:docMk/>
          <pc:sldMk cId="2836078639" sldId="303"/>
        </pc:sldMkLst>
        <pc:spChg chg="add mod">
          <ac:chgData name="Cư, Lê Hoành" userId="8040f1d9-fc08-4340-919f-e31835b09669" providerId="ADAL" clId="{E6925CE3-7288-459F-A61A-926B9B87E3D0}" dt="2026-04-15T08:11:40.746" v="1106"/>
          <ac:spMkLst>
            <pc:docMk/>
            <pc:sldMk cId="2836078639" sldId="303"/>
            <ac:spMk id="3" creationId="{CAA4F869-D0B3-11B2-F801-C9267DC86DD0}"/>
          </ac:spMkLst>
        </pc:spChg>
      </pc:sldChg>
      <pc:sldChg chg="addSp modSp mod ord modShow">
        <pc:chgData name="Cư, Lê Hoành" userId="8040f1d9-fc08-4340-919f-e31835b09669" providerId="ADAL" clId="{E6925CE3-7288-459F-A61A-926B9B87E3D0}" dt="2026-04-15T08:12:29.212" v="1116"/>
        <pc:sldMkLst>
          <pc:docMk/>
          <pc:sldMk cId="3774575398" sldId="304"/>
        </pc:sldMkLst>
        <pc:spChg chg="add mod">
          <ac:chgData name="Cư, Lê Hoành" userId="8040f1d9-fc08-4340-919f-e31835b09669" providerId="ADAL" clId="{E6925CE3-7288-459F-A61A-926B9B87E3D0}" dt="2026-04-15T08:12:29.212" v="1116"/>
          <ac:spMkLst>
            <pc:docMk/>
            <pc:sldMk cId="3774575398" sldId="304"/>
            <ac:spMk id="3" creationId="{151E3BCB-E303-C623-A0A4-E1657266A207}"/>
          </ac:spMkLst>
        </pc:spChg>
      </pc:sldChg>
      <pc:sldChg chg="addSp modSp">
        <pc:chgData name="Cư, Lê Hoành" userId="8040f1d9-fc08-4340-919f-e31835b09669" providerId="ADAL" clId="{E6925CE3-7288-459F-A61A-926B9B87E3D0}" dt="2026-04-15T08:11:23.020" v="1105"/>
        <pc:sldMkLst>
          <pc:docMk/>
          <pc:sldMk cId="3780282396" sldId="310"/>
        </pc:sldMkLst>
        <pc:spChg chg="add mod">
          <ac:chgData name="Cư, Lê Hoành" userId="8040f1d9-fc08-4340-919f-e31835b09669" providerId="ADAL" clId="{E6925CE3-7288-459F-A61A-926B9B87E3D0}" dt="2026-04-15T08:11:23.020" v="1105"/>
          <ac:spMkLst>
            <pc:docMk/>
            <pc:sldMk cId="3780282396" sldId="310"/>
            <ac:spMk id="3" creationId="{700071AD-C256-F010-5CD5-0AB18E73964F}"/>
          </ac:spMkLst>
        </pc:spChg>
      </pc:sldChg>
      <pc:sldChg chg="addSp modSp">
        <pc:chgData name="Cư, Lê Hoành" userId="8040f1d9-fc08-4340-919f-e31835b09669" providerId="ADAL" clId="{E6925CE3-7288-459F-A61A-926B9B87E3D0}" dt="2026-04-15T08:12:00.543" v="1110"/>
        <pc:sldMkLst>
          <pc:docMk/>
          <pc:sldMk cId="1484793906" sldId="312"/>
        </pc:sldMkLst>
        <pc:spChg chg="add mod">
          <ac:chgData name="Cư, Lê Hoành" userId="8040f1d9-fc08-4340-919f-e31835b09669" providerId="ADAL" clId="{E6925CE3-7288-459F-A61A-926B9B87E3D0}" dt="2026-04-15T08:12:00.543" v="1110"/>
          <ac:spMkLst>
            <pc:docMk/>
            <pc:sldMk cId="1484793906" sldId="312"/>
            <ac:spMk id="4" creationId="{5CEA6E00-3501-A647-8E12-BB7852F0FC14}"/>
          </ac:spMkLst>
        </pc:spChg>
      </pc:sldChg>
      <pc:sldChg chg="addSp modSp">
        <pc:chgData name="Cư, Lê Hoành" userId="8040f1d9-fc08-4340-919f-e31835b09669" providerId="ADAL" clId="{E6925CE3-7288-459F-A61A-926B9B87E3D0}" dt="2026-04-15T08:12:16.314" v="1114"/>
        <pc:sldMkLst>
          <pc:docMk/>
          <pc:sldMk cId="78206668" sldId="315"/>
        </pc:sldMkLst>
        <pc:spChg chg="add mod">
          <ac:chgData name="Cư, Lê Hoành" userId="8040f1d9-fc08-4340-919f-e31835b09669" providerId="ADAL" clId="{E6925CE3-7288-459F-A61A-926B9B87E3D0}" dt="2026-04-15T08:12:16.314" v="1114"/>
          <ac:spMkLst>
            <pc:docMk/>
            <pc:sldMk cId="78206668" sldId="315"/>
            <ac:spMk id="3" creationId="{3F862B76-DBA4-1A3D-9DF5-FC8C3125A338}"/>
          </ac:spMkLst>
        </pc:spChg>
      </pc:sldChg>
      <pc:sldChg chg="addSp modSp">
        <pc:chgData name="Cư, Lê Hoành" userId="8040f1d9-fc08-4340-919f-e31835b09669" providerId="ADAL" clId="{E6925CE3-7288-459F-A61A-926B9B87E3D0}" dt="2026-04-15T08:11:50.886" v="1108"/>
        <pc:sldMkLst>
          <pc:docMk/>
          <pc:sldMk cId="762985688" sldId="323"/>
        </pc:sldMkLst>
        <pc:spChg chg="add mod">
          <ac:chgData name="Cư, Lê Hoành" userId="8040f1d9-fc08-4340-919f-e31835b09669" providerId="ADAL" clId="{E6925CE3-7288-459F-A61A-926B9B87E3D0}" dt="2026-04-15T08:11:50.886" v="1108"/>
          <ac:spMkLst>
            <pc:docMk/>
            <pc:sldMk cId="762985688" sldId="323"/>
            <ac:spMk id="3" creationId="{450698FD-C3A5-A592-DB61-02DC3AB05AB1}"/>
          </ac:spMkLst>
        </pc:spChg>
      </pc:sldChg>
      <pc:sldChg chg="addSp modSp">
        <pc:chgData name="Cư, Lê Hoành" userId="8040f1d9-fc08-4340-919f-e31835b09669" providerId="ADAL" clId="{E6925CE3-7288-459F-A61A-926B9B87E3D0}" dt="2026-04-15T08:12:06.601" v="1111"/>
        <pc:sldMkLst>
          <pc:docMk/>
          <pc:sldMk cId="2986706331" sldId="325"/>
        </pc:sldMkLst>
        <pc:spChg chg="add mod">
          <ac:chgData name="Cư, Lê Hoành" userId="8040f1d9-fc08-4340-919f-e31835b09669" providerId="ADAL" clId="{E6925CE3-7288-459F-A61A-926B9B87E3D0}" dt="2026-04-15T08:12:06.601" v="1111"/>
          <ac:spMkLst>
            <pc:docMk/>
            <pc:sldMk cId="2986706331" sldId="325"/>
            <ac:spMk id="3" creationId="{431917D3-E09A-67D5-C715-C4765AB2D433}"/>
          </ac:spMkLst>
        </pc:spChg>
      </pc:sldChg>
      <pc:sldChg chg="addSp modSp">
        <pc:chgData name="Cư, Lê Hoành" userId="8040f1d9-fc08-4340-919f-e31835b09669" providerId="ADAL" clId="{E6925CE3-7288-459F-A61A-926B9B87E3D0}" dt="2026-04-15T08:11:13.963" v="1103"/>
        <pc:sldMkLst>
          <pc:docMk/>
          <pc:sldMk cId="1872328076" sldId="339"/>
        </pc:sldMkLst>
        <pc:spChg chg="add mod">
          <ac:chgData name="Cư, Lê Hoành" userId="8040f1d9-fc08-4340-919f-e31835b09669" providerId="ADAL" clId="{E6925CE3-7288-459F-A61A-926B9B87E3D0}" dt="2026-04-15T08:11:13.963" v="1103"/>
          <ac:spMkLst>
            <pc:docMk/>
            <pc:sldMk cId="1872328076" sldId="339"/>
            <ac:spMk id="4" creationId="{86D601E0-A6E2-59FE-0208-2C3078A7F724}"/>
          </ac:spMkLst>
        </pc:spChg>
      </pc:sldChg>
      <pc:sldChg chg="addSp modSp">
        <pc:chgData name="Cư, Lê Hoành" userId="8040f1d9-fc08-4340-919f-e31835b09669" providerId="ADAL" clId="{E6925CE3-7288-459F-A61A-926B9B87E3D0}" dt="2026-04-15T08:11:02.125" v="1102"/>
        <pc:sldMkLst>
          <pc:docMk/>
          <pc:sldMk cId="770909714" sldId="341"/>
        </pc:sldMkLst>
        <pc:spChg chg="add mod">
          <ac:chgData name="Cư, Lê Hoành" userId="8040f1d9-fc08-4340-919f-e31835b09669" providerId="ADAL" clId="{E6925CE3-7288-459F-A61A-926B9B87E3D0}" dt="2026-04-15T08:11:02.125" v="1102"/>
          <ac:spMkLst>
            <pc:docMk/>
            <pc:sldMk cId="770909714" sldId="341"/>
            <ac:spMk id="3" creationId="{8475A1FB-A708-F2A6-DDF0-E21C88B95AAB}"/>
          </ac:spMkLst>
        </pc:spChg>
      </pc:sldChg>
      <pc:sldChg chg="addSp modSp mod">
        <pc:chgData name="Cư, Lê Hoành" userId="8040f1d9-fc08-4340-919f-e31835b09669" providerId="ADAL" clId="{E6925CE3-7288-459F-A61A-926B9B87E3D0}" dt="2026-04-15T08:12:09.419" v="1112"/>
        <pc:sldMkLst>
          <pc:docMk/>
          <pc:sldMk cId="2706724751" sldId="344"/>
        </pc:sldMkLst>
        <pc:spChg chg="add mod">
          <ac:chgData name="Cư, Lê Hoành" userId="8040f1d9-fc08-4340-919f-e31835b09669" providerId="ADAL" clId="{E6925CE3-7288-459F-A61A-926B9B87E3D0}" dt="2026-04-15T06:47:42.766" v="608"/>
          <ac:spMkLst>
            <pc:docMk/>
            <pc:sldMk cId="2706724751" sldId="344"/>
            <ac:spMk id="3" creationId="{084995DB-C4C6-F5E0-EC0E-301489496DEF}"/>
          </ac:spMkLst>
        </pc:spChg>
        <pc:spChg chg="add mod">
          <ac:chgData name="Cư, Lê Hoành" userId="8040f1d9-fc08-4340-919f-e31835b09669" providerId="ADAL" clId="{E6925CE3-7288-459F-A61A-926B9B87E3D0}" dt="2026-04-15T08:12:09.419" v="1112"/>
          <ac:spMkLst>
            <pc:docMk/>
            <pc:sldMk cId="2706724751" sldId="344"/>
            <ac:spMk id="5" creationId="{0B07F8C4-AD33-F8DC-0D12-BF4AFCE92E1B}"/>
          </ac:spMkLst>
        </pc:spChg>
      </pc:sldChg>
      <pc:sldChg chg="addSp modSp">
        <pc:chgData name="Cư, Lê Hoành" userId="8040f1d9-fc08-4340-919f-e31835b09669" providerId="ADAL" clId="{E6925CE3-7288-459F-A61A-926B9B87E3D0}" dt="2026-04-15T08:11:17.342" v="1104"/>
        <pc:sldMkLst>
          <pc:docMk/>
          <pc:sldMk cId="209589310" sldId="350"/>
        </pc:sldMkLst>
        <pc:spChg chg="add mod">
          <ac:chgData name="Cư, Lê Hoành" userId="8040f1d9-fc08-4340-919f-e31835b09669" providerId="ADAL" clId="{E6925CE3-7288-459F-A61A-926B9B87E3D0}" dt="2026-04-15T08:11:17.342" v="1104"/>
          <ac:spMkLst>
            <pc:docMk/>
            <pc:sldMk cId="209589310" sldId="350"/>
            <ac:spMk id="3" creationId="{89A866C6-E676-E962-6C7E-B0CC6DF76A25}"/>
          </ac:spMkLst>
        </pc:spChg>
      </pc:sldChg>
      <pc:sldChg chg="addSp modSp mod modShow">
        <pc:chgData name="Cư, Lê Hoành" userId="8040f1d9-fc08-4340-919f-e31835b09669" providerId="ADAL" clId="{E6925CE3-7288-459F-A61A-926B9B87E3D0}" dt="2026-04-15T08:12:20.169" v="1115"/>
        <pc:sldMkLst>
          <pc:docMk/>
          <pc:sldMk cId="3079427638" sldId="377"/>
        </pc:sldMkLst>
        <pc:spChg chg="add mod">
          <ac:chgData name="Cư, Lê Hoành" userId="8040f1d9-fc08-4340-919f-e31835b09669" providerId="ADAL" clId="{E6925CE3-7288-459F-A61A-926B9B87E3D0}" dt="2026-04-15T08:12:20.169" v="1115"/>
          <ac:spMkLst>
            <pc:docMk/>
            <pc:sldMk cId="3079427638" sldId="377"/>
            <ac:spMk id="3" creationId="{88F8B192-9564-D244-E095-916E53A8BEB2}"/>
          </ac:spMkLst>
        </pc:spChg>
      </pc:sldChg>
      <pc:sldChg chg="addSp modSp">
        <pc:chgData name="Cư, Lê Hoành" userId="8040f1d9-fc08-4340-919f-e31835b09669" providerId="ADAL" clId="{E6925CE3-7288-459F-A61A-926B9B87E3D0}" dt="2026-04-15T08:11:55.226" v="1109"/>
        <pc:sldMkLst>
          <pc:docMk/>
          <pc:sldMk cId="1010093706" sldId="380"/>
        </pc:sldMkLst>
        <pc:spChg chg="add mod">
          <ac:chgData name="Cư, Lê Hoành" userId="8040f1d9-fc08-4340-919f-e31835b09669" providerId="ADAL" clId="{E6925CE3-7288-459F-A61A-926B9B87E3D0}" dt="2026-04-15T08:11:55.226" v="1109"/>
          <ac:spMkLst>
            <pc:docMk/>
            <pc:sldMk cId="1010093706" sldId="380"/>
            <ac:spMk id="4" creationId="{22B07600-7895-5A20-E82A-1934CC8CA211}"/>
          </ac:spMkLst>
        </pc:spChg>
      </pc:sldChg>
      <pc:sldChg chg="addSp modSp">
        <pc:chgData name="Cư, Lê Hoành" userId="8040f1d9-fc08-4340-919f-e31835b09669" providerId="ADAL" clId="{E6925CE3-7288-459F-A61A-926B9B87E3D0}" dt="2026-04-15T08:12:14.395" v="1113"/>
        <pc:sldMkLst>
          <pc:docMk/>
          <pc:sldMk cId="1719405591" sldId="381"/>
        </pc:sldMkLst>
        <pc:spChg chg="add mod">
          <ac:chgData name="Cư, Lê Hoành" userId="8040f1d9-fc08-4340-919f-e31835b09669" providerId="ADAL" clId="{E6925CE3-7288-459F-A61A-926B9B87E3D0}" dt="2026-04-15T08:12:14.395" v="1113"/>
          <ac:spMkLst>
            <pc:docMk/>
            <pc:sldMk cId="1719405591" sldId="381"/>
            <ac:spMk id="3" creationId="{687A15F4-8DBA-A444-50F6-CA2AD901C227}"/>
          </ac:spMkLst>
        </pc:spChg>
      </pc:sldChg>
      <pc:sldChg chg="addSp modSp mod">
        <pc:chgData name="Cư, Lê Hoành" userId="8040f1d9-fc08-4340-919f-e31835b09669" providerId="ADAL" clId="{E6925CE3-7288-459F-A61A-926B9B87E3D0}" dt="2026-04-15T08:11:44.655" v="1107"/>
        <pc:sldMkLst>
          <pc:docMk/>
          <pc:sldMk cId="2413303284" sldId="382"/>
        </pc:sldMkLst>
        <pc:spChg chg="add mod">
          <ac:chgData name="Cư, Lê Hoành" userId="8040f1d9-fc08-4340-919f-e31835b09669" providerId="ADAL" clId="{E6925CE3-7288-459F-A61A-926B9B87E3D0}" dt="2026-04-15T08:11:44.655" v="1107"/>
          <ac:spMkLst>
            <pc:docMk/>
            <pc:sldMk cId="2413303284" sldId="382"/>
            <ac:spMk id="2" creationId="{97E4ABD0-9C31-0C91-B7BD-C88BA8D0D18F}"/>
          </ac:spMkLst>
        </pc:spChg>
        <pc:spChg chg="mod">
          <ac:chgData name="Cư, Lê Hoành" userId="8040f1d9-fc08-4340-919f-e31835b09669" providerId="ADAL" clId="{E6925CE3-7288-459F-A61A-926B9B87E3D0}" dt="2026-04-15T06:30:53.194" v="605" actId="207"/>
          <ac:spMkLst>
            <pc:docMk/>
            <pc:sldMk cId="2413303284" sldId="382"/>
            <ac:spMk id="6" creationId="{C3BBCA39-C18A-1A0D-1902-AF921523AB5A}"/>
          </ac:spMkLst>
        </pc:spChg>
        <pc:picChg chg="mod">
          <ac:chgData name="Cư, Lê Hoành" userId="8040f1d9-fc08-4340-919f-e31835b09669" providerId="ADAL" clId="{E6925CE3-7288-459F-A61A-926B9B87E3D0}" dt="2026-04-15T06:30:47.768" v="604" actId="1076"/>
          <ac:picMkLst>
            <pc:docMk/>
            <pc:sldMk cId="2413303284" sldId="382"/>
            <ac:picMk id="13" creationId="{D43D97C7-5394-4C49-7EB5-2456C9DFDA45}"/>
          </ac:picMkLst>
        </pc:picChg>
      </pc:sldChg>
      <pc:sldChg chg="addSp modSp">
        <pc:chgData name="Cư, Lê Hoành" userId="8040f1d9-fc08-4340-919f-e31835b09669" providerId="ADAL" clId="{E6925CE3-7288-459F-A61A-926B9B87E3D0}" dt="2026-04-15T08:10:34.900" v="1097"/>
        <pc:sldMkLst>
          <pc:docMk/>
          <pc:sldMk cId="2585564508" sldId="385"/>
        </pc:sldMkLst>
        <pc:spChg chg="add mod">
          <ac:chgData name="Cư, Lê Hoành" userId="8040f1d9-fc08-4340-919f-e31835b09669" providerId="ADAL" clId="{E6925CE3-7288-459F-A61A-926B9B87E3D0}" dt="2026-04-15T08:10:34.900" v="1097"/>
          <ac:spMkLst>
            <pc:docMk/>
            <pc:sldMk cId="2585564508" sldId="385"/>
            <ac:spMk id="3" creationId="{A37A5C48-9FF5-DFB4-9581-B6FB675A1F9B}"/>
          </ac:spMkLst>
        </pc:spChg>
      </pc:sldChg>
      <pc:sldChg chg="addSp modSp mod">
        <pc:chgData name="Cư, Lê Hoành" userId="8040f1d9-fc08-4340-919f-e31835b09669" providerId="ADAL" clId="{E6925CE3-7288-459F-A61A-926B9B87E3D0}" dt="2026-04-15T08:10:30.136" v="1096" actId="1076"/>
        <pc:sldMkLst>
          <pc:docMk/>
          <pc:sldMk cId="2523762972" sldId="386"/>
        </pc:sldMkLst>
        <pc:spChg chg="add mod">
          <ac:chgData name="Cư, Lê Hoành" userId="8040f1d9-fc08-4340-919f-e31835b09669" providerId="ADAL" clId="{E6925CE3-7288-459F-A61A-926B9B87E3D0}" dt="2026-04-15T08:10:30.136" v="1096" actId="1076"/>
          <ac:spMkLst>
            <pc:docMk/>
            <pc:sldMk cId="2523762972" sldId="386"/>
            <ac:spMk id="3" creationId="{6B537E37-1F80-8FDE-AB14-18BD59A7EA18}"/>
          </ac:spMkLst>
        </pc:spChg>
      </pc:sldChg>
      <pc:sldChg chg="addSp modSp">
        <pc:chgData name="Cư, Lê Hoành" userId="8040f1d9-fc08-4340-919f-e31835b09669" providerId="ADAL" clId="{E6925CE3-7288-459F-A61A-926B9B87E3D0}" dt="2026-04-15T08:10:51.916" v="1100"/>
        <pc:sldMkLst>
          <pc:docMk/>
          <pc:sldMk cId="2313164847" sldId="387"/>
        </pc:sldMkLst>
        <pc:spChg chg="add mod">
          <ac:chgData name="Cư, Lê Hoành" userId="8040f1d9-fc08-4340-919f-e31835b09669" providerId="ADAL" clId="{E6925CE3-7288-459F-A61A-926B9B87E3D0}" dt="2026-04-15T08:10:51.916" v="1100"/>
          <ac:spMkLst>
            <pc:docMk/>
            <pc:sldMk cId="2313164847" sldId="387"/>
            <ac:spMk id="3" creationId="{ACF3CCC2-7588-42D7-13EB-8A4FAFAB76B9}"/>
          </ac:spMkLst>
        </pc:spChg>
      </pc:sldChg>
      <pc:sldChg chg="addSp modSp mod">
        <pc:chgData name="Cư, Lê Hoành" userId="8040f1d9-fc08-4340-919f-e31835b09669" providerId="ADAL" clId="{E6925CE3-7288-459F-A61A-926B9B87E3D0}" dt="2026-04-15T08:10:45.509" v="1099" actId="1076"/>
        <pc:sldMkLst>
          <pc:docMk/>
          <pc:sldMk cId="2982775577" sldId="388"/>
        </pc:sldMkLst>
        <pc:spChg chg="add mod">
          <ac:chgData name="Cư, Lê Hoành" userId="8040f1d9-fc08-4340-919f-e31835b09669" providerId="ADAL" clId="{E6925CE3-7288-459F-A61A-926B9B87E3D0}" dt="2026-04-15T08:10:45.509" v="1099" actId="1076"/>
          <ac:spMkLst>
            <pc:docMk/>
            <pc:sldMk cId="2982775577" sldId="388"/>
            <ac:spMk id="3" creationId="{4DB943A0-2668-E1F1-650C-F87C77E4E698}"/>
          </ac:spMkLst>
        </pc:spChg>
      </pc:sldChg>
      <pc:sldChg chg="addSp modSp mod">
        <pc:chgData name="Cư, Lê Hoành" userId="8040f1d9-fc08-4340-919f-e31835b09669" providerId="ADAL" clId="{E6925CE3-7288-459F-A61A-926B9B87E3D0}" dt="2026-04-15T08:10:58.304" v="1101"/>
        <pc:sldMkLst>
          <pc:docMk/>
          <pc:sldMk cId="2444977604" sldId="389"/>
        </pc:sldMkLst>
        <pc:spChg chg="mod">
          <ac:chgData name="Cư, Lê Hoành" userId="8040f1d9-fc08-4340-919f-e31835b09669" providerId="ADAL" clId="{E6925CE3-7288-459F-A61A-926B9B87E3D0}" dt="2026-04-15T08:08:37.421" v="1094" actId="14100"/>
          <ac:spMkLst>
            <pc:docMk/>
            <pc:sldMk cId="2444977604" sldId="389"/>
            <ac:spMk id="2" creationId="{DFEC5418-8A64-3D2E-C59C-E98E780AE4D9}"/>
          </ac:spMkLst>
        </pc:spChg>
        <pc:spChg chg="add mod">
          <ac:chgData name="Cư, Lê Hoành" userId="8040f1d9-fc08-4340-919f-e31835b09669" providerId="ADAL" clId="{E6925CE3-7288-459F-A61A-926B9B87E3D0}" dt="2026-04-15T08:10:58.304" v="1101"/>
          <ac:spMkLst>
            <pc:docMk/>
            <pc:sldMk cId="2444977604" sldId="389"/>
            <ac:spMk id="3" creationId="{F6EBC576-82A3-5AB1-82D3-3CA059DF3F19}"/>
          </ac:spMkLst>
        </pc:spChg>
      </pc:sldChg>
      <pc:sldChg chg="addSp delSp modSp mod ord">
        <pc:chgData name="Cư, Lê Hoành" userId="8040f1d9-fc08-4340-919f-e31835b09669" providerId="ADAL" clId="{E6925CE3-7288-459F-A61A-926B9B87E3D0}" dt="2026-04-15T07:32:40.819" v="634"/>
        <pc:sldMkLst>
          <pc:docMk/>
          <pc:sldMk cId="2397922752" sldId="390"/>
        </pc:sldMkLst>
        <pc:spChg chg="mod">
          <ac:chgData name="Cư, Lê Hoành" userId="8040f1d9-fc08-4340-919f-e31835b09669" providerId="ADAL" clId="{E6925CE3-7288-459F-A61A-926B9B87E3D0}" dt="2026-04-15T07:00:35.055" v="626" actId="20577"/>
          <ac:spMkLst>
            <pc:docMk/>
            <pc:sldMk cId="2397922752" sldId="390"/>
            <ac:spMk id="8" creationId="{9B272D5F-DF6A-93D9-F62F-BBF3EC3C9CD5}"/>
          </ac:spMkLst>
        </pc:spChg>
        <pc:picChg chg="add del">
          <ac:chgData name="Cư, Lê Hoành" userId="8040f1d9-fc08-4340-919f-e31835b09669" providerId="ADAL" clId="{E6925CE3-7288-459F-A61A-926B9B87E3D0}" dt="2026-04-15T07:32:18.361" v="631" actId="478"/>
          <ac:picMkLst>
            <pc:docMk/>
            <pc:sldMk cId="2397922752" sldId="390"/>
            <ac:picMk id="3" creationId="{47662B6B-0E04-7081-5D4C-EE6CA5CFFF52}"/>
          </ac:picMkLst>
        </pc:picChg>
        <pc:picChg chg="add">
          <ac:chgData name="Cư, Lê Hoành" userId="8040f1d9-fc08-4340-919f-e31835b09669" providerId="ADAL" clId="{E6925CE3-7288-459F-A61A-926B9B87E3D0}" dt="2026-04-15T07:32:38.669" v="632" actId="22"/>
          <ac:picMkLst>
            <pc:docMk/>
            <pc:sldMk cId="2397922752" sldId="390"/>
            <ac:picMk id="5" creationId="{29F25C65-0FC1-57F4-C1CE-311814948C40}"/>
          </ac:picMkLst>
        </pc:picChg>
        <pc:picChg chg="del">
          <ac:chgData name="Cư, Lê Hoành" userId="8040f1d9-fc08-4340-919f-e31835b09669" providerId="ADAL" clId="{E6925CE3-7288-459F-A61A-926B9B87E3D0}" dt="2026-04-15T07:00:28.790" v="624" actId="478"/>
          <ac:picMkLst>
            <pc:docMk/>
            <pc:sldMk cId="2397922752" sldId="390"/>
            <ac:picMk id="7" creationId="{F2D9173E-79C4-04F7-46F0-12BC1194B8CE}"/>
          </ac:picMkLst>
        </pc:picChg>
      </pc:sldChg>
      <pc:sldChg chg="addSp delSp modSp new mod">
        <pc:chgData name="Cư, Lê Hoành" userId="8040f1d9-fc08-4340-919f-e31835b09669" providerId="ADAL" clId="{E6925CE3-7288-459F-A61A-926B9B87E3D0}" dt="2026-04-15T08:15:11.888" v="1148" actId="1076"/>
        <pc:sldMkLst>
          <pc:docMk/>
          <pc:sldMk cId="4198174706" sldId="391"/>
        </pc:sldMkLst>
        <pc:spChg chg="mod">
          <ac:chgData name="Cư, Lê Hoành" userId="8040f1d9-fc08-4340-919f-e31835b09669" providerId="ADAL" clId="{E6925CE3-7288-459F-A61A-926B9B87E3D0}" dt="2026-04-15T03:00:36.634" v="193" actId="14100"/>
          <ac:spMkLst>
            <pc:docMk/>
            <pc:sldMk cId="4198174706" sldId="391"/>
            <ac:spMk id="2" creationId="{05EF6DA6-C642-8993-0B73-B2A4C1436D83}"/>
          </ac:spMkLst>
        </pc:spChg>
        <pc:spChg chg="add mod">
          <ac:chgData name="Cư, Lê Hoành" userId="8040f1d9-fc08-4340-919f-e31835b09669" providerId="ADAL" clId="{E6925CE3-7288-459F-A61A-926B9B87E3D0}" dt="2026-04-15T07:38:51.098" v="707" actId="1076"/>
          <ac:spMkLst>
            <pc:docMk/>
            <pc:sldMk cId="4198174706" sldId="391"/>
            <ac:spMk id="10" creationId="{33DCE14B-5AB8-EEF8-B2D9-8C08F2A4B605}"/>
          </ac:spMkLst>
        </pc:spChg>
        <pc:spChg chg="add mod">
          <ac:chgData name="Cư, Lê Hoành" userId="8040f1d9-fc08-4340-919f-e31835b09669" providerId="ADAL" clId="{E6925CE3-7288-459F-A61A-926B9B87E3D0}" dt="2026-04-15T07:38:43.712" v="706"/>
          <ac:spMkLst>
            <pc:docMk/>
            <pc:sldMk cId="4198174706" sldId="391"/>
            <ac:spMk id="11" creationId="{485FACBB-84F9-9DE1-E170-F5BEAFDF4027}"/>
          </ac:spMkLst>
        </pc:spChg>
        <pc:spChg chg="add mod">
          <ac:chgData name="Cư, Lê Hoành" userId="8040f1d9-fc08-4340-919f-e31835b09669" providerId="ADAL" clId="{E6925CE3-7288-459F-A61A-926B9B87E3D0}" dt="2026-04-15T07:38:35.244" v="705"/>
          <ac:spMkLst>
            <pc:docMk/>
            <pc:sldMk cId="4198174706" sldId="391"/>
            <ac:spMk id="12" creationId="{A36CB951-7EBC-A5DC-3150-4EC31AB3F14C}"/>
          </ac:spMkLst>
        </pc:spChg>
        <pc:spChg chg="add mod">
          <ac:chgData name="Cư, Lê Hoành" userId="8040f1d9-fc08-4340-919f-e31835b09669" providerId="ADAL" clId="{E6925CE3-7288-459F-A61A-926B9B87E3D0}" dt="2026-04-15T08:08:00.332" v="1092" actId="20577"/>
          <ac:spMkLst>
            <pc:docMk/>
            <pc:sldMk cId="4198174706" sldId="391"/>
            <ac:spMk id="13" creationId="{73065BDD-F32B-9B81-48A7-D90DAA019E20}"/>
          </ac:spMkLst>
        </pc:spChg>
        <pc:spChg chg="add mod">
          <ac:chgData name="Cư, Lê Hoành" userId="8040f1d9-fc08-4340-919f-e31835b09669" providerId="ADAL" clId="{E6925CE3-7288-459F-A61A-926B9B87E3D0}" dt="2026-04-15T08:07:55.669" v="1090"/>
          <ac:spMkLst>
            <pc:docMk/>
            <pc:sldMk cId="4198174706" sldId="391"/>
            <ac:spMk id="14" creationId="{9AC29EE1-D1DF-E255-2047-67D0BCA6BD3D}"/>
          </ac:spMkLst>
        </pc:spChg>
        <pc:spChg chg="add mod">
          <ac:chgData name="Cư, Lê Hoành" userId="8040f1d9-fc08-4340-919f-e31835b09669" providerId="ADAL" clId="{E6925CE3-7288-459F-A61A-926B9B87E3D0}" dt="2026-04-15T08:15:11.888" v="1148" actId="1076"/>
          <ac:spMkLst>
            <pc:docMk/>
            <pc:sldMk cId="4198174706" sldId="391"/>
            <ac:spMk id="15" creationId="{64ED54D7-8DCF-014B-DD4D-F3D6D48B3843}"/>
          </ac:spMkLst>
        </pc:spChg>
        <pc:picChg chg="add mod">
          <ac:chgData name="Cư, Lê Hoành" userId="8040f1d9-fc08-4340-919f-e31835b09669" providerId="ADAL" clId="{E6925CE3-7288-459F-A61A-926B9B87E3D0}" dt="2026-04-15T06:55:40.635" v="610" actId="14100"/>
          <ac:picMkLst>
            <pc:docMk/>
            <pc:sldMk cId="4198174706" sldId="391"/>
            <ac:picMk id="7" creationId="{6D8EBB0C-3945-A5AB-196F-C39518AA9107}"/>
          </ac:picMkLst>
        </pc:picChg>
        <pc:picChg chg="add del">
          <ac:chgData name="Cư, Lê Hoành" userId="8040f1d9-fc08-4340-919f-e31835b09669" providerId="ADAL" clId="{E6925CE3-7288-459F-A61A-926B9B87E3D0}" dt="2026-04-15T05:54:13.636" v="370" actId="22"/>
          <ac:picMkLst>
            <pc:docMk/>
            <pc:sldMk cId="4198174706" sldId="391"/>
            <ac:picMk id="9" creationId="{83EBDDAC-91FB-30EC-5D81-84A5CEDE4A6B}"/>
          </ac:picMkLst>
        </pc:picChg>
      </pc:sldChg>
      <pc:sldChg chg="addSp delSp modSp add mod">
        <pc:chgData name="Cư, Lê Hoành" userId="8040f1d9-fc08-4340-919f-e31835b09669" providerId="ADAL" clId="{E6925CE3-7288-459F-A61A-926B9B87E3D0}" dt="2026-04-15T08:14:49.099" v="1143"/>
        <pc:sldMkLst>
          <pc:docMk/>
          <pc:sldMk cId="3439069227" sldId="392"/>
        </pc:sldMkLst>
        <pc:spChg chg="mod">
          <ac:chgData name="Cư, Lê Hoành" userId="8040f1d9-fc08-4340-919f-e31835b09669" providerId="ADAL" clId="{E6925CE3-7288-459F-A61A-926B9B87E3D0}" dt="2026-04-15T02:31:55.504" v="78" actId="242"/>
          <ac:spMkLst>
            <pc:docMk/>
            <pc:sldMk cId="3439069227" sldId="392"/>
            <ac:spMk id="2" creationId="{23F14645-F18E-8AB2-E59F-137E41FAF59C}"/>
          </ac:spMkLst>
        </pc:spChg>
        <pc:spChg chg="add mod">
          <ac:chgData name="Cư, Lê Hoành" userId="8040f1d9-fc08-4340-919f-e31835b09669" providerId="ADAL" clId="{E6925CE3-7288-459F-A61A-926B9B87E3D0}" dt="2026-04-15T08:14:49.099" v="1143"/>
          <ac:spMkLst>
            <pc:docMk/>
            <pc:sldMk cId="3439069227" sldId="392"/>
            <ac:spMk id="9" creationId="{CC20EE28-B015-26D1-C961-746A00134353}"/>
          </ac:spMkLst>
        </pc:spChg>
        <pc:picChg chg="del">
          <ac:chgData name="Cư, Lê Hoành" userId="8040f1d9-fc08-4340-919f-e31835b09669" providerId="ADAL" clId="{E6925CE3-7288-459F-A61A-926B9B87E3D0}" dt="2026-04-15T02:30:16.293" v="57" actId="478"/>
          <ac:picMkLst>
            <pc:docMk/>
            <pc:sldMk cId="3439069227" sldId="392"/>
            <ac:picMk id="7" creationId="{85720402-8DEF-9E61-3292-9A3C17800563}"/>
          </ac:picMkLst>
        </pc:picChg>
        <pc:picChg chg="add mod">
          <ac:chgData name="Cư, Lê Hoành" userId="8040f1d9-fc08-4340-919f-e31835b09669" providerId="ADAL" clId="{E6925CE3-7288-459F-A61A-926B9B87E3D0}" dt="2026-04-15T06:56:23.835" v="616" actId="1038"/>
          <ac:picMkLst>
            <pc:docMk/>
            <pc:sldMk cId="3439069227" sldId="392"/>
            <ac:picMk id="8" creationId="{E99AC59D-8004-664C-4AC3-AB7D52FEF682}"/>
          </ac:picMkLst>
        </pc:picChg>
      </pc:sldChg>
      <pc:sldChg chg="addSp delSp modSp add mod modNotesTx">
        <pc:chgData name="Cư, Lê Hoành" userId="8040f1d9-fc08-4340-919f-e31835b09669" providerId="ADAL" clId="{E6925CE3-7288-459F-A61A-926B9B87E3D0}" dt="2026-04-15T08:14:38.002" v="1142"/>
        <pc:sldMkLst>
          <pc:docMk/>
          <pc:sldMk cId="3013048606" sldId="393"/>
        </pc:sldMkLst>
        <pc:spChg chg="mod">
          <ac:chgData name="Cư, Lê Hoành" userId="8040f1d9-fc08-4340-919f-e31835b09669" providerId="ADAL" clId="{E6925CE3-7288-459F-A61A-926B9B87E3D0}" dt="2026-04-15T02:40:25.888" v="144" actId="207"/>
          <ac:spMkLst>
            <pc:docMk/>
            <pc:sldMk cId="3013048606" sldId="393"/>
            <ac:spMk id="2" creationId="{91A33BEA-5B6A-2D6F-CCA3-D575A562F742}"/>
          </ac:spMkLst>
        </pc:spChg>
        <pc:spChg chg="add mod">
          <ac:chgData name="Cư, Lê Hoành" userId="8040f1d9-fc08-4340-919f-e31835b09669" providerId="ADAL" clId="{E6925CE3-7288-459F-A61A-926B9B87E3D0}" dt="2026-04-15T07:48:01.804" v="797" actId="14100"/>
          <ac:spMkLst>
            <pc:docMk/>
            <pc:sldMk cId="3013048606" sldId="393"/>
            <ac:spMk id="13" creationId="{F461A605-0909-FC5C-9D8F-39FC5F5DD031}"/>
          </ac:spMkLst>
        </pc:spChg>
        <pc:spChg chg="add mod">
          <ac:chgData name="Cư, Lê Hoành" userId="8040f1d9-fc08-4340-919f-e31835b09669" providerId="ADAL" clId="{E6925CE3-7288-459F-A61A-926B9B87E3D0}" dt="2026-04-15T07:47:58.910" v="796" actId="14100"/>
          <ac:spMkLst>
            <pc:docMk/>
            <pc:sldMk cId="3013048606" sldId="393"/>
            <ac:spMk id="14" creationId="{DDB88C00-1B93-BF7C-D4CA-D9F18E09B37F}"/>
          </ac:spMkLst>
        </pc:spChg>
        <pc:spChg chg="add mod">
          <ac:chgData name="Cư, Lê Hoành" userId="8040f1d9-fc08-4340-919f-e31835b09669" providerId="ADAL" clId="{E6925CE3-7288-459F-A61A-926B9B87E3D0}" dt="2026-04-15T08:14:38.002" v="1142"/>
          <ac:spMkLst>
            <pc:docMk/>
            <pc:sldMk cId="3013048606" sldId="393"/>
            <ac:spMk id="15" creationId="{10329882-CA77-F81C-F2F0-CFBE8E409798}"/>
          </ac:spMkLst>
        </pc:spChg>
        <pc:picChg chg="add del">
          <ac:chgData name="Cư, Lê Hoành" userId="8040f1d9-fc08-4340-919f-e31835b09669" providerId="ADAL" clId="{E6925CE3-7288-459F-A61A-926B9B87E3D0}" dt="2026-04-15T02:37:43.573" v="87" actId="478"/>
          <ac:picMkLst>
            <pc:docMk/>
            <pc:sldMk cId="3013048606" sldId="393"/>
            <ac:picMk id="7" creationId="{A6693D26-5C52-F6ED-E4B4-071EA04AE4C6}"/>
          </ac:picMkLst>
        </pc:picChg>
        <pc:picChg chg="del">
          <ac:chgData name="Cư, Lê Hoành" userId="8040f1d9-fc08-4340-919f-e31835b09669" providerId="ADAL" clId="{E6925CE3-7288-459F-A61A-926B9B87E3D0}" dt="2026-04-15T02:37:38.681" v="85" actId="478"/>
          <ac:picMkLst>
            <pc:docMk/>
            <pc:sldMk cId="3013048606" sldId="393"/>
            <ac:picMk id="8" creationId="{F2F4003E-B5A7-8706-D5AA-BD4645A92D39}"/>
          </ac:picMkLst>
        </pc:picChg>
        <pc:picChg chg="add mod">
          <ac:chgData name="Cư, Lê Hoành" userId="8040f1d9-fc08-4340-919f-e31835b09669" providerId="ADAL" clId="{E6925CE3-7288-459F-A61A-926B9B87E3D0}" dt="2026-04-15T02:41:43.297" v="152" actId="1038"/>
          <ac:picMkLst>
            <pc:docMk/>
            <pc:sldMk cId="3013048606" sldId="393"/>
            <ac:picMk id="10" creationId="{E026E735-8BD8-7252-F876-A9FD390EBA04}"/>
          </ac:picMkLst>
        </pc:picChg>
        <pc:picChg chg="add mod modCrop">
          <ac:chgData name="Cư, Lê Hoành" userId="8040f1d9-fc08-4340-919f-e31835b09669" providerId="ADAL" clId="{E6925CE3-7288-459F-A61A-926B9B87E3D0}" dt="2026-04-15T02:41:39.463" v="150" actId="1037"/>
          <ac:picMkLst>
            <pc:docMk/>
            <pc:sldMk cId="3013048606" sldId="393"/>
            <ac:picMk id="12" creationId="{9EE60EC5-11AE-CE6C-CCB1-DA0F2186CAE7}"/>
          </ac:picMkLst>
        </pc:picChg>
      </pc:sldChg>
      <pc:sldChg chg="addSp delSp modSp add mod modShow">
        <pc:chgData name="Cư, Lê Hoành" userId="8040f1d9-fc08-4340-919f-e31835b09669" providerId="ADAL" clId="{E6925CE3-7288-459F-A61A-926B9B87E3D0}" dt="2026-04-15T08:14:24.923" v="1140" actId="14100"/>
        <pc:sldMkLst>
          <pc:docMk/>
          <pc:sldMk cId="1534291259" sldId="394"/>
        </pc:sldMkLst>
        <pc:spChg chg="mod">
          <ac:chgData name="Cư, Lê Hoành" userId="8040f1d9-fc08-4340-919f-e31835b09669" providerId="ADAL" clId="{E6925CE3-7288-459F-A61A-926B9B87E3D0}" dt="2026-04-15T06:04:14.771" v="532" actId="20577"/>
          <ac:spMkLst>
            <pc:docMk/>
            <pc:sldMk cId="1534291259" sldId="394"/>
            <ac:spMk id="2" creationId="{C290EEEE-0E7A-1983-1233-A326B8331DF2}"/>
          </ac:spMkLst>
        </pc:spChg>
        <pc:spChg chg="add mod">
          <ac:chgData name="Cư, Lê Hoành" userId="8040f1d9-fc08-4340-919f-e31835b09669" providerId="ADAL" clId="{E6925CE3-7288-459F-A61A-926B9B87E3D0}" dt="2026-04-15T08:14:08.913" v="1135"/>
          <ac:spMkLst>
            <pc:docMk/>
            <pc:sldMk cId="1534291259" sldId="394"/>
            <ac:spMk id="10" creationId="{C27876BB-E7E8-DB50-0DAB-3A17C05C9FBD}"/>
          </ac:spMkLst>
        </pc:spChg>
        <pc:picChg chg="add del mod">
          <ac:chgData name="Cư, Lê Hoành" userId="8040f1d9-fc08-4340-919f-e31835b09669" providerId="ADAL" clId="{E6925CE3-7288-459F-A61A-926B9B87E3D0}" dt="2026-04-15T06:02:19.607" v="494" actId="478"/>
          <ac:picMkLst>
            <pc:docMk/>
            <pc:sldMk cId="1534291259" sldId="394"/>
            <ac:picMk id="7" creationId="{28DC1713-01B2-BF49-F615-C7684BD10EC9}"/>
          </ac:picMkLst>
        </pc:picChg>
        <pc:picChg chg="add mod">
          <ac:chgData name="Cư, Lê Hoành" userId="8040f1d9-fc08-4340-919f-e31835b09669" providerId="ADAL" clId="{E6925CE3-7288-459F-A61A-926B9B87E3D0}" dt="2026-04-15T08:14:24.923" v="1140" actId="14100"/>
          <ac:picMkLst>
            <pc:docMk/>
            <pc:sldMk cId="1534291259" sldId="394"/>
            <ac:picMk id="9" creationId="{F2454DD1-C3EC-4936-92D8-41DAF985D14B}"/>
          </ac:picMkLst>
        </pc:picChg>
      </pc:sldChg>
      <pc:sldChg chg="addSp delSp modSp add mod ord modShow">
        <pc:chgData name="Cư, Lê Hoành" userId="8040f1d9-fc08-4340-919f-e31835b09669" providerId="ADAL" clId="{E6925CE3-7288-459F-A61A-926B9B87E3D0}" dt="2026-04-15T08:14:32.561" v="1141"/>
        <pc:sldMkLst>
          <pc:docMk/>
          <pc:sldMk cId="657310783" sldId="395"/>
        </pc:sldMkLst>
        <pc:spChg chg="mod">
          <ac:chgData name="Cư, Lê Hoành" userId="8040f1d9-fc08-4340-919f-e31835b09669" providerId="ADAL" clId="{E6925CE3-7288-459F-A61A-926B9B87E3D0}" dt="2026-04-15T06:03:01.849" v="506" actId="20577"/>
          <ac:spMkLst>
            <pc:docMk/>
            <pc:sldMk cId="657310783" sldId="395"/>
            <ac:spMk id="2" creationId="{CCF3006B-E54B-C2E9-BB87-88713AF88441}"/>
          </ac:spMkLst>
        </pc:spChg>
        <pc:spChg chg="add mod">
          <ac:chgData name="Cư, Lê Hoành" userId="8040f1d9-fc08-4340-919f-e31835b09669" providerId="ADAL" clId="{E6925CE3-7288-459F-A61A-926B9B87E3D0}" dt="2026-04-15T08:14:32.561" v="1141"/>
          <ac:spMkLst>
            <pc:docMk/>
            <pc:sldMk cId="657310783" sldId="395"/>
            <ac:spMk id="11" creationId="{6ECCCEC6-80F1-28C6-CFDC-11776FF1E94A}"/>
          </ac:spMkLst>
        </pc:spChg>
        <pc:picChg chg="del">
          <ac:chgData name="Cư, Lê Hoành" userId="8040f1d9-fc08-4340-919f-e31835b09669" providerId="ADAL" clId="{E6925CE3-7288-459F-A61A-926B9B87E3D0}" dt="2026-04-15T02:59:41.014" v="181" actId="478"/>
          <ac:picMkLst>
            <pc:docMk/>
            <pc:sldMk cId="657310783" sldId="395"/>
            <ac:picMk id="7" creationId="{793B0201-8D12-FF4C-0AC8-B9BB6DBDEFBB}"/>
          </ac:picMkLst>
        </pc:picChg>
        <pc:picChg chg="add del mod">
          <ac:chgData name="Cư, Lê Hoành" userId="8040f1d9-fc08-4340-919f-e31835b09669" providerId="ADAL" clId="{E6925CE3-7288-459F-A61A-926B9B87E3D0}" dt="2026-04-15T06:02:51.983" v="495" actId="478"/>
          <ac:picMkLst>
            <pc:docMk/>
            <pc:sldMk cId="657310783" sldId="395"/>
            <ac:picMk id="8" creationId="{B54D7FEC-89EC-D943-F269-26E55048F493}"/>
          </ac:picMkLst>
        </pc:picChg>
        <pc:picChg chg="add mod">
          <ac:chgData name="Cư, Lê Hoành" userId="8040f1d9-fc08-4340-919f-e31835b09669" providerId="ADAL" clId="{E6925CE3-7288-459F-A61A-926B9B87E3D0}" dt="2026-04-15T06:03:47.170" v="510" actId="14100"/>
          <ac:picMkLst>
            <pc:docMk/>
            <pc:sldMk cId="657310783" sldId="395"/>
            <ac:picMk id="10" creationId="{BC51909D-2658-D469-4037-E674947D6FFB}"/>
          </ac:picMkLst>
        </pc:picChg>
      </pc:sldChg>
      <pc:sldChg chg="addSp delSp modSp add mod modShow">
        <pc:chgData name="Cư, Lê Hoành" userId="8040f1d9-fc08-4340-919f-e31835b09669" providerId="ADAL" clId="{E6925CE3-7288-459F-A61A-926B9B87E3D0}" dt="2026-04-15T08:13:51.015" v="1132" actId="1076"/>
        <pc:sldMkLst>
          <pc:docMk/>
          <pc:sldMk cId="3910905191" sldId="396"/>
        </pc:sldMkLst>
        <pc:spChg chg="mod">
          <ac:chgData name="Cư, Lê Hoành" userId="8040f1d9-fc08-4340-919f-e31835b09669" providerId="ADAL" clId="{E6925CE3-7288-459F-A61A-926B9B87E3D0}" dt="2026-04-15T03:03:17.486" v="211" actId="20577"/>
          <ac:spMkLst>
            <pc:docMk/>
            <pc:sldMk cId="3910905191" sldId="396"/>
            <ac:spMk id="2" creationId="{E37598CC-5CD1-FB19-0108-F586CC578FD8}"/>
          </ac:spMkLst>
        </pc:spChg>
        <pc:spChg chg="add mod">
          <ac:chgData name="Cư, Lê Hoành" userId="8040f1d9-fc08-4340-919f-e31835b09669" providerId="ADAL" clId="{E6925CE3-7288-459F-A61A-926B9B87E3D0}" dt="2026-04-15T08:13:51.015" v="1132" actId="1076"/>
          <ac:spMkLst>
            <pc:docMk/>
            <pc:sldMk cId="3910905191" sldId="396"/>
            <ac:spMk id="9" creationId="{55203A5D-47D9-4C41-9CD3-4038432347C7}"/>
          </ac:spMkLst>
        </pc:spChg>
        <pc:picChg chg="add mod">
          <ac:chgData name="Cư, Lê Hoành" userId="8040f1d9-fc08-4340-919f-e31835b09669" providerId="ADAL" clId="{E6925CE3-7288-459F-A61A-926B9B87E3D0}" dt="2026-04-15T03:03:09.986" v="200" actId="1076"/>
          <ac:picMkLst>
            <pc:docMk/>
            <pc:sldMk cId="3910905191" sldId="396"/>
            <ac:picMk id="7" creationId="{4B50E3F6-D685-AD04-8FC8-FCA26E0795DC}"/>
          </ac:picMkLst>
        </pc:picChg>
        <pc:picChg chg="del">
          <ac:chgData name="Cư, Lê Hoành" userId="8040f1d9-fc08-4340-919f-e31835b09669" providerId="ADAL" clId="{E6925CE3-7288-459F-A61A-926B9B87E3D0}" dt="2026-04-15T03:01:03.213" v="197" actId="478"/>
          <ac:picMkLst>
            <pc:docMk/>
            <pc:sldMk cId="3910905191" sldId="396"/>
            <ac:picMk id="8" creationId="{1867D757-FBC8-D40A-2415-F0FF43F58CFE}"/>
          </ac:picMkLst>
        </pc:picChg>
      </pc:sldChg>
      <pc:sldChg chg="addSp delSp modSp add mod">
        <pc:chgData name="Cư, Lê Hoành" userId="8040f1d9-fc08-4340-919f-e31835b09669" providerId="ADAL" clId="{E6925CE3-7288-459F-A61A-926B9B87E3D0}" dt="2026-04-15T08:12:57.578" v="1120"/>
        <pc:sldMkLst>
          <pc:docMk/>
          <pc:sldMk cId="1897516191" sldId="397"/>
        </pc:sldMkLst>
        <pc:spChg chg="mod">
          <ac:chgData name="Cư, Lê Hoành" userId="8040f1d9-fc08-4340-919f-e31835b09669" providerId="ADAL" clId="{E6925CE3-7288-459F-A61A-926B9B87E3D0}" dt="2026-04-15T03:05:37.846" v="230" actId="20577"/>
          <ac:spMkLst>
            <pc:docMk/>
            <pc:sldMk cId="1897516191" sldId="397"/>
            <ac:spMk id="2" creationId="{C2C8E1C9-4915-F835-532F-07B82E5319F0}"/>
          </ac:spMkLst>
        </pc:spChg>
        <pc:spChg chg="add mod">
          <ac:chgData name="Cư, Lê Hoành" userId="8040f1d9-fc08-4340-919f-e31835b09669" providerId="ADAL" clId="{E6925CE3-7288-459F-A61A-926B9B87E3D0}" dt="2026-04-15T08:12:57.578" v="1120"/>
          <ac:spMkLst>
            <pc:docMk/>
            <pc:sldMk cId="1897516191" sldId="397"/>
            <ac:spMk id="9" creationId="{5205E0D4-B108-D423-7451-BE4A49B6346E}"/>
          </ac:spMkLst>
        </pc:spChg>
        <pc:picChg chg="add mod">
          <ac:chgData name="Cư, Lê Hoành" userId="8040f1d9-fc08-4340-919f-e31835b09669" providerId="ADAL" clId="{E6925CE3-7288-459F-A61A-926B9B87E3D0}" dt="2026-04-15T03:05:04.033" v="213" actId="1076"/>
          <ac:picMkLst>
            <pc:docMk/>
            <pc:sldMk cId="1897516191" sldId="397"/>
            <ac:picMk id="7" creationId="{B44542E4-2BF8-321E-9B11-2F18D8397C93}"/>
          </ac:picMkLst>
        </pc:picChg>
        <pc:picChg chg="del">
          <ac:chgData name="Cư, Lê Hoành" userId="8040f1d9-fc08-4340-919f-e31835b09669" providerId="ADAL" clId="{E6925CE3-7288-459F-A61A-926B9B87E3D0}" dt="2026-04-15T03:01:05.815" v="198" actId="478"/>
          <ac:picMkLst>
            <pc:docMk/>
            <pc:sldMk cId="1897516191" sldId="397"/>
            <ac:picMk id="8" creationId="{E804DC78-0D51-E818-1BA6-B44132C2018A}"/>
          </ac:picMkLst>
        </pc:picChg>
      </pc:sldChg>
      <pc:sldChg chg="addSp modSp add mod">
        <pc:chgData name="Cư, Lê Hoành" userId="8040f1d9-fc08-4340-919f-e31835b09669" providerId="ADAL" clId="{E6925CE3-7288-459F-A61A-926B9B87E3D0}" dt="2026-04-15T08:12:54.722" v="1119"/>
        <pc:sldMkLst>
          <pc:docMk/>
          <pc:sldMk cId="3277769455" sldId="398"/>
        </pc:sldMkLst>
        <pc:spChg chg="mod">
          <ac:chgData name="Cư, Lê Hoành" userId="8040f1d9-fc08-4340-919f-e31835b09669" providerId="ADAL" clId="{E6925CE3-7288-459F-A61A-926B9B87E3D0}" dt="2026-04-15T03:06:26.885" v="244" actId="207"/>
          <ac:spMkLst>
            <pc:docMk/>
            <pc:sldMk cId="3277769455" sldId="398"/>
            <ac:spMk id="2" creationId="{546EFE77-04CC-390F-EEB5-BF170B9CB53F}"/>
          </ac:spMkLst>
        </pc:spChg>
        <pc:spChg chg="add mod">
          <ac:chgData name="Cư, Lê Hoành" userId="8040f1d9-fc08-4340-919f-e31835b09669" providerId="ADAL" clId="{E6925CE3-7288-459F-A61A-926B9B87E3D0}" dt="2026-04-15T08:12:54.722" v="1119"/>
          <ac:spMkLst>
            <pc:docMk/>
            <pc:sldMk cId="3277769455" sldId="398"/>
            <ac:spMk id="6" creationId="{1207EBAD-DBFD-08D5-2D94-BD7843BE38E3}"/>
          </ac:spMkLst>
        </pc:spChg>
      </pc:sldChg>
      <pc:sldChg chg="addSp delSp modSp add mod">
        <pc:chgData name="Cư, Lê Hoành" userId="8040f1d9-fc08-4340-919f-e31835b09669" providerId="ADAL" clId="{E6925CE3-7288-459F-A61A-926B9B87E3D0}" dt="2026-04-15T08:12:52.189" v="1118"/>
        <pc:sldMkLst>
          <pc:docMk/>
          <pc:sldMk cId="1208281108" sldId="399"/>
        </pc:sldMkLst>
        <pc:spChg chg="mod">
          <ac:chgData name="Cư, Lê Hoành" userId="8040f1d9-fc08-4340-919f-e31835b09669" providerId="ADAL" clId="{E6925CE3-7288-459F-A61A-926B9B87E3D0}" dt="2026-04-15T03:06:44.430" v="248" actId="20577"/>
          <ac:spMkLst>
            <pc:docMk/>
            <pc:sldMk cId="1208281108" sldId="399"/>
            <ac:spMk id="2" creationId="{4E2964A2-7B73-70B0-8BA9-299A49F5C4F3}"/>
          </ac:spMkLst>
        </pc:spChg>
        <pc:spChg chg="add mod">
          <ac:chgData name="Cư, Lê Hoành" userId="8040f1d9-fc08-4340-919f-e31835b09669" providerId="ADAL" clId="{E6925CE3-7288-459F-A61A-926B9B87E3D0}" dt="2026-04-15T08:12:52.189" v="1118"/>
          <ac:spMkLst>
            <pc:docMk/>
            <pc:sldMk cId="1208281108" sldId="399"/>
            <ac:spMk id="9" creationId="{DEB6C75F-05FF-0831-900C-979044BA2B5E}"/>
          </ac:spMkLst>
        </pc:spChg>
        <pc:picChg chg="del">
          <ac:chgData name="Cư, Lê Hoành" userId="8040f1d9-fc08-4340-919f-e31835b09669" providerId="ADAL" clId="{E6925CE3-7288-459F-A61A-926B9B87E3D0}" dt="2026-04-15T03:06:46.974" v="249" actId="478"/>
          <ac:picMkLst>
            <pc:docMk/>
            <pc:sldMk cId="1208281108" sldId="399"/>
            <ac:picMk id="7" creationId="{15B4B375-EB80-6523-CA55-2F0BAA996F0D}"/>
          </ac:picMkLst>
        </pc:picChg>
        <pc:picChg chg="add mod">
          <ac:chgData name="Cư, Lê Hoành" userId="8040f1d9-fc08-4340-919f-e31835b09669" providerId="ADAL" clId="{E6925CE3-7288-459F-A61A-926B9B87E3D0}" dt="2026-04-15T03:07:13.014" v="251" actId="1076"/>
          <ac:picMkLst>
            <pc:docMk/>
            <pc:sldMk cId="1208281108" sldId="399"/>
            <ac:picMk id="8" creationId="{1087D106-97AD-30FB-37AA-5A6F327E3B46}"/>
          </ac:picMkLst>
        </pc:picChg>
      </pc:sldChg>
      <pc:sldChg chg="addSp delSp modSp add mod">
        <pc:chgData name="Cư, Lê Hoành" userId="8040f1d9-fc08-4340-919f-e31835b09669" providerId="ADAL" clId="{E6925CE3-7288-459F-A61A-926B9B87E3D0}" dt="2026-04-15T08:12:37.541" v="1117"/>
        <pc:sldMkLst>
          <pc:docMk/>
          <pc:sldMk cId="3807629419" sldId="400"/>
        </pc:sldMkLst>
        <pc:spChg chg="mod">
          <ac:chgData name="Cư, Lê Hoành" userId="8040f1d9-fc08-4340-919f-e31835b09669" providerId="ADAL" clId="{E6925CE3-7288-459F-A61A-926B9B87E3D0}" dt="2026-04-15T03:07:28.337" v="257" actId="20577"/>
          <ac:spMkLst>
            <pc:docMk/>
            <pc:sldMk cId="3807629419" sldId="400"/>
            <ac:spMk id="2" creationId="{8D20ED85-9266-1951-270D-1E708549B6FB}"/>
          </ac:spMkLst>
        </pc:spChg>
        <pc:spChg chg="add mod">
          <ac:chgData name="Cư, Lê Hoành" userId="8040f1d9-fc08-4340-919f-e31835b09669" providerId="ADAL" clId="{E6925CE3-7288-459F-A61A-926B9B87E3D0}" dt="2026-04-15T08:12:37.541" v="1117"/>
          <ac:spMkLst>
            <pc:docMk/>
            <pc:sldMk cId="3807629419" sldId="400"/>
            <ac:spMk id="9" creationId="{439987A3-7440-FF83-BD85-C9502FCC05E9}"/>
          </ac:spMkLst>
        </pc:spChg>
        <pc:picChg chg="add mod">
          <ac:chgData name="Cư, Lê Hoành" userId="8040f1d9-fc08-4340-919f-e31835b09669" providerId="ADAL" clId="{E6925CE3-7288-459F-A61A-926B9B87E3D0}" dt="2026-04-15T03:08:13.858" v="260" actId="1076"/>
          <ac:picMkLst>
            <pc:docMk/>
            <pc:sldMk cId="3807629419" sldId="400"/>
            <ac:picMk id="7" creationId="{653AE3B9-AA41-CDFA-AB14-D16B6997C3DF}"/>
          </ac:picMkLst>
        </pc:picChg>
        <pc:picChg chg="del">
          <ac:chgData name="Cư, Lê Hoành" userId="8040f1d9-fc08-4340-919f-e31835b09669" providerId="ADAL" clId="{E6925CE3-7288-459F-A61A-926B9B87E3D0}" dt="2026-04-15T03:07:31.783" v="258" actId="478"/>
          <ac:picMkLst>
            <pc:docMk/>
            <pc:sldMk cId="3807629419" sldId="400"/>
            <ac:picMk id="8" creationId="{28D8D41F-BA49-6057-B05E-8455DF31607C}"/>
          </ac:picMkLst>
        </pc:picChg>
      </pc:sldChg>
      <pc:sldChg chg="addSp delSp modSp add mod ord modShow">
        <pc:chgData name="Cư, Lê Hoành" userId="8040f1d9-fc08-4340-919f-e31835b09669" providerId="ADAL" clId="{E6925CE3-7288-459F-A61A-926B9B87E3D0}" dt="2026-04-15T08:13:19.254" v="1124" actId="1076"/>
        <pc:sldMkLst>
          <pc:docMk/>
          <pc:sldMk cId="2799415210" sldId="401"/>
        </pc:sldMkLst>
        <pc:spChg chg="mod">
          <ac:chgData name="Cư, Lê Hoành" userId="8040f1d9-fc08-4340-919f-e31835b09669" providerId="ADAL" clId="{E6925CE3-7288-459F-A61A-926B9B87E3D0}" dt="2026-04-15T03:08:55.341" v="268" actId="20577"/>
          <ac:spMkLst>
            <pc:docMk/>
            <pc:sldMk cId="2799415210" sldId="401"/>
            <ac:spMk id="2" creationId="{26605B88-B8AD-C9BF-FF35-9B9D98138B21}"/>
          </ac:spMkLst>
        </pc:spChg>
        <pc:spChg chg="add mod">
          <ac:chgData name="Cư, Lê Hoành" userId="8040f1d9-fc08-4340-919f-e31835b09669" providerId="ADAL" clId="{E6925CE3-7288-459F-A61A-926B9B87E3D0}" dt="2026-04-15T08:13:19.254" v="1124" actId="1076"/>
          <ac:spMkLst>
            <pc:docMk/>
            <pc:sldMk cId="2799415210" sldId="401"/>
            <ac:spMk id="9" creationId="{13837C9F-B235-2785-B5CC-2596E5B7C608}"/>
          </ac:spMkLst>
        </pc:spChg>
        <pc:picChg chg="del">
          <ac:chgData name="Cư, Lê Hoành" userId="8040f1d9-fc08-4340-919f-e31835b09669" providerId="ADAL" clId="{E6925CE3-7288-459F-A61A-926B9B87E3D0}" dt="2026-04-15T03:08:59.625" v="269" actId="478"/>
          <ac:picMkLst>
            <pc:docMk/>
            <pc:sldMk cId="2799415210" sldId="401"/>
            <ac:picMk id="7" creationId="{9453EC0A-7BCB-A9EF-C112-3252DDAD1999}"/>
          </ac:picMkLst>
        </pc:picChg>
        <pc:picChg chg="add mod">
          <ac:chgData name="Cư, Lê Hoành" userId="8040f1d9-fc08-4340-919f-e31835b09669" providerId="ADAL" clId="{E6925CE3-7288-459F-A61A-926B9B87E3D0}" dt="2026-04-15T03:10:23.546" v="271" actId="1076"/>
          <ac:picMkLst>
            <pc:docMk/>
            <pc:sldMk cId="2799415210" sldId="401"/>
            <ac:picMk id="8" creationId="{BE3277D6-99B6-FFDF-9FB1-7458E74935B9}"/>
          </ac:picMkLst>
        </pc:picChg>
      </pc:sldChg>
      <pc:sldChg chg="addSp delSp modSp add mod ord">
        <pc:chgData name="Cư, Lê Hoành" userId="8040f1d9-fc08-4340-919f-e31835b09669" providerId="ADAL" clId="{E6925CE3-7288-459F-A61A-926B9B87E3D0}" dt="2026-04-15T08:13:09.625" v="1122"/>
        <pc:sldMkLst>
          <pc:docMk/>
          <pc:sldMk cId="563176269" sldId="402"/>
        </pc:sldMkLst>
        <pc:spChg chg="add mod">
          <ac:chgData name="Cư, Lê Hoành" userId="8040f1d9-fc08-4340-919f-e31835b09669" providerId="ADAL" clId="{E6925CE3-7288-459F-A61A-926B9B87E3D0}" dt="2026-04-15T08:13:09.625" v="1122"/>
          <ac:spMkLst>
            <pc:docMk/>
            <pc:sldMk cId="563176269" sldId="402"/>
            <ac:spMk id="9" creationId="{1777155C-BE5E-C5E0-745D-7424367CD07E}"/>
          </ac:spMkLst>
        </pc:spChg>
        <pc:picChg chg="add mod">
          <ac:chgData name="Cư, Lê Hoành" userId="8040f1d9-fc08-4340-919f-e31835b09669" providerId="ADAL" clId="{E6925CE3-7288-459F-A61A-926B9B87E3D0}" dt="2026-04-15T03:11:14.031" v="276" actId="1076"/>
          <ac:picMkLst>
            <pc:docMk/>
            <pc:sldMk cId="563176269" sldId="402"/>
            <ac:picMk id="7" creationId="{7A11D1FB-99EF-7229-0192-307C33AEA690}"/>
          </ac:picMkLst>
        </pc:picChg>
        <pc:picChg chg="del">
          <ac:chgData name="Cư, Lê Hoành" userId="8040f1d9-fc08-4340-919f-e31835b09669" providerId="ADAL" clId="{E6925CE3-7288-459F-A61A-926B9B87E3D0}" dt="2026-04-15T03:10:50.194" v="274" actId="478"/>
          <ac:picMkLst>
            <pc:docMk/>
            <pc:sldMk cId="563176269" sldId="402"/>
            <ac:picMk id="8" creationId="{861B7482-9252-77F3-F259-1B784D5F8C31}"/>
          </ac:picMkLst>
        </pc:picChg>
      </pc:sldChg>
      <pc:sldChg chg="addSp delSp modSp add mod ord">
        <pc:chgData name="Cư, Lê Hoành" userId="8040f1d9-fc08-4340-919f-e31835b09669" providerId="ADAL" clId="{E6925CE3-7288-459F-A61A-926B9B87E3D0}" dt="2026-04-15T08:13:04.874" v="1121"/>
        <pc:sldMkLst>
          <pc:docMk/>
          <pc:sldMk cId="2648487593" sldId="403"/>
        </pc:sldMkLst>
        <pc:spChg chg="add mod">
          <ac:chgData name="Cư, Lê Hoành" userId="8040f1d9-fc08-4340-919f-e31835b09669" providerId="ADAL" clId="{E6925CE3-7288-459F-A61A-926B9B87E3D0}" dt="2026-04-15T08:13:04.874" v="1121"/>
          <ac:spMkLst>
            <pc:docMk/>
            <pc:sldMk cId="2648487593" sldId="403"/>
            <ac:spMk id="9" creationId="{247E14A7-CD73-57A5-0ADA-ED5FDA592EE8}"/>
          </ac:spMkLst>
        </pc:spChg>
        <pc:picChg chg="del">
          <ac:chgData name="Cư, Lê Hoành" userId="8040f1d9-fc08-4340-919f-e31835b09669" providerId="ADAL" clId="{E6925CE3-7288-459F-A61A-926B9B87E3D0}" dt="2026-04-15T03:11:34.700" v="278" actId="478"/>
          <ac:picMkLst>
            <pc:docMk/>
            <pc:sldMk cId="2648487593" sldId="403"/>
            <ac:picMk id="7" creationId="{1FC89D05-5589-37BC-9F5B-25EDB9E2B7CC}"/>
          </ac:picMkLst>
        </pc:picChg>
        <pc:picChg chg="add mod">
          <ac:chgData name="Cư, Lê Hoành" userId="8040f1d9-fc08-4340-919f-e31835b09669" providerId="ADAL" clId="{E6925CE3-7288-459F-A61A-926B9B87E3D0}" dt="2026-04-15T03:12:18.927" v="301" actId="1036"/>
          <ac:picMkLst>
            <pc:docMk/>
            <pc:sldMk cId="2648487593" sldId="403"/>
            <ac:picMk id="8" creationId="{AF69753A-9ADE-F6BC-89C6-5A28B22D9A79}"/>
          </ac:picMkLst>
        </pc:picChg>
      </pc:sldChg>
      <pc:sldChg chg="addSp delSp modSp add mod ord modShow">
        <pc:chgData name="Cư, Lê Hoành" userId="8040f1d9-fc08-4340-919f-e31835b09669" providerId="ADAL" clId="{E6925CE3-7288-459F-A61A-926B9B87E3D0}" dt="2026-04-15T08:13:36.938" v="1130" actId="1076"/>
        <pc:sldMkLst>
          <pc:docMk/>
          <pc:sldMk cId="1795342060" sldId="404"/>
        </pc:sldMkLst>
        <pc:spChg chg="mod">
          <ac:chgData name="Cư, Lê Hoành" userId="8040f1d9-fc08-4340-919f-e31835b09669" providerId="ADAL" clId="{E6925CE3-7288-459F-A61A-926B9B87E3D0}" dt="2026-04-15T03:40:03.940" v="352" actId="1035"/>
          <ac:spMkLst>
            <pc:docMk/>
            <pc:sldMk cId="1795342060" sldId="404"/>
            <ac:spMk id="2" creationId="{3770CE0F-972B-8787-80C6-829F84176498}"/>
          </ac:spMkLst>
        </pc:spChg>
        <pc:spChg chg="add mod">
          <ac:chgData name="Cư, Lê Hoành" userId="8040f1d9-fc08-4340-919f-e31835b09669" providerId="ADAL" clId="{E6925CE3-7288-459F-A61A-926B9B87E3D0}" dt="2026-04-15T08:13:36.938" v="1130" actId="1076"/>
          <ac:spMkLst>
            <pc:docMk/>
            <pc:sldMk cId="1795342060" sldId="404"/>
            <ac:spMk id="11" creationId="{F3CF2E8F-5DBD-E55C-ECF7-840357E0436F}"/>
          </ac:spMkLst>
        </pc:spChg>
        <pc:picChg chg="del">
          <ac:chgData name="Cư, Lê Hoành" userId="8040f1d9-fc08-4340-919f-e31835b09669" providerId="ADAL" clId="{E6925CE3-7288-459F-A61A-926B9B87E3D0}" dt="2026-04-15T03:36:22.036" v="303" actId="478"/>
          <ac:picMkLst>
            <pc:docMk/>
            <pc:sldMk cId="1795342060" sldId="404"/>
            <ac:picMk id="7" creationId="{60D0E670-1121-549E-DC67-0A9527C409FF}"/>
          </ac:picMkLst>
        </pc:picChg>
        <pc:picChg chg="add del mod">
          <ac:chgData name="Cư, Lê Hoành" userId="8040f1d9-fc08-4340-919f-e31835b09669" providerId="ADAL" clId="{E6925CE3-7288-459F-A61A-926B9B87E3D0}" dt="2026-04-15T03:39:25.220" v="323" actId="478"/>
          <ac:picMkLst>
            <pc:docMk/>
            <pc:sldMk cId="1795342060" sldId="404"/>
            <ac:picMk id="8" creationId="{BCC84307-3604-B10D-7AD0-A70348B99E61}"/>
          </ac:picMkLst>
        </pc:picChg>
        <pc:picChg chg="add mod">
          <ac:chgData name="Cư, Lê Hoành" userId="8040f1d9-fc08-4340-919f-e31835b09669" providerId="ADAL" clId="{E6925CE3-7288-459F-A61A-926B9B87E3D0}" dt="2026-04-15T03:39:57.975" v="348" actId="1036"/>
          <ac:picMkLst>
            <pc:docMk/>
            <pc:sldMk cId="1795342060" sldId="404"/>
            <ac:picMk id="10" creationId="{29CC3360-F4B7-926F-6766-ECE94DC36730}"/>
          </ac:picMkLst>
        </pc:picChg>
      </pc:sldChg>
      <pc:sldChg chg="delSp add del mod ord">
        <pc:chgData name="Cư, Lê Hoành" userId="8040f1d9-fc08-4340-919f-e31835b09669" providerId="ADAL" clId="{E6925CE3-7288-459F-A61A-926B9B87E3D0}" dt="2026-04-15T07:44:21.984" v="729" actId="2696"/>
        <pc:sldMkLst>
          <pc:docMk/>
          <pc:sldMk cId="1470409107" sldId="405"/>
        </pc:sldMkLst>
        <pc:picChg chg="del">
          <ac:chgData name="Cư, Lê Hoành" userId="8040f1d9-fc08-4340-919f-e31835b09669" providerId="ADAL" clId="{E6925CE3-7288-459F-A61A-926B9B87E3D0}" dt="2026-04-15T03:36:39.474" v="305" actId="478"/>
          <ac:picMkLst>
            <pc:docMk/>
            <pc:sldMk cId="1470409107" sldId="405"/>
            <ac:picMk id="7" creationId="{FAFC6A97-8EC3-68D0-E3CE-0A87A263B5B5}"/>
          </ac:picMkLst>
        </pc:picChg>
      </pc:sldChg>
      <pc:sldChg chg="addSp delSp modSp add mod modShow">
        <pc:chgData name="Cư, Lê Hoành" userId="8040f1d9-fc08-4340-919f-e31835b09669" providerId="ADAL" clId="{E6925CE3-7288-459F-A61A-926B9B87E3D0}" dt="2026-04-15T08:13:31.439" v="1128" actId="1076"/>
        <pc:sldMkLst>
          <pc:docMk/>
          <pc:sldMk cId="3166234594" sldId="406"/>
        </pc:sldMkLst>
        <pc:spChg chg="add mod">
          <ac:chgData name="Cư, Lê Hoành" userId="8040f1d9-fc08-4340-919f-e31835b09669" providerId="ADAL" clId="{E6925CE3-7288-459F-A61A-926B9B87E3D0}" dt="2026-04-15T08:13:31.439" v="1128" actId="1076"/>
          <ac:spMkLst>
            <pc:docMk/>
            <pc:sldMk cId="3166234594" sldId="406"/>
            <ac:spMk id="9" creationId="{E3F4AEA3-2317-0EA1-C30D-A5A9086E59AE}"/>
          </ac:spMkLst>
        </pc:spChg>
        <pc:picChg chg="add mod">
          <ac:chgData name="Cư, Lê Hoành" userId="8040f1d9-fc08-4340-919f-e31835b09669" providerId="ADAL" clId="{E6925CE3-7288-459F-A61A-926B9B87E3D0}" dt="2026-04-15T03:40:39.409" v="354" actId="1076"/>
          <ac:picMkLst>
            <pc:docMk/>
            <pc:sldMk cId="3166234594" sldId="406"/>
            <ac:picMk id="7" creationId="{76605CF5-18E2-22ED-C3EF-37B7CDD1DC4D}"/>
          </ac:picMkLst>
        </pc:picChg>
        <pc:picChg chg="del">
          <ac:chgData name="Cư, Lê Hoành" userId="8040f1d9-fc08-4340-919f-e31835b09669" providerId="ADAL" clId="{E6925CE3-7288-459F-A61A-926B9B87E3D0}" dt="2026-04-15T03:38:18.964" v="322" actId="478"/>
          <ac:picMkLst>
            <pc:docMk/>
            <pc:sldMk cId="3166234594" sldId="406"/>
            <ac:picMk id="8" creationId="{3A23AC59-23C8-385C-89DA-81E62C7E62F6}"/>
          </ac:picMkLst>
        </pc:picChg>
      </pc:sldChg>
      <pc:sldChg chg="addSp delSp modSp add mod modShow">
        <pc:chgData name="Cư, Lê Hoành" userId="8040f1d9-fc08-4340-919f-e31835b09669" providerId="ADAL" clId="{E6925CE3-7288-459F-A61A-926B9B87E3D0}" dt="2026-04-15T08:13:24.567" v="1126" actId="1076"/>
        <pc:sldMkLst>
          <pc:docMk/>
          <pc:sldMk cId="1362224304" sldId="407"/>
        </pc:sldMkLst>
        <pc:spChg chg="add mod">
          <ac:chgData name="Cư, Lê Hoành" userId="8040f1d9-fc08-4340-919f-e31835b09669" providerId="ADAL" clId="{E6925CE3-7288-459F-A61A-926B9B87E3D0}" dt="2026-04-15T08:13:24.567" v="1126" actId="1076"/>
          <ac:spMkLst>
            <pc:docMk/>
            <pc:sldMk cId="1362224304" sldId="407"/>
            <ac:spMk id="9" creationId="{993F392C-BC22-3606-C830-0C20667FE32D}"/>
          </ac:spMkLst>
        </pc:spChg>
        <pc:picChg chg="del">
          <ac:chgData name="Cư, Lê Hoành" userId="8040f1d9-fc08-4340-919f-e31835b09669" providerId="ADAL" clId="{E6925CE3-7288-459F-A61A-926B9B87E3D0}" dt="2026-04-15T03:40:48.135" v="356" actId="478"/>
          <ac:picMkLst>
            <pc:docMk/>
            <pc:sldMk cId="1362224304" sldId="407"/>
            <ac:picMk id="7" creationId="{5B837ADD-44F2-36B4-1AD9-267108BEF7E6}"/>
          </ac:picMkLst>
        </pc:picChg>
        <pc:picChg chg="add mod">
          <ac:chgData name="Cư, Lê Hoành" userId="8040f1d9-fc08-4340-919f-e31835b09669" providerId="ADAL" clId="{E6925CE3-7288-459F-A61A-926B9B87E3D0}" dt="2026-04-15T03:41:09.081" v="358" actId="1076"/>
          <ac:picMkLst>
            <pc:docMk/>
            <pc:sldMk cId="1362224304" sldId="407"/>
            <ac:picMk id="8" creationId="{3E148E9B-11CA-563F-61E3-F78A5F22EB5D}"/>
          </ac:picMkLst>
        </pc:picChg>
      </pc:sldChg>
      <pc:sldChg chg="addSp delSp modSp add mod modShow">
        <pc:chgData name="Cư, Lê Hoành" userId="8040f1d9-fc08-4340-919f-e31835b09669" providerId="ADAL" clId="{E6925CE3-7288-459F-A61A-926B9B87E3D0}" dt="2026-04-15T08:15:03.704" v="1146"/>
        <pc:sldMkLst>
          <pc:docMk/>
          <pc:sldMk cId="1969023569" sldId="408"/>
        </pc:sldMkLst>
        <pc:spChg chg="mod">
          <ac:chgData name="Cư, Lê Hoành" userId="8040f1d9-fc08-4340-919f-e31835b09669" providerId="ADAL" clId="{E6925CE3-7288-459F-A61A-926B9B87E3D0}" dt="2026-04-15T05:54:27.587" v="378" actId="20577"/>
          <ac:spMkLst>
            <pc:docMk/>
            <pc:sldMk cId="1969023569" sldId="408"/>
            <ac:spMk id="2" creationId="{76EFDFAF-AB09-F2A8-AAC4-27614DA75301}"/>
          </ac:spMkLst>
        </pc:spChg>
        <pc:spChg chg="add mod">
          <ac:chgData name="Cư, Lê Hoành" userId="8040f1d9-fc08-4340-919f-e31835b09669" providerId="ADAL" clId="{E6925CE3-7288-459F-A61A-926B9B87E3D0}" dt="2026-04-15T08:15:03.704" v="1146"/>
          <ac:spMkLst>
            <pc:docMk/>
            <pc:sldMk cId="1969023569" sldId="408"/>
            <ac:spMk id="9" creationId="{AA8FAE45-6F08-B20F-AE16-1C3AA2FBEC54}"/>
          </ac:spMkLst>
        </pc:spChg>
        <pc:picChg chg="del">
          <ac:chgData name="Cư, Lê Hoành" userId="8040f1d9-fc08-4340-919f-e31835b09669" providerId="ADAL" clId="{E6925CE3-7288-459F-A61A-926B9B87E3D0}" dt="2026-04-15T05:54:33.392" v="379" actId="478"/>
          <ac:picMkLst>
            <pc:docMk/>
            <pc:sldMk cId="1969023569" sldId="408"/>
            <ac:picMk id="7" creationId="{3DB4325B-D372-7983-7425-86CDC36EDA9A}"/>
          </ac:picMkLst>
        </pc:picChg>
        <pc:picChg chg="add mod">
          <ac:chgData name="Cư, Lê Hoành" userId="8040f1d9-fc08-4340-919f-e31835b09669" providerId="ADAL" clId="{E6925CE3-7288-459F-A61A-926B9B87E3D0}" dt="2026-04-15T05:55:23.013" v="386" actId="1076"/>
          <ac:picMkLst>
            <pc:docMk/>
            <pc:sldMk cId="1969023569" sldId="408"/>
            <ac:picMk id="8" creationId="{BCC69BA4-67BC-C1B2-4312-134D07BF4261}"/>
          </ac:picMkLst>
        </pc:picChg>
      </pc:sldChg>
      <pc:sldChg chg="addSp delSp modSp add mod modShow">
        <pc:chgData name="Cư, Lê Hoành" userId="8040f1d9-fc08-4340-919f-e31835b09669" providerId="ADAL" clId="{E6925CE3-7288-459F-A61A-926B9B87E3D0}" dt="2026-04-15T08:14:56.137" v="1145"/>
        <pc:sldMkLst>
          <pc:docMk/>
          <pc:sldMk cId="4021758181" sldId="409"/>
        </pc:sldMkLst>
        <pc:spChg chg="mod">
          <ac:chgData name="Cư, Lê Hoành" userId="8040f1d9-fc08-4340-919f-e31835b09669" providerId="ADAL" clId="{E6925CE3-7288-459F-A61A-926B9B87E3D0}" dt="2026-04-15T05:58:06.989" v="429" actId="20577"/>
          <ac:spMkLst>
            <pc:docMk/>
            <pc:sldMk cId="4021758181" sldId="409"/>
            <ac:spMk id="2" creationId="{8D6B7536-EE4F-205A-030A-6B34949A3765}"/>
          </ac:spMkLst>
        </pc:spChg>
        <pc:spChg chg="add mod">
          <ac:chgData name="Cư, Lê Hoành" userId="8040f1d9-fc08-4340-919f-e31835b09669" providerId="ADAL" clId="{E6925CE3-7288-459F-A61A-926B9B87E3D0}" dt="2026-04-15T08:14:56.137" v="1145"/>
          <ac:spMkLst>
            <pc:docMk/>
            <pc:sldMk cId="4021758181" sldId="409"/>
            <ac:spMk id="9" creationId="{A16E6617-0169-4FB8-AE79-47348A568AA3}"/>
          </ac:spMkLst>
        </pc:spChg>
        <pc:picChg chg="add mod">
          <ac:chgData name="Cư, Lê Hoành" userId="8040f1d9-fc08-4340-919f-e31835b09669" providerId="ADAL" clId="{E6925CE3-7288-459F-A61A-926B9B87E3D0}" dt="2026-04-15T05:56:27.654" v="395" actId="14100"/>
          <ac:picMkLst>
            <pc:docMk/>
            <pc:sldMk cId="4021758181" sldId="409"/>
            <ac:picMk id="7" creationId="{E54D02ED-5423-B943-72FC-325ECC8239AC}"/>
          </ac:picMkLst>
        </pc:picChg>
        <pc:picChg chg="del">
          <ac:chgData name="Cư, Lê Hoành" userId="8040f1d9-fc08-4340-919f-e31835b09669" providerId="ADAL" clId="{E6925CE3-7288-459F-A61A-926B9B87E3D0}" dt="2026-04-15T05:55:39.188" v="388" actId="478"/>
          <ac:picMkLst>
            <pc:docMk/>
            <pc:sldMk cId="4021758181" sldId="409"/>
            <ac:picMk id="8" creationId="{D54816DF-C4D1-917F-C5BE-F1459B41A30D}"/>
          </ac:picMkLst>
        </pc:picChg>
      </pc:sldChg>
      <pc:sldChg chg="addSp delSp modSp add mod modShow">
        <pc:chgData name="Cư, Lê Hoành" userId="8040f1d9-fc08-4340-919f-e31835b09669" providerId="ADAL" clId="{E6925CE3-7288-459F-A61A-926B9B87E3D0}" dt="2026-04-15T08:14:52.353" v="1144"/>
        <pc:sldMkLst>
          <pc:docMk/>
          <pc:sldMk cId="1160978286" sldId="410"/>
        </pc:sldMkLst>
        <pc:spChg chg="mod">
          <ac:chgData name="Cư, Lê Hoành" userId="8040f1d9-fc08-4340-919f-e31835b09669" providerId="ADAL" clId="{E6925CE3-7288-459F-A61A-926B9B87E3D0}" dt="2026-04-15T05:58:16.361" v="443" actId="20577"/>
          <ac:spMkLst>
            <pc:docMk/>
            <pc:sldMk cId="1160978286" sldId="410"/>
            <ac:spMk id="2" creationId="{DB7D5EF8-62B5-CEFF-6A76-F7FAF098C596}"/>
          </ac:spMkLst>
        </pc:spChg>
        <pc:spChg chg="add mod">
          <ac:chgData name="Cư, Lê Hoành" userId="8040f1d9-fc08-4340-919f-e31835b09669" providerId="ADAL" clId="{E6925CE3-7288-459F-A61A-926B9B87E3D0}" dt="2026-04-15T08:14:52.353" v="1144"/>
          <ac:spMkLst>
            <pc:docMk/>
            <pc:sldMk cId="1160978286" sldId="410"/>
            <ac:spMk id="9" creationId="{9E8EDDBC-2B57-B460-F44B-67AC51CFC89B}"/>
          </ac:spMkLst>
        </pc:spChg>
        <pc:picChg chg="del">
          <ac:chgData name="Cư, Lê Hoành" userId="8040f1d9-fc08-4340-919f-e31835b09669" providerId="ADAL" clId="{E6925CE3-7288-459F-A61A-926B9B87E3D0}" dt="2026-04-15T05:56:49.047" v="397" actId="478"/>
          <ac:picMkLst>
            <pc:docMk/>
            <pc:sldMk cId="1160978286" sldId="410"/>
            <ac:picMk id="7" creationId="{954BF460-B8AD-5ED1-DE87-6446A6B0AC60}"/>
          </ac:picMkLst>
        </pc:picChg>
        <pc:picChg chg="add mod">
          <ac:chgData name="Cư, Lê Hoành" userId="8040f1d9-fc08-4340-919f-e31835b09669" providerId="ADAL" clId="{E6925CE3-7288-459F-A61A-926B9B87E3D0}" dt="2026-04-15T06:56:11.355" v="614" actId="1036"/>
          <ac:picMkLst>
            <pc:docMk/>
            <pc:sldMk cId="1160978286" sldId="410"/>
            <ac:picMk id="8" creationId="{B876E94A-3ACF-9BBA-D9C5-599D687AC5FB}"/>
          </ac:picMkLst>
        </pc:picChg>
      </pc:sldChg>
      <pc:sldChg chg="add del">
        <pc:chgData name="Cư, Lê Hoành" userId="8040f1d9-fc08-4340-919f-e31835b09669" providerId="ADAL" clId="{E6925CE3-7288-459F-A61A-926B9B87E3D0}" dt="2026-04-15T08:13:57.081" v="1133" actId="2696"/>
        <pc:sldMkLst>
          <pc:docMk/>
          <pc:sldMk cId="1594146199" sldId="411"/>
        </pc:sldMkLst>
      </pc:sldChg>
      <pc:sldChg chg="addSp modSp add mod ord modShow">
        <pc:chgData name="Cư, Lê Hoành" userId="8040f1d9-fc08-4340-919f-e31835b09669" providerId="ADAL" clId="{E6925CE3-7288-459F-A61A-926B9B87E3D0}" dt="2026-04-15T08:14:04.382" v="1134"/>
        <pc:sldMkLst>
          <pc:docMk/>
          <pc:sldMk cId="3520592598" sldId="412"/>
        </pc:sldMkLst>
        <pc:spChg chg="mod">
          <ac:chgData name="Cư, Lê Hoành" userId="8040f1d9-fc08-4340-919f-e31835b09669" providerId="ADAL" clId="{E6925CE3-7288-459F-A61A-926B9B87E3D0}" dt="2026-04-15T06:06:14.235" v="574" actId="20577"/>
          <ac:spMkLst>
            <pc:docMk/>
            <pc:sldMk cId="3520592598" sldId="412"/>
            <ac:spMk id="2" creationId="{AD242C1D-DB57-7F3F-0A88-8572283D434A}"/>
          </ac:spMkLst>
        </pc:spChg>
        <pc:spChg chg="add mod">
          <ac:chgData name="Cư, Lê Hoành" userId="8040f1d9-fc08-4340-919f-e31835b09669" providerId="ADAL" clId="{E6925CE3-7288-459F-A61A-926B9B87E3D0}" dt="2026-04-15T08:14:04.382" v="1134"/>
          <ac:spMkLst>
            <pc:docMk/>
            <pc:sldMk cId="3520592598" sldId="412"/>
            <ac:spMk id="8" creationId="{9A04768F-E143-986F-5EA6-932D05E711C0}"/>
          </ac:spMkLst>
        </pc:spChg>
        <pc:picChg chg="add mod">
          <ac:chgData name="Cư, Lê Hoành" userId="8040f1d9-fc08-4340-919f-e31835b09669" providerId="ADAL" clId="{E6925CE3-7288-459F-A61A-926B9B87E3D0}" dt="2026-04-15T06:05:49.430" v="540" actId="1076"/>
          <ac:picMkLst>
            <pc:docMk/>
            <pc:sldMk cId="3520592598" sldId="412"/>
            <ac:picMk id="7" creationId="{0C3EF09D-6EFF-7A28-FEF3-8461096D93A2}"/>
          </ac:picMkLst>
        </pc:picChg>
      </pc:sldChg>
      <pc:sldChg chg="new del">
        <pc:chgData name="Cư, Lê Hoành" userId="8040f1d9-fc08-4340-919f-e31835b09669" providerId="ADAL" clId="{E6925CE3-7288-459F-A61A-926B9B87E3D0}" dt="2026-04-15T07:00:26.684" v="623" actId="2696"/>
        <pc:sldMkLst>
          <pc:docMk/>
          <pc:sldMk cId="1285725401" sldId="413"/>
        </pc:sldMkLst>
      </pc:sldChg>
      <pc:sldChg chg="addSp modSp add mod">
        <pc:chgData name="Cư, Lê Hoành" userId="8040f1d9-fc08-4340-919f-e31835b09669" providerId="ADAL" clId="{E6925CE3-7288-459F-A61A-926B9B87E3D0}" dt="2026-04-15T08:23:07.832" v="1149"/>
        <pc:sldMkLst>
          <pc:docMk/>
          <pc:sldMk cId="2956637156" sldId="414"/>
        </pc:sldMkLst>
        <pc:spChg chg="add mod">
          <ac:chgData name="Cư, Lê Hoành" userId="8040f1d9-fc08-4340-919f-e31835b09669" providerId="ADAL" clId="{E6925CE3-7288-459F-A61A-926B9B87E3D0}" dt="2026-04-15T07:43:32.318" v="728" actId="1076"/>
          <ac:spMkLst>
            <pc:docMk/>
            <pc:sldMk cId="2956637156" sldId="414"/>
            <ac:spMk id="2" creationId="{5EF16A3E-6021-15A9-7001-D66F5986899E}"/>
          </ac:spMkLst>
        </pc:spChg>
        <pc:spChg chg="mod">
          <ac:chgData name="Cư, Lê Hoành" userId="8040f1d9-fc08-4340-919f-e31835b09669" providerId="ADAL" clId="{E6925CE3-7288-459F-A61A-926B9B87E3D0}" dt="2026-04-15T07:36:05.787" v="683" actId="1076"/>
          <ac:spMkLst>
            <pc:docMk/>
            <pc:sldMk cId="2956637156" sldId="414"/>
            <ac:spMk id="8" creationId="{2D011FCE-E431-79D0-1FD7-B925794AEA15}"/>
          </ac:spMkLst>
        </pc:spChg>
        <pc:graphicFrameChg chg="add mod">
          <ac:chgData name="Cư, Lê Hoành" userId="8040f1d9-fc08-4340-919f-e31835b09669" providerId="ADAL" clId="{E6925CE3-7288-459F-A61A-926B9B87E3D0}" dt="2026-04-15T08:23:07.832" v="1149"/>
          <ac:graphicFrameMkLst>
            <pc:docMk/>
            <pc:sldMk cId="2956637156" sldId="414"/>
            <ac:graphicFrameMk id="3" creationId="{59DE3F01-6805-2E25-572A-5BF1DE162AE5}"/>
          </ac:graphicFrameMkLst>
        </pc:graphicFrameChg>
        <pc:picChg chg="mod">
          <ac:chgData name="Cư, Lê Hoành" userId="8040f1d9-fc08-4340-919f-e31835b09669" providerId="ADAL" clId="{E6925CE3-7288-459F-A61A-926B9B87E3D0}" dt="2026-04-15T07:36:00.042" v="682" actId="1036"/>
          <ac:picMkLst>
            <pc:docMk/>
            <pc:sldMk cId="2956637156" sldId="414"/>
            <ac:picMk id="7" creationId="{AEF4312B-3E6E-7F65-4AF3-9E868E73FB91}"/>
          </ac:picMkLst>
        </pc:picChg>
      </pc:sldChg>
      <pc:sldChg chg="addSp modSp add mod">
        <pc:chgData name="Cư, Lê Hoành" userId="8040f1d9-fc08-4340-919f-e31835b09669" providerId="ADAL" clId="{E6925CE3-7288-459F-A61A-926B9B87E3D0}" dt="2026-04-15T07:42:44.113" v="725" actId="1076"/>
        <pc:sldMkLst>
          <pc:docMk/>
          <pc:sldMk cId="2093787679" sldId="415"/>
        </pc:sldMkLst>
        <pc:spChg chg="add mod">
          <ac:chgData name="Cư, Lê Hoành" userId="8040f1d9-fc08-4340-919f-e31835b09669" providerId="ADAL" clId="{E6925CE3-7288-459F-A61A-926B9B87E3D0}" dt="2026-04-15T07:42:44.113" v="725" actId="1076"/>
          <ac:spMkLst>
            <pc:docMk/>
            <pc:sldMk cId="2093787679" sldId="415"/>
            <ac:spMk id="6" creationId="{0D8545D6-79FB-77F6-DA66-C2C2B513D69B}"/>
          </ac:spMkLst>
        </pc:spChg>
        <pc:picChg chg="add mod">
          <ac:chgData name="Cư, Lê Hoành" userId="8040f1d9-fc08-4340-919f-e31835b09669" providerId="ADAL" clId="{E6925CE3-7288-459F-A61A-926B9B87E3D0}" dt="2026-04-15T07:34:44.437" v="636"/>
          <ac:picMkLst>
            <pc:docMk/>
            <pc:sldMk cId="2093787679" sldId="415"/>
            <ac:picMk id="3" creationId="{3B0BBD52-5679-DC59-4BBB-048CDA1D0A57}"/>
          </ac:picMkLst>
        </pc:picChg>
        <pc:picChg chg="add mod">
          <ac:chgData name="Cư, Lê Hoành" userId="8040f1d9-fc08-4340-919f-e31835b09669" providerId="ADAL" clId="{E6925CE3-7288-459F-A61A-926B9B87E3D0}" dt="2026-04-15T07:34:47.396" v="637"/>
          <ac:picMkLst>
            <pc:docMk/>
            <pc:sldMk cId="2093787679" sldId="415"/>
            <ac:picMk id="4" creationId="{74C443F7-CC8F-ECCD-BB46-7920B72B2EA3}"/>
          </ac:picMkLst>
        </pc:picChg>
        <pc:picChg chg="add mod">
          <ac:chgData name="Cư, Lê Hoành" userId="8040f1d9-fc08-4340-919f-e31835b09669" providerId="ADAL" clId="{E6925CE3-7288-459F-A61A-926B9B87E3D0}" dt="2026-04-15T07:34:51.047" v="638"/>
          <ac:picMkLst>
            <pc:docMk/>
            <pc:sldMk cId="2093787679" sldId="415"/>
            <ac:picMk id="5" creationId="{8DFC7756-44B0-1CB2-77FF-4F298C2B3ED7}"/>
          </ac:picMkLst>
        </pc:picChg>
        <pc:picChg chg="mod">
          <ac:chgData name="Cư, Lê Hoành" userId="8040f1d9-fc08-4340-919f-e31835b09669" providerId="ADAL" clId="{E6925CE3-7288-459F-A61A-926B9B87E3D0}" dt="2026-04-15T07:36:16.704" v="685" actId="1076"/>
          <ac:picMkLst>
            <pc:docMk/>
            <pc:sldMk cId="2093787679" sldId="415"/>
            <ac:picMk id="8" creationId="{12175A79-A178-0454-0072-ECC30B87470F}"/>
          </ac:picMkLst>
        </pc:picChg>
      </pc:sldChg>
      <pc:sldChg chg="addSp delSp modSp add mod">
        <pc:chgData name="Cư, Lê Hoành" userId="8040f1d9-fc08-4340-919f-e31835b09669" providerId="ADAL" clId="{E6925CE3-7288-459F-A61A-926B9B87E3D0}" dt="2026-04-15T08:05:15.105" v="1045" actId="22"/>
        <pc:sldMkLst>
          <pc:docMk/>
          <pc:sldMk cId="1290020758" sldId="416"/>
        </pc:sldMkLst>
        <pc:spChg chg="mod">
          <ac:chgData name="Cư, Lê Hoành" userId="8040f1d9-fc08-4340-919f-e31835b09669" providerId="ADAL" clId="{E6925CE3-7288-459F-A61A-926B9B87E3D0}" dt="2026-04-15T07:35:16.761" v="643" actId="20577"/>
          <ac:spMkLst>
            <pc:docMk/>
            <pc:sldMk cId="1290020758" sldId="416"/>
            <ac:spMk id="2" creationId="{AD8DE100-9876-936A-DC66-6998028AF4E7}"/>
          </ac:spMkLst>
        </pc:spChg>
        <pc:spChg chg="add mod">
          <ac:chgData name="Cư, Lê Hoành" userId="8040f1d9-fc08-4340-919f-e31835b09669" providerId="ADAL" clId="{E6925CE3-7288-459F-A61A-926B9B87E3D0}" dt="2026-04-15T07:42:48.909" v="726" actId="1076"/>
          <ac:spMkLst>
            <pc:docMk/>
            <pc:sldMk cId="1290020758" sldId="416"/>
            <ac:spMk id="5" creationId="{2F138C5F-0C7C-7214-1ED0-F7652B4EFD25}"/>
          </ac:spMkLst>
        </pc:spChg>
        <pc:picChg chg="add">
          <ac:chgData name="Cư, Lê Hoành" userId="8040f1d9-fc08-4340-919f-e31835b09669" providerId="ADAL" clId="{E6925CE3-7288-459F-A61A-926B9B87E3D0}" dt="2026-04-15T07:35:12.454" v="641" actId="22"/>
          <ac:picMkLst>
            <pc:docMk/>
            <pc:sldMk cId="1290020758" sldId="416"/>
            <ac:picMk id="4" creationId="{8CA05E21-1800-6353-CAC4-0AE792427760}"/>
          </ac:picMkLst>
        </pc:picChg>
        <pc:picChg chg="add del">
          <ac:chgData name="Cư, Lê Hoành" userId="8040f1d9-fc08-4340-919f-e31835b09669" providerId="ADAL" clId="{E6925CE3-7288-459F-A61A-926B9B87E3D0}" dt="2026-04-15T08:05:15.105" v="1045" actId="22"/>
          <ac:picMkLst>
            <pc:docMk/>
            <pc:sldMk cId="1290020758" sldId="416"/>
            <ac:picMk id="7" creationId="{E86CF7C6-6B14-8890-9F70-0B5AE1EC4126}"/>
          </ac:picMkLst>
        </pc:picChg>
        <pc:picChg chg="del">
          <ac:chgData name="Cư, Lê Hoành" userId="8040f1d9-fc08-4340-919f-e31835b09669" providerId="ADAL" clId="{E6925CE3-7288-459F-A61A-926B9B87E3D0}" dt="2026-04-15T07:35:02.778" v="640" actId="478"/>
          <ac:picMkLst>
            <pc:docMk/>
            <pc:sldMk cId="1290020758" sldId="416"/>
            <ac:picMk id="8" creationId="{48619923-9ADC-0566-5BF5-BDBF955F39D2}"/>
          </ac:picMkLst>
        </pc:picChg>
      </pc:sldChg>
      <pc:sldChg chg="new del">
        <pc:chgData name="Cư, Lê Hoành" userId="8040f1d9-fc08-4340-919f-e31835b09669" providerId="ADAL" clId="{E6925CE3-7288-459F-A61A-926B9B87E3D0}" dt="2026-04-15T07:51:16.843" v="800" actId="2696"/>
        <pc:sldMkLst>
          <pc:docMk/>
          <pc:sldMk cId="800023703" sldId="417"/>
        </pc:sldMkLst>
      </pc:sldChg>
      <pc:sldChg chg="addSp delSp modSp add mod ord">
        <pc:chgData name="Cư, Lê Hoành" userId="8040f1d9-fc08-4340-919f-e31835b09669" providerId="ADAL" clId="{E6925CE3-7288-459F-A61A-926B9B87E3D0}" dt="2026-04-15T07:57:36.921" v="860" actId="14100"/>
        <pc:sldMkLst>
          <pc:docMk/>
          <pc:sldMk cId="933782618" sldId="418"/>
        </pc:sldMkLst>
        <pc:spChg chg="mod">
          <ac:chgData name="Cư, Lê Hoành" userId="8040f1d9-fc08-4340-919f-e31835b09669" providerId="ADAL" clId="{E6925CE3-7288-459F-A61A-926B9B87E3D0}" dt="2026-04-15T07:56:48.644" v="821" actId="403"/>
          <ac:spMkLst>
            <pc:docMk/>
            <pc:sldMk cId="933782618" sldId="418"/>
            <ac:spMk id="2" creationId="{35B818FE-5477-466C-3262-AE9C1A22FCC6}"/>
          </ac:spMkLst>
        </pc:spChg>
        <pc:spChg chg="mod">
          <ac:chgData name="Cư, Lê Hoành" userId="8040f1d9-fc08-4340-919f-e31835b09669" providerId="ADAL" clId="{E6925CE3-7288-459F-A61A-926B9B87E3D0}" dt="2026-04-15T07:57:15.046" v="826" actId="1076"/>
          <ac:spMkLst>
            <pc:docMk/>
            <pc:sldMk cId="933782618" sldId="418"/>
            <ac:spMk id="13" creationId="{30092647-319A-212F-BE8B-A47A53D730D2}"/>
          </ac:spMkLst>
        </pc:spChg>
        <pc:picChg chg="del">
          <ac:chgData name="Cư, Lê Hoành" userId="8040f1d9-fc08-4340-919f-e31835b09669" providerId="ADAL" clId="{E6925CE3-7288-459F-A61A-926B9B87E3D0}" dt="2026-04-15T07:51:26.933" v="803" actId="478"/>
          <ac:picMkLst>
            <pc:docMk/>
            <pc:sldMk cId="933782618" sldId="418"/>
            <ac:picMk id="7" creationId="{AA011740-2188-89BE-1F1C-77C47871AB93}"/>
          </ac:picMkLst>
        </pc:picChg>
        <pc:picChg chg="add del">
          <ac:chgData name="Cư, Lê Hoành" userId="8040f1d9-fc08-4340-919f-e31835b09669" providerId="ADAL" clId="{E6925CE3-7288-459F-A61A-926B9B87E3D0}" dt="2026-04-15T07:51:59.226" v="805" actId="22"/>
          <ac:picMkLst>
            <pc:docMk/>
            <pc:sldMk cId="933782618" sldId="418"/>
            <ac:picMk id="8" creationId="{8709B8A2-A8CB-B872-2B50-795D4F2720A8}"/>
          </ac:picMkLst>
        </pc:picChg>
        <pc:picChg chg="add mod">
          <ac:chgData name="Cư, Lê Hoành" userId="8040f1d9-fc08-4340-919f-e31835b09669" providerId="ADAL" clId="{E6925CE3-7288-459F-A61A-926B9B87E3D0}" dt="2026-04-15T07:57:36.921" v="860" actId="14100"/>
          <ac:picMkLst>
            <pc:docMk/>
            <pc:sldMk cId="933782618" sldId="418"/>
            <ac:picMk id="9" creationId="{03AF1B88-EC41-249F-7831-19EB30337EE9}"/>
          </ac:picMkLst>
        </pc:picChg>
      </pc:sldChg>
      <pc:sldChg chg="addSp delSp modSp add mod">
        <pc:chgData name="Cư, Lê Hoành" userId="8040f1d9-fc08-4340-919f-e31835b09669" providerId="ADAL" clId="{E6925CE3-7288-459F-A61A-926B9B87E3D0}" dt="2026-04-15T08:47:32.139" v="1230" actId="20577"/>
        <pc:sldMkLst>
          <pc:docMk/>
          <pc:sldMk cId="3993199838" sldId="9493"/>
        </pc:sldMkLst>
        <pc:spChg chg="add del mod">
          <ac:chgData name="Cư, Lê Hoành" userId="8040f1d9-fc08-4340-919f-e31835b09669" providerId="ADAL" clId="{E6925CE3-7288-459F-A61A-926B9B87E3D0}" dt="2026-04-15T08:01:19.102" v="1035" actId="1036"/>
          <ac:spMkLst>
            <pc:docMk/>
            <pc:sldMk cId="3993199838" sldId="9493"/>
            <ac:spMk id="5" creationId="{52A721C2-6CD9-B64D-0882-DFD13783A79E}"/>
          </ac:spMkLst>
        </pc:spChg>
        <pc:spChg chg="mod">
          <ac:chgData name="Cư, Lê Hoành" userId="8040f1d9-fc08-4340-919f-e31835b09669" providerId="ADAL" clId="{E6925CE3-7288-459F-A61A-926B9B87E3D0}" dt="2026-04-15T07:59:11.397" v="909" actId="20577"/>
          <ac:spMkLst>
            <pc:docMk/>
            <pc:sldMk cId="3993199838" sldId="9493"/>
            <ac:spMk id="11" creationId="{262436CF-36B0-3961-D950-B20813BF45A0}"/>
          </ac:spMkLst>
        </pc:spChg>
        <pc:spChg chg="mod">
          <ac:chgData name="Cư, Lê Hoành" userId="8040f1d9-fc08-4340-919f-e31835b09669" providerId="ADAL" clId="{E6925CE3-7288-459F-A61A-926B9B87E3D0}" dt="2026-04-15T07:59:56.475" v="953" actId="20577"/>
          <ac:spMkLst>
            <pc:docMk/>
            <pc:sldMk cId="3993199838" sldId="9493"/>
            <ac:spMk id="13" creationId="{71253E3E-E9A5-F27D-98D1-0777DE6BA6CA}"/>
          </ac:spMkLst>
        </pc:spChg>
        <pc:spChg chg="mod">
          <ac:chgData name="Cư, Lê Hoành" userId="8040f1d9-fc08-4340-919f-e31835b09669" providerId="ADAL" clId="{E6925CE3-7288-459F-A61A-926B9B87E3D0}" dt="2026-04-15T08:01:59.652" v="1043" actId="20577"/>
          <ac:spMkLst>
            <pc:docMk/>
            <pc:sldMk cId="3993199838" sldId="9493"/>
            <ac:spMk id="17" creationId="{02808C39-EB73-9AF1-BD1A-0F43914A78FC}"/>
          </ac:spMkLst>
        </pc:spChg>
        <pc:spChg chg="mod">
          <ac:chgData name="Cư, Lê Hoành" userId="8040f1d9-fc08-4340-919f-e31835b09669" providerId="ADAL" clId="{E6925CE3-7288-459F-A61A-926B9B87E3D0}" dt="2026-04-15T08:47:32.139" v="1230" actId="20577"/>
          <ac:spMkLst>
            <pc:docMk/>
            <pc:sldMk cId="3993199838" sldId="9493"/>
            <ac:spMk id="19" creationId="{15CB23C4-2C74-0F16-F8B8-F4538CD79078}"/>
          </ac:spMkLst>
        </pc:spChg>
        <pc:spChg chg="mod">
          <ac:chgData name="Cư, Lê Hoành" userId="8040f1d9-fc08-4340-919f-e31835b09669" providerId="ADAL" clId="{E6925CE3-7288-459F-A61A-926B9B87E3D0}" dt="2026-04-15T08:43:30.949" v="1196" actId="20577"/>
          <ac:spMkLst>
            <pc:docMk/>
            <pc:sldMk cId="3993199838" sldId="9493"/>
            <ac:spMk id="25" creationId="{3E46F97C-B0C5-3E56-BAC7-52C32868FEB4}"/>
          </ac:spMkLst>
        </pc:spChg>
        <pc:grpChg chg="del">
          <ac:chgData name="Cư, Lê Hoành" userId="8040f1d9-fc08-4340-919f-e31835b09669" providerId="ADAL" clId="{E6925CE3-7288-459F-A61A-926B9B87E3D0}" dt="2026-04-15T08:43:35.311" v="1197" actId="478"/>
          <ac:grpSpMkLst>
            <pc:docMk/>
            <pc:sldMk cId="3993199838" sldId="9493"/>
            <ac:grpSpMk id="16" creationId="{65B0C3F2-6B1C-18F6-9A23-CAC930A92644}"/>
          </ac:grpSpMkLst>
        </pc:grpChg>
      </pc:sldChg>
      <pc:sldChg chg="addSp delSp modSp add mod">
        <pc:chgData name="Cư, Lê Hoành" userId="8040f1d9-fc08-4340-919f-e31835b09669" providerId="ADAL" clId="{E6925CE3-7288-459F-A61A-926B9B87E3D0}" dt="2026-04-15T08:06:10.374" v="1086" actId="1076"/>
        <pc:sldMkLst>
          <pc:docMk/>
          <pc:sldMk cId="495584503" sldId="9494"/>
        </pc:sldMkLst>
        <pc:spChg chg="mod">
          <ac:chgData name="Cư, Lê Hoành" userId="8040f1d9-fc08-4340-919f-e31835b09669" providerId="ADAL" clId="{E6925CE3-7288-459F-A61A-926B9B87E3D0}" dt="2026-04-15T08:05:46.257" v="1083" actId="20577"/>
          <ac:spMkLst>
            <pc:docMk/>
            <pc:sldMk cId="495584503" sldId="9494"/>
            <ac:spMk id="2" creationId="{CA792149-00A9-C943-E128-507EB65D32FC}"/>
          </ac:spMkLst>
        </pc:spChg>
        <pc:picChg chg="del">
          <ac:chgData name="Cư, Lê Hoành" userId="8040f1d9-fc08-4340-919f-e31835b09669" providerId="ADAL" clId="{E6925CE3-7288-459F-A61A-926B9B87E3D0}" dt="2026-04-15T08:05:20.905" v="1047" actId="478"/>
          <ac:picMkLst>
            <pc:docMk/>
            <pc:sldMk cId="495584503" sldId="9494"/>
            <ac:picMk id="4" creationId="{63750271-7D6C-CFB7-8563-61C3BD04FF8A}"/>
          </ac:picMkLst>
        </pc:picChg>
        <pc:picChg chg="add mod">
          <ac:chgData name="Cư, Lê Hoành" userId="8040f1d9-fc08-4340-919f-e31835b09669" providerId="ADAL" clId="{E6925CE3-7288-459F-A61A-926B9B87E3D0}" dt="2026-04-15T08:06:10.374" v="1086" actId="1076"/>
          <ac:picMkLst>
            <pc:docMk/>
            <pc:sldMk cId="495584503" sldId="9494"/>
            <ac:picMk id="6" creationId="{FEAFF61E-911D-7897-9EB7-CEF21649B7E0}"/>
          </ac:picMkLst>
        </pc:picChg>
      </pc:sldChg>
      <pc:sldChg chg="addSp delSp modSp add mod">
        <pc:chgData name="Cư, Lê Hoành" userId="8040f1d9-fc08-4340-919f-e31835b09669" providerId="ADAL" clId="{E6925CE3-7288-459F-A61A-926B9B87E3D0}" dt="2026-04-15T09:23:19.553" v="1232"/>
        <pc:sldMkLst>
          <pc:docMk/>
          <pc:sldMk cId="1404492299" sldId="9495"/>
        </pc:sldMkLst>
        <pc:spChg chg="mod">
          <ac:chgData name="Cư, Lê Hoành" userId="8040f1d9-fc08-4340-919f-e31835b09669" providerId="ADAL" clId="{E6925CE3-7288-459F-A61A-926B9B87E3D0}" dt="2026-04-15T08:23:52.198" v="1178" actId="20577"/>
          <ac:spMkLst>
            <pc:docMk/>
            <pc:sldMk cId="1404492299" sldId="9495"/>
            <ac:spMk id="8" creationId="{304D2EE6-1EEC-5AFD-430B-66D727DF38E0}"/>
          </ac:spMkLst>
        </pc:spChg>
        <pc:spChg chg="add mod">
          <ac:chgData name="Cư, Lê Hoành" userId="8040f1d9-fc08-4340-919f-e31835b09669" providerId="ADAL" clId="{E6925CE3-7288-459F-A61A-926B9B87E3D0}" dt="2026-04-15T08:31:41.247" v="1193" actId="1076"/>
          <ac:spMkLst>
            <pc:docMk/>
            <pc:sldMk cId="1404492299" sldId="9495"/>
            <ac:spMk id="9" creationId="{FC208186-479E-8F23-A8A8-648B5C10084E}"/>
          </ac:spMkLst>
        </pc:spChg>
        <pc:graphicFrameChg chg="add mod">
          <ac:chgData name="Cư, Lê Hoành" userId="8040f1d9-fc08-4340-919f-e31835b09669" providerId="ADAL" clId="{E6925CE3-7288-459F-A61A-926B9B87E3D0}" dt="2026-04-15T08:24:15.033" v="1179"/>
          <ac:graphicFrameMkLst>
            <pc:docMk/>
            <pc:sldMk cId="1404492299" sldId="9495"/>
            <ac:graphicFrameMk id="3" creationId="{03CF219B-A62C-1178-727C-349B48BA5FAA}"/>
          </ac:graphicFrameMkLst>
        </pc:graphicFrameChg>
        <pc:graphicFrameChg chg="add del mod modGraphic">
          <ac:chgData name="Cư, Lê Hoành" userId="8040f1d9-fc08-4340-919f-e31835b09669" providerId="ADAL" clId="{E6925CE3-7288-459F-A61A-926B9B87E3D0}" dt="2026-04-15T08:24:55.222" v="1184" actId="478"/>
          <ac:graphicFrameMkLst>
            <pc:docMk/>
            <pc:sldMk cId="1404492299" sldId="9495"/>
            <ac:graphicFrameMk id="4" creationId="{A6A21343-7405-01A5-7728-0F15BAC3DB07}"/>
          </ac:graphicFrameMkLst>
        </pc:graphicFrameChg>
        <pc:graphicFrameChg chg="mod">
          <ac:chgData name="Cư, Lê Hoành" userId="8040f1d9-fc08-4340-919f-e31835b09669" providerId="ADAL" clId="{E6925CE3-7288-459F-A61A-926B9B87E3D0}" dt="2026-04-15T09:23:19.553" v="1232"/>
          <ac:graphicFrameMkLst>
            <pc:docMk/>
            <pc:sldMk cId="1404492299" sldId="9495"/>
            <ac:graphicFrameMk id="5" creationId="{D37B6EDE-36E2-CA69-FC8F-BEAFE2AAEA3F}"/>
          </ac:graphicFrameMkLst>
        </pc:graphicFrameChg>
        <pc:picChg chg="del">
          <ac:chgData name="Cư, Lê Hoành" userId="8040f1d9-fc08-4340-919f-e31835b09669" providerId="ADAL" clId="{E6925CE3-7288-459F-A61A-926B9B87E3D0}" dt="2026-04-15T08:23:16.105" v="1151" actId="478"/>
          <ac:picMkLst>
            <pc:docMk/>
            <pc:sldMk cId="1404492299" sldId="9495"/>
            <ac:picMk id="7" creationId="{C98B6C3F-72C9-C814-593D-B51656495BBC}"/>
          </ac:picMkLst>
        </pc:picChg>
      </pc:sldChg>
      <pc:sldChg chg="modSp add mod">
        <pc:chgData name="Cư, Lê Hoành" userId="8040f1d9-fc08-4340-919f-e31835b09669" providerId="ADAL" clId="{E6925CE3-7288-459F-A61A-926B9B87E3D0}" dt="2026-04-15T08:45:55.507" v="1204" actId="14100"/>
        <pc:sldMkLst>
          <pc:docMk/>
          <pc:sldMk cId="3204800986" sldId="9496"/>
        </pc:sldMkLst>
        <pc:graphicFrameChg chg="mod">
          <ac:chgData name="Cư, Lê Hoành" userId="8040f1d9-fc08-4340-919f-e31835b09669" providerId="ADAL" clId="{E6925CE3-7288-459F-A61A-926B9B87E3D0}" dt="2026-04-15T08:45:55.507" v="1204" actId="14100"/>
          <ac:graphicFrameMkLst>
            <pc:docMk/>
            <pc:sldMk cId="3204800986" sldId="9496"/>
            <ac:graphicFrameMk id="2" creationId="{00000000-0000-0000-0000-000000000000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5.xml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6.xm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7.xm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8.xml"/><Relationship Id="rId2" Type="http://schemas.microsoft.com/office/2011/relationships/chartColorStyle" Target="colors8.xml"/><Relationship Id="rId1" Type="http://schemas.microsoft.com/office/2011/relationships/chartStyle" Target="style8.xml"/><Relationship Id="rId4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1.9361937535368107E-2"/>
          <c:y val="0.18563132363277546"/>
          <c:w val="0.96127612492926384"/>
          <c:h val="0.6738977408545302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'Vẽ-Phương'!$A$4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2E7E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7650963815168285E-3"/>
                  <c:y val="0.11307773609887571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3312-499F-AD5E-049707D264C7}"/>
                </c:ext>
              </c:extLst>
            </c:dLbl>
            <c:dLbl>
              <c:idx val="3"/>
              <c:layout>
                <c:manualLayout>
                  <c:x val="-5.7650963815168285E-3"/>
                  <c:y val="-3.325815767613991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312-499F-AD5E-049707D264C7}"/>
                </c:ext>
              </c:extLst>
            </c:dLbl>
            <c:dLbl>
              <c:idx val="5"/>
              <c:layout>
                <c:manualLayout>
                  <c:x val="-1.9216987938390133E-3"/>
                  <c:y val="5.321305228182386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5824-47B1-BB6A-6725878C706C}"/>
                </c:ext>
              </c:extLst>
            </c:dLbl>
            <c:dLbl>
              <c:idx val="6"/>
              <c:layout>
                <c:manualLayout>
                  <c:x val="-5.7650963815168987E-3"/>
                  <c:y val="-5.321305228182386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5824-47B1-BB6A-6725878C706C}"/>
                </c:ext>
              </c:extLst>
            </c:dLbl>
            <c:dLbl>
              <c:idx val="7"/>
              <c:layout>
                <c:manualLayout>
                  <c:x val="0"/>
                  <c:y val="1.330326307045596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312-499F-AD5E-049707D264C7}"/>
                </c:ext>
              </c:extLst>
            </c:dLbl>
            <c:dLbl>
              <c:idx val="9"/>
              <c:layout>
                <c:manualLayout>
                  <c:x val="-1.9216987938390838E-3"/>
                  <c:y val="2.660652614091193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C057-42EB-BE4F-B551D3AA027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'Vẽ-Phương'!$B$3:$M$3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'Vẽ-Phương'!$B$4:$M$4</c:f>
              <c:numCache>
                <c:formatCode>_(* #,##0,,,_);_(* \(#,##0,,,\);_(* "-"??_);_(@_)</c:formatCode>
                <c:ptCount val="12"/>
                <c:pt idx="0">
                  <c:v>114462510402</c:v>
                </c:pt>
                <c:pt idx="1">
                  <c:v>187999461059</c:v>
                </c:pt>
                <c:pt idx="2">
                  <c:v>150253332680</c:v>
                </c:pt>
                <c:pt idx="3">
                  <c:v>125429649855</c:v>
                </c:pt>
                <c:pt idx="4">
                  <c:v>152067142852</c:v>
                </c:pt>
                <c:pt idx="5">
                  <c:v>119134672797</c:v>
                </c:pt>
                <c:pt idx="6">
                  <c:v>137991406898</c:v>
                </c:pt>
                <c:pt idx="7">
                  <c:v>168442653383</c:v>
                </c:pt>
                <c:pt idx="8">
                  <c:v>84710435067</c:v>
                </c:pt>
                <c:pt idx="9">
                  <c:v>108928556660</c:v>
                </c:pt>
                <c:pt idx="10">
                  <c:v>88347880802</c:v>
                </c:pt>
                <c:pt idx="11">
                  <c:v>99758121581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E7F-465E-B3B0-F50084385C9C}"/>
            </c:ext>
          </c:extLst>
        </c:ser>
        <c:ser>
          <c:idx val="1"/>
          <c:order val="1"/>
          <c:tx>
            <c:strRef>
              <c:f>'Vẽ-Phương'!$A$5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74E9AD"/>
            </a:solidFill>
            <a:ln>
              <a:noFill/>
            </a:ln>
            <a:effectLst/>
          </c:spPr>
          <c:invertIfNegative val="0"/>
          <c:dPt>
            <c:idx val="5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5E0B-47D6-BAFD-C9F83DD2DA56}"/>
              </c:ext>
            </c:extLst>
          </c:dPt>
          <c:dPt>
            <c:idx val="6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5E0B-47D6-BAFD-C9F83DD2DA56}"/>
              </c:ext>
            </c:extLst>
          </c:dPt>
          <c:dPt>
            <c:idx val="7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5E0B-47D6-BAFD-C9F83DD2DA56}"/>
              </c:ext>
            </c:extLst>
          </c:dPt>
          <c:dPt>
            <c:idx val="8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5E0B-47D6-BAFD-C9F83DD2DA56}"/>
              </c:ext>
            </c:extLst>
          </c:dPt>
          <c:dPt>
            <c:idx val="9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5E0B-47D6-BAFD-C9F83DD2DA56}"/>
              </c:ext>
            </c:extLst>
          </c:dPt>
          <c:dPt>
            <c:idx val="10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5E0B-47D6-BAFD-C9F83DD2DA56}"/>
              </c:ext>
            </c:extLst>
          </c:dPt>
          <c:dPt>
            <c:idx val="11"/>
            <c:invertIfNegative val="0"/>
            <c:bubble3D val="0"/>
            <c:spPr>
              <a:solidFill>
                <a:srgbClr val="CAF6D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5E0B-47D6-BAFD-C9F83DD2DA56}"/>
              </c:ext>
            </c:extLst>
          </c:dPt>
          <c:dLbls>
            <c:dLbl>
              <c:idx val="0"/>
              <c:layout>
                <c:manualLayout>
                  <c:x val="-8.8076843913068113E-18"/>
                  <c:y val="-1.995489460568395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4CE2-4E98-888D-9609E0A6AFBE}"/>
                </c:ext>
              </c:extLst>
            </c:dLbl>
            <c:dLbl>
              <c:idx val="1"/>
              <c:layout>
                <c:manualLayout>
                  <c:x val="0"/>
                  <c:y val="1.995489460568395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4CE2-4E98-888D-9609E0A6AFBE}"/>
                </c:ext>
              </c:extLst>
            </c:dLbl>
            <c:dLbl>
              <c:idx val="3"/>
              <c:layout>
                <c:manualLayout>
                  <c:x val="-1.9216987938389428E-3"/>
                  <c:y val="0.11307773609887571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3A8-4656-84F3-1B87E60153DB}"/>
                </c:ext>
              </c:extLst>
            </c:dLbl>
            <c:dLbl>
              <c:idx val="4"/>
              <c:layout>
                <c:manualLayout>
                  <c:x val="0"/>
                  <c:y val="6.651631535227983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3312-499F-AD5E-049707D264C7}"/>
                </c:ext>
              </c:extLst>
            </c:dLbl>
            <c:dLbl>
              <c:idx val="6"/>
              <c:layout>
                <c:manualLayout>
                  <c:x val="0"/>
                  <c:y val="1.995489460568382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E0B-47D6-BAFD-C9F83DD2DA56}"/>
                </c:ext>
              </c:extLst>
            </c:dLbl>
            <c:dLbl>
              <c:idx val="7"/>
              <c:layout>
                <c:manualLayout>
                  <c:x val="1.7295289144550415E-2"/>
                  <c:y val="6.6516315352280137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E0B-47D6-BAFD-C9F83DD2DA56}"/>
                </c:ext>
              </c:extLst>
            </c:dLbl>
            <c:dLbl>
              <c:idx val="8"/>
              <c:layout>
                <c:manualLayout>
                  <c:x val="5.7650963815168285E-3"/>
                  <c:y val="1.330326307045596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5E0B-47D6-BAFD-C9F83DD2DA56}"/>
                </c:ext>
              </c:extLst>
            </c:dLbl>
            <c:dLbl>
              <c:idx val="10"/>
              <c:layout>
                <c:manualLayout>
                  <c:x val="1.9216987938389428E-3"/>
                  <c:y val="1.4818473309149965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5E0B-47D6-BAFD-C9F83DD2DA56}"/>
                </c:ext>
              </c:extLst>
            </c:dLbl>
            <c:dLbl>
              <c:idx val="11"/>
              <c:layout>
                <c:manualLayout>
                  <c:x val="-1.9216987938389428E-3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800" b="1" i="0" u="none" strike="noStrike" kern="1200" baseline="0">
                      <a:solidFill>
                        <a:srgbClr val="11930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E0B-47D6-BAFD-C9F83DD2DA5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rgbClr val="119303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'Vẽ-Phương'!$B$3:$M$3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'Vẽ-Phương'!$B$5:$M$5</c:f>
              <c:numCache>
                <c:formatCode>_(* #,##0,,,_);_(* \(#,##0,,,\);_(* "-"??_);_(@_)</c:formatCode>
                <c:ptCount val="12"/>
                <c:pt idx="0">
                  <c:v>126099036923</c:v>
                </c:pt>
                <c:pt idx="1">
                  <c:v>96566805360</c:v>
                </c:pt>
                <c:pt idx="2">
                  <c:v>173305822529.00003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E7F-465E-B3B0-F50084385C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274894383"/>
        <c:axId val="1274880463"/>
      </c:barChart>
      <c:barChart>
        <c:barDir val="col"/>
        <c:grouping val="clustered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296630255"/>
        <c:axId val="1296632655"/>
        <c:extLst>
          <c:ext xmlns:c15="http://schemas.microsoft.com/office/drawing/2012/chart" uri="{02D57815-91ED-43cb-92C2-25804820EDAC}">
            <c15:filteredBarSeries>
              <c15:ser>
                <c:idx val="3"/>
                <c:order val="3"/>
                <c:tx>
                  <c:strRef>
                    <c:extLst>
                      <c:ext uri="{02D57815-91ED-43cb-92C2-25804820EDAC}">
                        <c15:formulaRef>
                          <c15:sqref>'Vẽ-Phương'!$A$6</c15:sqref>
                        </c15:formulaRef>
                      </c:ext>
                    </c:extLst>
                    <c:strCache>
                      <c:ptCount val="1"/>
                      <c:pt idx="0">
                        <c:v>Dự báo</c:v>
                      </c:pt>
                    </c:strCache>
                  </c:strRef>
                </c:tx>
                <c:spPr>
                  <a:solidFill>
                    <a:srgbClr val="CAF6DF"/>
                  </a:solidFill>
                  <a:ln>
                    <a:noFill/>
                  </a:ln>
                  <a:effectLst/>
                </c:spPr>
                <c:invertIfNegative val="0"/>
                <c:val>
                  <c:numRef>
                    <c:extLst>
                      <c:ext uri="{02D57815-91ED-43cb-92C2-25804820EDAC}">
                        <c15:formulaRef>
                          <c15:sqref>'Vẽ-Phương'!$B$6:$M$6</c15:sqref>
                        </c15:formulaRef>
                      </c:ext>
                    </c:extLst>
                    <c:numCache>
                      <c:formatCode>General</c:formatCode>
                      <c:ptCount val="12"/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E-4565-4E12-8476-9225D9072204}"/>
                  </c:ext>
                </c:extLst>
              </c15:ser>
            </c15:filteredBarSeries>
          </c:ext>
        </c:extLst>
      </c:barChart>
      <c:lineChart>
        <c:grouping val="standard"/>
        <c:varyColors val="0"/>
        <c:ser>
          <c:idx val="2"/>
          <c:order val="2"/>
          <c:tx>
            <c:strRef>
              <c:f>'Vẽ-Phương'!$A$7</c:f>
              <c:strCache>
                <c:ptCount val="1"/>
                <c:pt idx="0">
                  <c:v>Chỉ tiêu</c:v>
                </c:pt>
              </c:strCache>
            </c:strRef>
          </c:tx>
          <c:spPr>
            <a:ln w="25400" cap="rnd">
              <a:solidFill>
                <a:srgbClr val="FF0000"/>
              </a:solidFill>
              <a:round/>
            </a:ln>
            <a:effectLst/>
          </c:spPr>
          <c:marker>
            <c:symbol val="none"/>
          </c:marker>
          <c:dLbls>
            <c:spPr>
              <a:solidFill>
                <a:sysClr val="window" lastClr="FFFFFF"/>
              </a:solidFill>
              <a:ln w="19050" cap="flat" cmpd="sng" algn="ctr">
                <a:solidFill>
                  <a:srgbClr val="FF0000"/>
                </a:solidFill>
                <a:prstDash val="solid"/>
                <a:miter lim="800000"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'Vẽ-Phương'!$B$3:$M$3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'Vẽ-Phương'!$B$7:$M$7</c:f>
              <c:numCache>
                <c:formatCode>_(* #,##0,,,_);_(* \(#,##0,,,\);_(* "-"??_);_(@_)</c:formatCode>
                <c:ptCount val="12"/>
                <c:pt idx="0">
                  <c:v>129505341136.8568</c:v>
                </c:pt>
                <c:pt idx="1">
                  <c:v>127974441177.86678</c:v>
                </c:pt>
                <c:pt idx="2">
                  <c:v>141599491827.82724</c:v>
                </c:pt>
                <c:pt idx="3">
                  <c:v>131782266518.60179</c:v>
                </c:pt>
                <c:pt idx="4">
                  <c:v>140244307484.73703</c:v>
                </c:pt>
                <c:pt idx="5">
                  <c:v>141409300219.24362</c:v>
                </c:pt>
                <c:pt idx="6">
                  <c:v>145404057387.95999</c:v>
                </c:pt>
                <c:pt idx="7">
                  <c:v>141276361518.14462</c:v>
                </c:pt>
                <c:pt idx="8">
                  <c:v>148196499542.28259</c:v>
                </c:pt>
                <c:pt idx="9">
                  <c:v>137984481243.16364</c:v>
                </c:pt>
                <c:pt idx="10">
                  <c:v>145929060338.82693</c:v>
                </c:pt>
                <c:pt idx="11">
                  <c:v>147442013746.17145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E7F-465E-B3B0-F50084385C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274894383"/>
        <c:axId val="1274880463"/>
      </c:lineChart>
      <c:catAx>
        <c:axId val="12748943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4880463"/>
        <c:crosses val="autoZero"/>
        <c:auto val="1"/>
        <c:lblAlgn val="ctr"/>
        <c:lblOffset val="100"/>
        <c:noMultiLvlLbl val="0"/>
      </c:catAx>
      <c:valAx>
        <c:axId val="1274880463"/>
        <c:scaling>
          <c:orientation val="minMax"/>
        </c:scaling>
        <c:delete val="0"/>
        <c:axPos val="l"/>
        <c:numFmt formatCode="_(* #,##0,,,_);_(* \(#,##0,,,\);_(* &quot;-&quot;??_);_(@_)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4894383"/>
        <c:crosses val="autoZero"/>
        <c:crossBetween val="between"/>
      </c:valAx>
      <c:valAx>
        <c:axId val="1296632655"/>
        <c:scaling>
          <c:orientation val="minMax"/>
        </c:scaling>
        <c:delete val="0"/>
        <c:axPos val="r"/>
        <c:numFmt formatCode="_(* #,##0_);_(* \(#,##0\);;_(@_)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96630255"/>
        <c:crosses val="max"/>
        <c:crossBetween val="between"/>
      </c:valAx>
      <c:catAx>
        <c:axId val="1296630255"/>
        <c:scaling>
          <c:orientation val="minMax"/>
        </c:scaling>
        <c:delete val="1"/>
        <c:axPos val="b"/>
        <c:majorTickMark val="out"/>
        <c:minorTickMark val="none"/>
        <c:tickLblPos val="nextTo"/>
        <c:crossAx val="1296632655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0404410162548235E-3"/>
          <c:y val="2.7729406420351245E-2"/>
          <c:w val="0.40573673997569276"/>
          <c:h val="0.1042132586395266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1.44959641299032E-4"/>
          <c:y val="0.19893458670323144"/>
          <c:w val="0.99971008071740197"/>
          <c:h val="0.6805493723897582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'Vẽ-Phương'!$A$4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2E7EE"/>
            </a:solidFill>
            <a:ln>
              <a:noFill/>
            </a:ln>
            <a:effectLst/>
          </c:spPr>
          <c:invertIfNegative val="0"/>
          <c:dLbls>
            <c:dLbl>
              <c:idx val="9"/>
              <c:layout>
                <c:manualLayout>
                  <c:x val="-3.8433975876778857E-3"/>
                  <c:y val="-5.3213052281823867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6F3-450D-91BD-DF8362A94D19}"/>
                </c:ext>
              </c:extLst>
            </c:dLbl>
            <c:dLbl>
              <c:idx val="10"/>
              <c:layout>
                <c:manualLayout>
                  <c:x val="-1.9216987938389569E-2"/>
                  <c:y val="-6.6516315352279864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F45D-488D-B99D-6C605235C9DE}"/>
                </c:ext>
              </c:extLst>
            </c:dLbl>
            <c:dLbl>
              <c:idx val="11"/>
              <c:layout>
                <c:manualLayout>
                  <c:x val="-9.6084939691948555E-3"/>
                  <c:y val="-9.312284149319176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F45D-488D-B99D-6C605235C9D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'Vẽ-Phương'!$B$3:$M$3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'Vẽ-Phương'!$B$4:$M$4</c:f>
              <c:numCache>
                <c:formatCode>_(* #,##0,,,_);_(* \(#,##0,,,\);_(* "-"??_);_(@_)</c:formatCode>
                <c:ptCount val="12"/>
                <c:pt idx="0">
                  <c:v>114462510402</c:v>
                </c:pt>
                <c:pt idx="1">
                  <c:v>302461971461</c:v>
                </c:pt>
                <c:pt idx="2">
                  <c:v>452715304141</c:v>
                </c:pt>
                <c:pt idx="3">
                  <c:v>578144953996</c:v>
                </c:pt>
                <c:pt idx="4">
                  <c:v>730212096848</c:v>
                </c:pt>
                <c:pt idx="5">
                  <c:v>849346769645</c:v>
                </c:pt>
                <c:pt idx="6">
                  <c:v>987338176543</c:v>
                </c:pt>
                <c:pt idx="7">
                  <c:v>1155780829926</c:v>
                </c:pt>
                <c:pt idx="8">
                  <c:v>1240491264993</c:v>
                </c:pt>
                <c:pt idx="9">
                  <c:v>1349419821653</c:v>
                </c:pt>
                <c:pt idx="10">
                  <c:v>1437767702455</c:v>
                </c:pt>
                <c:pt idx="11">
                  <c:v>1537525824036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9FC-49B1-9E2A-6F8ADAB87AD5}"/>
            </c:ext>
          </c:extLst>
        </c:ser>
        <c:ser>
          <c:idx val="1"/>
          <c:order val="1"/>
          <c:tx>
            <c:strRef>
              <c:f>'Vẽ-Phương'!$A$5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74E9AD"/>
            </a:solidFill>
            <a:ln>
              <a:noFill/>
            </a:ln>
            <a:effectLst/>
          </c:spPr>
          <c:invertIfNegative val="0"/>
          <c:dPt>
            <c:idx val="5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F254-4B67-B167-FFF9E994D945}"/>
              </c:ext>
            </c:extLst>
          </c:dPt>
          <c:dPt>
            <c:idx val="6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F254-4B67-B167-FFF9E994D945}"/>
              </c:ext>
            </c:extLst>
          </c:dPt>
          <c:dPt>
            <c:idx val="7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F254-4B67-B167-FFF9E994D945}"/>
              </c:ext>
            </c:extLst>
          </c:dPt>
          <c:dPt>
            <c:idx val="8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254-4B67-B167-FFF9E994D945}"/>
              </c:ext>
            </c:extLst>
          </c:dPt>
          <c:dPt>
            <c:idx val="9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254-4B67-B167-FFF9E994D945}"/>
              </c:ext>
            </c:extLst>
          </c:dPt>
          <c:dPt>
            <c:idx val="10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F254-4B67-B167-FFF9E994D945}"/>
              </c:ext>
            </c:extLst>
          </c:dPt>
          <c:dPt>
            <c:idx val="11"/>
            <c:invertIfNegative val="0"/>
            <c:bubble3D val="0"/>
            <c:spPr>
              <a:solidFill>
                <a:srgbClr val="CAF6D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F254-4B67-B167-FFF9E994D945}"/>
              </c:ext>
            </c:extLst>
          </c:dPt>
          <c:dLbls>
            <c:dLbl>
              <c:idx val="1"/>
              <c:layout>
                <c:manualLayout>
                  <c:x val="1.9216987938389253E-3"/>
                  <c:y val="-3.325815767613991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F45D-488D-B99D-6C605235C9DE}"/>
                </c:ext>
              </c:extLst>
            </c:dLbl>
            <c:dLbl>
              <c:idx val="2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1" i="0" u="none" strike="noStrike" kern="1200" baseline="0">
                      <a:solidFill>
                        <a:srgbClr val="11930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E-C5C4-46FB-8074-B097150E5CB7}"/>
                </c:ext>
              </c:extLst>
            </c:dLbl>
            <c:dLbl>
              <c:idx val="3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spAutoFit/>
                </a:bodyPr>
                <a:lstStyle/>
                <a:p>
                  <a:pPr algn="ctr" rtl="0">
                    <a:defRPr lang="en-US" sz="800" b="0" i="0" u="none" strike="noStrike" kern="1200" baseline="0">
                      <a:solidFill>
                        <a:srgbClr val="11930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0-0A93-48C0-B60B-494698818C8D}"/>
                </c:ext>
              </c:extLst>
            </c:dLbl>
            <c:dLbl>
              <c:idx val="4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spAutoFit/>
                </a:bodyPr>
                <a:lstStyle/>
                <a:p>
                  <a:pPr algn="ctr" rtl="0">
                    <a:defRPr lang="en-US" sz="800" b="0" i="0" u="none" strike="noStrike" kern="1200" baseline="0">
                      <a:solidFill>
                        <a:srgbClr val="11930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0-A47A-4EED-AEE9-4740BF362757}"/>
                </c:ext>
              </c:extLst>
            </c:dLbl>
            <c:dLbl>
              <c:idx val="6"/>
              <c:layout>
                <c:manualLayout>
                  <c:x val="1.9216987938389428E-3"/>
                  <c:y val="-1.330326307045596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F254-4B67-B167-FFF9E994D945}"/>
                </c:ext>
              </c:extLst>
            </c:dLbl>
            <c:dLbl>
              <c:idx val="7"/>
              <c:layout>
                <c:manualLayout>
                  <c:x val="-7.0461475130454491E-17"/>
                  <c:y val="-1.995489460568395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F254-4B67-B167-FFF9E994D945}"/>
                </c:ext>
              </c:extLst>
            </c:dLbl>
            <c:dLbl>
              <c:idx val="8"/>
              <c:layout>
                <c:manualLayout>
                  <c:x val="-1.1530192763033657E-2"/>
                  <c:y val="-5.321305228182386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254-4B67-B167-FFF9E994D945}"/>
                </c:ext>
              </c:extLst>
            </c:dLbl>
            <c:dLbl>
              <c:idx val="9"/>
              <c:layout>
                <c:manualLayout>
                  <c:x val="0"/>
                  <c:y val="5.3213052281823867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spAutoFit/>
                </a:bodyPr>
                <a:lstStyle/>
                <a:p>
                  <a:pPr algn="ctr" rtl="0">
                    <a:defRPr lang="en-US" sz="800" b="0" i="0" u="none" strike="noStrike" kern="1200" baseline="0">
                      <a:solidFill>
                        <a:srgbClr val="11930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F254-4B67-B167-FFF9E994D945}"/>
                </c:ext>
              </c:extLst>
            </c:dLbl>
            <c:dLbl>
              <c:idx val="10"/>
              <c:layout>
                <c:manualLayout>
                  <c:x val="-5.7650963815169699E-3"/>
                  <c:y val="4.6561420746595826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spAutoFit/>
                </a:bodyPr>
                <a:lstStyle/>
                <a:p>
                  <a:pPr algn="ctr" rtl="0">
                    <a:defRPr lang="en-US" sz="800" b="0" i="0" u="none" strike="noStrike" kern="1200" baseline="0">
                      <a:solidFill>
                        <a:srgbClr val="11930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F254-4B67-B167-FFF9E994D945}"/>
                </c:ext>
              </c:extLst>
            </c:dLbl>
            <c:dLbl>
              <c:idx val="11"/>
              <c:layout>
                <c:manualLayout>
                  <c:x val="-1.9216987938389428E-3"/>
                  <c:y val="2.6606526140911933E-2"/>
                </c:manualLayout>
              </c:layout>
              <c:spPr>
                <a:noFill/>
                <a:ln>
                  <a:solidFill>
                    <a:srgbClr val="CAF6DF"/>
                  </a:solidFill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1" i="0" u="none" strike="noStrike" kern="1200" baseline="0">
                      <a:solidFill>
                        <a:srgbClr val="11930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F254-4B67-B167-FFF9E994D94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rgbClr val="119303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'Vẽ-Phương'!$B$3:$M$3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'Vẽ-Phương'!$B$5:$M$5</c:f>
              <c:numCache>
                <c:formatCode>_(* #,##0,,,_);_(* \(#,##0,,,\);_(* "-"??_);_(@_)</c:formatCode>
                <c:ptCount val="12"/>
                <c:pt idx="0">
                  <c:v>126099036923</c:v>
                </c:pt>
                <c:pt idx="1">
                  <c:v>222665842283</c:v>
                </c:pt>
                <c:pt idx="2">
                  <c:v>395971664812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9FC-49B1-9E2A-6F8ADAB87A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274894383"/>
        <c:axId val="1274880463"/>
      </c:barChart>
      <c:barChart>
        <c:barDir val="col"/>
        <c:grouping val="clustered"/>
        <c:varyColors val="0"/>
        <c:ser>
          <c:idx val="3"/>
          <c:order val="3"/>
          <c:tx>
            <c:strRef>
              <c:f>'Vẽ-Phương'!$A$6</c:f>
              <c:strCache>
                <c:ptCount val="1"/>
                <c:pt idx="0">
                  <c:v>Dự báo</c:v>
                </c:pt>
              </c:strCache>
            </c:strRef>
          </c:tx>
          <c:spPr>
            <a:solidFill>
              <a:srgbClr val="CAF6DF"/>
            </a:solidFill>
            <a:ln>
              <a:noFill/>
            </a:ln>
            <a:effectLst/>
          </c:spPr>
          <c:invertIfNegative val="0"/>
          <c:val>
            <c:numRef>
              <c:f>'Vẽ-Phương'!$B$6:$M$6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E-24B5-4158-90DB-B7140E262F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546951599"/>
        <c:axId val="1546951119"/>
      </c:barChart>
      <c:lineChart>
        <c:grouping val="standard"/>
        <c:varyColors val="0"/>
        <c:ser>
          <c:idx val="2"/>
          <c:order val="2"/>
          <c:tx>
            <c:strRef>
              <c:f>'Vẽ-Phương'!$A$7</c:f>
              <c:strCache>
                <c:ptCount val="1"/>
                <c:pt idx="0">
                  <c:v>Chỉ tiêu</c:v>
                </c:pt>
              </c:strCache>
            </c:strRef>
          </c:tx>
          <c:spPr>
            <a:ln w="25400" cap="rnd">
              <a:solidFill>
                <a:srgbClr val="FF0000"/>
              </a:solidFill>
              <a:round/>
            </a:ln>
            <a:effectLst/>
          </c:spPr>
          <c:marker>
            <c:symbol val="none"/>
          </c:marker>
          <c:dLbls>
            <c:dLbl>
              <c:idx val="11"/>
              <c:spPr>
                <a:solidFill>
                  <a:sysClr val="window" lastClr="FFFFFF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900" b="1" i="0" u="none" strike="noStrike" kern="1200" baseline="0">
                      <a:solidFill>
                        <a:srgbClr val="FF00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10-F45D-488D-B99D-6C605235C9DE}"/>
                </c:ext>
              </c:extLst>
            </c:dLbl>
            <c:spPr>
              <a:solidFill>
                <a:sysClr val="window" lastClr="FFFFFF"/>
              </a:solidFill>
              <a:ln w="19050" cap="flat" cmpd="sng" algn="ctr">
                <a:solidFill>
                  <a:srgbClr val="FF0000"/>
                </a:solidFill>
                <a:prstDash val="solid"/>
                <a:miter lim="800000"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'Vẽ-Phương'!$B$3:$M$3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'Vẽ-Phương'!$B$7:$M$7</c:f>
              <c:numCache>
                <c:formatCode>_(* #,##0,,,_);_(* \(#,##0,,,\);_(* "-"??_);_(@_)</c:formatCode>
                <c:ptCount val="12"/>
                <c:pt idx="0">
                  <c:v>129505341136.8568</c:v>
                </c:pt>
                <c:pt idx="1">
                  <c:v>257479782314.72357</c:v>
                </c:pt>
                <c:pt idx="2">
                  <c:v>399079274142.55078</c:v>
                </c:pt>
                <c:pt idx="3">
                  <c:v>530861540661.15259</c:v>
                </c:pt>
                <c:pt idx="4">
                  <c:v>671105848145.88965</c:v>
                </c:pt>
                <c:pt idx="5">
                  <c:v>812515148365.1333</c:v>
                </c:pt>
                <c:pt idx="6">
                  <c:v>957919205753.09326</c:v>
                </c:pt>
                <c:pt idx="7">
                  <c:v>1099195567271.2379</c:v>
                </c:pt>
                <c:pt idx="8">
                  <c:v>1247392066813.5205</c:v>
                </c:pt>
                <c:pt idx="9">
                  <c:v>1385376548056.6841</c:v>
                </c:pt>
                <c:pt idx="10">
                  <c:v>1531305608395.511</c:v>
                </c:pt>
                <c:pt idx="11">
                  <c:v>1678747622141.6824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9FC-49B1-9E2A-6F8ADAB87A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274894383"/>
        <c:axId val="1274880463"/>
      </c:lineChart>
      <c:catAx>
        <c:axId val="12748943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4880463"/>
        <c:crosses val="autoZero"/>
        <c:auto val="1"/>
        <c:lblAlgn val="ctr"/>
        <c:lblOffset val="100"/>
        <c:noMultiLvlLbl val="0"/>
      </c:catAx>
      <c:valAx>
        <c:axId val="1274880463"/>
        <c:scaling>
          <c:orientation val="minMax"/>
        </c:scaling>
        <c:delete val="0"/>
        <c:axPos val="l"/>
        <c:numFmt formatCode="_(* #,##0,,,_);_(* \(#,##0,,,\);_(* &quot;-&quot;??_);_(@_)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4894383"/>
        <c:crosses val="autoZero"/>
        <c:crossBetween val="between"/>
      </c:valAx>
      <c:valAx>
        <c:axId val="1546951119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46951599"/>
        <c:crosses val="max"/>
        <c:crossBetween val="between"/>
      </c:valAx>
      <c:catAx>
        <c:axId val="1546951599"/>
        <c:scaling>
          <c:orientation val="minMax"/>
        </c:scaling>
        <c:delete val="1"/>
        <c:axPos val="b"/>
        <c:majorTickMark val="out"/>
        <c:minorTickMark val="none"/>
        <c:tickLblPos val="nextTo"/>
        <c:crossAx val="1546951119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0404410162548235E-3"/>
          <c:y val="2.7729406420351245E-2"/>
          <c:w val="0.40573673997569276"/>
          <c:h val="0.1042132586395266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1.9361937535368107E-2"/>
          <c:y val="0.18563132363277546"/>
          <c:w val="0.96127612492926384"/>
          <c:h val="0.6738977408545302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'Vẽ-Phương'!$A$4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2E7E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7650963815168285E-3"/>
                  <c:y val="0.11307773609887571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3312-499F-AD5E-049707D264C7}"/>
                </c:ext>
              </c:extLst>
            </c:dLbl>
            <c:dLbl>
              <c:idx val="3"/>
              <c:layout>
                <c:manualLayout>
                  <c:x val="-5.7650963815168285E-3"/>
                  <c:y val="-3.325815767613991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312-499F-AD5E-049707D264C7}"/>
                </c:ext>
              </c:extLst>
            </c:dLbl>
            <c:dLbl>
              <c:idx val="7"/>
              <c:layout>
                <c:manualLayout>
                  <c:x val="0"/>
                  <c:y val="1.330326307045596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312-499F-AD5E-049707D264C7}"/>
                </c:ext>
              </c:extLst>
            </c:dLbl>
            <c:dLbl>
              <c:idx val="11"/>
              <c:layout>
                <c:manualLayout>
                  <c:x val="-1.9216987938389428E-3"/>
                  <c:y val="0.1529875253102436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81E7-4C54-B633-2BCA976D169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'Vẽ-Phương'!$B$3:$M$3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'Vẽ-Phương'!$B$4:$M$4</c:f>
              <c:numCache>
                <c:formatCode>_(* #,##0.0,,,_);_(* \(#,##0.0,,,\);_(* "-"??_);_(@_)</c:formatCode>
                <c:ptCount val="12"/>
                <c:pt idx="0">
                  <c:v>4897080552</c:v>
                </c:pt>
                <c:pt idx="1">
                  <c:v>17400796729</c:v>
                </c:pt>
                <c:pt idx="2">
                  <c:v>7098249059</c:v>
                </c:pt>
                <c:pt idx="3">
                  <c:v>3750983485</c:v>
                </c:pt>
                <c:pt idx="4">
                  <c:v>9530204304</c:v>
                </c:pt>
                <c:pt idx="5">
                  <c:v>1072500757</c:v>
                </c:pt>
                <c:pt idx="6">
                  <c:v>1039517857</c:v>
                </c:pt>
                <c:pt idx="7">
                  <c:v>93219731</c:v>
                </c:pt>
                <c:pt idx="8">
                  <c:v>-10202154651</c:v>
                </c:pt>
                <c:pt idx="9">
                  <c:v>-4684658050</c:v>
                </c:pt>
                <c:pt idx="10">
                  <c:v>-6920497847</c:v>
                </c:pt>
                <c:pt idx="11">
                  <c:v>2661513008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E7F-465E-B3B0-F50084385C9C}"/>
            </c:ext>
          </c:extLst>
        </c:ser>
        <c:ser>
          <c:idx val="1"/>
          <c:order val="1"/>
          <c:tx>
            <c:strRef>
              <c:f>'Vẽ-Phương'!$A$5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74E9AD"/>
            </a:solidFill>
            <a:ln>
              <a:noFill/>
            </a:ln>
            <a:effectLst/>
          </c:spPr>
          <c:invertIfNegative val="0"/>
          <c:dPt>
            <c:idx val="5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5E0B-47D6-BAFD-C9F83DD2DA56}"/>
              </c:ext>
            </c:extLst>
          </c:dPt>
          <c:dPt>
            <c:idx val="6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5E0B-47D6-BAFD-C9F83DD2DA56}"/>
              </c:ext>
            </c:extLst>
          </c:dPt>
          <c:dPt>
            <c:idx val="7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5E0B-47D6-BAFD-C9F83DD2DA56}"/>
              </c:ext>
            </c:extLst>
          </c:dPt>
          <c:dPt>
            <c:idx val="8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5E0B-47D6-BAFD-C9F83DD2DA56}"/>
              </c:ext>
            </c:extLst>
          </c:dPt>
          <c:dPt>
            <c:idx val="9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5E0B-47D6-BAFD-C9F83DD2DA56}"/>
              </c:ext>
            </c:extLst>
          </c:dPt>
          <c:dPt>
            <c:idx val="10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5E0B-47D6-BAFD-C9F83DD2DA56}"/>
              </c:ext>
            </c:extLst>
          </c:dPt>
          <c:dPt>
            <c:idx val="11"/>
            <c:invertIfNegative val="0"/>
            <c:bubble3D val="0"/>
            <c:spPr>
              <a:solidFill>
                <a:srgbClr val="CAF6D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5E0B-47D6-BAFD-C9F83DD2DA56}"/>
              </c:ext>
            </c:extLst>
          </c:dPt>
          <c:dLbls>
            <c:dLbl>
              <c:idx val="0"/>
              <c:layout>
                <c:manualLayout>
                  <c:x val="-8.8076843913068113E-18"/>
                  <c:y val="-1.995489460568395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4CE2-4E98-888D-9609E0A6AFBE}"/>
                </c:ext>
              </c:extLst>
            </c:dLbl>
            <c:dLbl>
              <c:idx val="1"/>
              <c:layout>
                <c:manualLayout>
                  <c:x val="0"/>
                  <c:y val="1.995489460568395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4CE2-4E98-888D-9609E0A6AFBE}"/>
                </c:ext>
              </c:extLst>
            </c:dLbl>
            <c:dLbl>
              <c:idx val="3"/>
              <c:layout>
                <c:manualLayout>
                  <c:x val="-1.9216987938389428E-3"/>
                  <c:y val="0.11307773609887571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3A8-4656-84F3-1B87E60153DB}"/>
                </c:ext>
              </c:extLst>
            </c:dLbl>
            <c:dLbl>
              <c:idx val="4"/>
              <c:layout>
                <c:manualLayout>
                  <c:x val="0"/>
                  <c:y val="6.651631535227983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3312-499F-AD5E-049707D264C7}"/>
                </c:ext>
              </c:extLst>
            </c:dLbl>
            <c:dLbl>
              <c:idx val="6"/>
              <c:layout>
                <c:manualLayout>
                  <c:x val="0"/>
                  <c:y val="1.995489460568382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E0B-47D6-BAFD-C9F83DD2DA56}"/>
                </c:ext>
              </c:extLst>
            </c:dLbl>
            <c:dLbl>
              <c:idx val="7"/>
              <c:layout>
                <c:manualLayout>
                  <c:x val="1.7295289144550415E-2"/>
                  <c:y val="6.6516315352280137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E0B-47D6-BAFD-C9F83DD2DA56}"/>
                </c:ext>
              </c:extLst>
            </c:dLbl>
            <c:dLbl>
              <c:idx val="8"/>
              <c:layout>
                <c:manualLayout>
                  <c:x val="5.7650963815168285E-3"/>
                  <c:y val="1.330326307045596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5E0B-47D6-BAFD-C9F83DD2DA56}"/>
                </c:ext>
              </c:extLst>
            </c:dLbl>
            <c:dLbl>
              <c:idx val="10"/>
              <c:layout>
                <c:manualLayout>
                  <c:x val="1.9216987938389428E-3"/>
                  <c:y val="1.4818473309149965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5E0B-47D6-BAFD-C9F83DD2DA56}"/>
                </c:ext>
              </c:extLst>
            </c:dLbl>
            <c:dLbl>
              <c:idx val="11"/>
              <c:layout>
                <c:manualLayout>
                  <c:x val="-1.9216987938389428E-3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800" b="1" i="0" u="none" strike="noStrike" kern="1200" baseline="0">
                      <a:solidFill>
                        <a:srgbClr val="11930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E0B-47D6-BAFD-C9F83DD2DA5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rgbClr val="119303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'Vẽ-Phương'!$B$3:$M$3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'Vẽ-Phương'!$B$5:$M$5</c:f>
              <c:numCache>
                <c:formatCode>_(* #,##0.0,,,_);_(* \(#,##0.0,,,\);_(* "-"??_);_(@_)</c:formatCode>
                <c:ptCount val="12"/>
                <c:pt idx="0">
                  <c:v>-1693460736</c:v>
                </c:pt>
                <c:pt idx="1">
                  <c:v>-6419213738</c:v>
                </c:pt>
                <c:pt idx="2">
                  <c:v>-6665406624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E7F-465E-B3B0-F50084385C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274894383"/>
        <c:axId val="1274880463"/>
      </c:barChart>
      <c:barChart>
        <c:barDir val="col"/>
        <c:grouping val="clustered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296630255"/>
        <c:axId val="1296632655"/>
        <c:extLst>
          <c:ext xmlns:c15="http://schemas.microsoft.com/office/drawing/2012/chart" uri="{02D57815-91ED-43cb-92C2-25804820EDAC}">
            <c15:filteredBarSeries>
              <c15:ser>
                <c:idx val="3"/>
                <c:order val="3"/>
                <c:tx>
                  <c:strRef>
                    <c:extLst>
                      <c:ext uri="{02D57815-91ED-43cb-92C2-25804820EDAC}">
                        <c15:formulaRef>
                          <c15:sqref>'Vẽ-Phương'!$A$6</c15:sqref>
                        </c15:formulaRef>
                      </c:ext>
                    </c:extLst>
                    <c:strCache>
                      <c:ptCount val="1"/>
                      <c:pt idx="0">
                        <c:v>Dự báo</c:v>
                      </c:pt>
                    </c:strCache>
                  </c:strRef>
                </c:tx>
                <c:spPr>
                  <a:solidFill>
                    <a:srgbClr val="CAF6DF"/>
                  </a:solidFill>
                  <a:ln>
                    <a:noFill/>
                  </a:ln>
                  <a:effectLst/>
                </c:spPr>
                <c:invertIfNegative val="0"/>
                <c:val>
                  <c:numRef>
                    <c:extLst>
                      <c:ext uri="{02D57815-91ED-43cb-92C2-25804820EDAC}">
                        <c15:formulaRef>
                          <c15:sqref>'Vẽ-Phương'!$B$6:$M$6</c15:sqref>
                        </c15:formulaRef>
                      </c:ext>
                    </c:extLst>
                    <c:numCache>
                      <c:formatCode>General</c:formatCode>
                      <c:ptCount val="12"/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E-4565-4E12-8476-9225D9072204}"/>
                  </c:ext>
                </c:extLst>
              </c15:ser>
            </c15:filteredBarSeries>
          </c:ext>
        </c:extLst>
      </c:barChart>
      <c:lineChart>
        <c:grouping val="standard"/>
        <c:varyColors val="0"/>
        <c:ser>
          <c:idx val="2"/>
          <c:order val="2"/>
          <c:tx>
            <c:strRef>
              <c:f>'Vẽ-Phương'!$A$7</c:f>
              <c:strCache>
                <c:ptCount val="1"/>
                <c:pt idx="0">
                  <c:v>Chỉ tiêu</c:v>
                </c:pt>
              </c:strCache>
            </c:strRef>
          </c:tx>
          <c:spPr>
            <a:ln w="25400" cap="rnd">
              <a:solidFill>
                <a:srgbClr val="FF0000"/>
              </a:solidFill>
              <a:round/>
            </a:ln>
            <a:effectLst/>
          </c:spPr>
          <c:marker>
            <c:symbol val="none"/>
          </c:marker>
          <c:dLbls>
            <c:spPr>
              <a:solidFill>
                <a:sysClr val="window" lastClr="FFFFFF"/>
              </a:solidFill>
              <a:ln w="19050" cap="flat" cmpd="sng" algn="ctr">
                <a:solidFill>
                  <a:srgbClr val="FF0000"/>
                </a:solidFill>
                <a:prstDash val="solid"/>
                <a:miter lim="800000"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'Vẽ-Phương'!$B$3:$M$3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'Vẽ-Phương'!$B$7:$M$7</c:f>
              <c:numCache>
                <c:formatCode>_(* #,##0.0,,,_);_(* \(#,##0.0,,,\);_(* "-"??_);_(@_)</c:formatCode>
                <c:ptCount val="12"/>
                <c:pt idx="0">
                  <c:v>1521095499.7650833</c:v>
                </c:pt>
                <c:pt idx="1">
                  <c:v>-1325103642.6497841</c:v>
                </c:pt>
                <c:pt idx="2">
                  <c:v>5063579812.0372381</c:v>
                </c:pt>
                <c:pt idx="3">
                  <c:v>2987787736.0557938</c:v>
                </c:pt>
                <c:pt idx="4">
                  <c:v>3130291883.7845182</c:v>
                </c:pt>
                <c:pt idx="5">
                  <c:v>2831772640.584938</c:v>
                </c:pt>
                <c:pt idx="6">
                  <c:v>7350302403.1835995</c:v>
                </c:pt>
                <c:pt idx="7">
                  <c:v>6722008020.0142317</c:v>
                </c:pt>
                <c:pt idx="8">
                  <c:v>6109248285.1741095</c:v>
                </c:pt>
                <c:pt idx="9">
                  <c:v>6665662779.7506676</c:v>
                </c:pt>
                <c:pt idx="10">
                  <c:v>7122677929.815712</c:v>
                </c:pt>
                <c:pt idx="11">
                  <c:v>5291449007.4755917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E7F-465E-B3B0-F50084385C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274894383"/>
        <c:axId val="1274880463"/>
      </c:lineChart>
      <c:catAx>
        <c:axId val="12748943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4880463"/>
        <c:crosses val="autoZero"/>
        <c:auto val="1"/>
        <c:lblAlgn val="ctr"/>
        <c:lblOffset val="100"/>
        <c:noMultiLvlLbl val="0"/>
      </c:catAx>
      <c:valAx>
        <c:axId val="1274880463"/>
        <c:scaling>
          <c:orientation val="minMax"/>
        </c:scaling>
        <c:delete val="0"/>
        <c:axPos val="l"/>
        <c:numFmt formatCode="_(* #,##0.0,,,_);_(* \(#,##0.0,,,\);_(* &quot;-&quot;??_);_(@_)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4894383"/>
        <c:crosses val="autoZero"/>
        <c:crossBetween val="between"/>
      </c:valAx>
      <c:valAx>
        <c:axId val="1296632655"/>
        <c:scaling>
          <c:orientation val="minMax"/>
        </c:scaling>
        <c:delete val="0"/>
        <c:axPos val="r"/>
        <c:numFmt formatCode="_(* #,##0_);_(* \(#,##0\);;_(@_)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96630255"/>
        <c:crosses val="max"/>
        <c:crossBetween val="between"/>
      </c:valAx>
      <c:catAx>
        <c:axId val="1296630255"/>
        <c:scaling>
          <c:orientation val="minMax"/>
        </c:scaling>
        <c:delete val="1"/>
        <c:axPos val="b"/>
        <c:majorTickMark val="out"/>
        <c:minorTickMark val="none"/>
        <c:tickLblPos val="nextTo"/>
        <c:crossAx val="1296632655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0404410162548235E-3"/>
          <c:y val="2.7729406420351245E-2"/>
          <c:w val="0.40573673997569276"/>
          <c:h val="0.1042132586395266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1.44959641299032E-4"/>
          <c:y val="0.19893458670323144"/>
          <c:w val="0.99971008071740197"/>
          <c:h val="0.6805493723897582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'Vẽ-Phương'!$A$4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2E7EE"/>
            </a:solidFill>
            <a:ln>
              <a:noFill/>
            </a:ln>
            <a:effectLst/>
          </c:spPr>
          <c:invertIfNegative val="0"/>
          <c:dLbls>
            <c:dLbl>
              <c:idx val="10"/>
              <c:layout>
                <c:manualLayout>
                  <c:x val="-1.9216987938389569E-2"/>
                  <c:y val="-6.6516315352279864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F45D-488D-B99D-6C605235C9DE}"/>
                </c:ext>
              </c:extLst>
            </c:dLbl>
            <c:dLbl>
              <c:idx val="11"/>
              <c:layout>
                <c:manualLayout>
                  <c:x val="-9.6084939691948555E-3"/>
                  <c:y val="-9.312284149319176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F45D-488D-B99D-6C605235C9D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'Vẽ-Phương'!$B$3:$M$3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'Vẽ-Phương'!$B$4:$M$4</c:f>
              <c:numCache>
                <c:formatCode>_(* #,##0.0,,,_);_(* \(#,##0.0,,,\);_(* "-"??_);_(@_)</c:formatCode>
                <c:ptCount val="12"/>
                <c:pt idx="0">
                  <c:v>4897080552</c:v>
                </c:pt>
                <c:pt idx="1">
                  <c:v>22297877281</c:v>
                </c:pt>
                <c:pt idx="2">
                  <c:v>29396126340</c:v>
                </c:pt>
                <c:pt idx="3">
                  <c:v>33147109825</c:v>
                </c:pt>
                <c:pt idx="4">
                  <c:v>42677314129</c:v>
                </c:pt>
                <c:pt idx="5">
                  <c:v>43749814886</c:v>
                </c:pt>
                <c:pt idx="6">
                  <c:v>44789332743</c:v>
                </c:pt>
                <c:pt idx="7">
                  <c:v>44882552474</c:v>
                </c:pt>
                <c:pt idx="8">
                  <c:v>34680397823</c:v>
                </c:pt>
                <c:pt idx="9">
                  <c:v>29995739773</c:v>
                </c:pt>
                <c:pt idx="10">
                  <c:v>23075241926</c:v>
                </c:pt>
                <c:pt idx="11">
                  <c:v>25736754934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9FC-49B1-9E2A-6F8ADAB87AD5}"/>
            </c:ext>
          </c:extLst>
        </c:ser>
        <c:ser>
          <c:idx val="1"/>
          <c:order val="1"/>
          <c:tx>
            <c:strRef>
              <c:f>'Vẽ-Phương'!$A$5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74E9AD"/>
            </a:solidFill>
            <a:ln>
              <a:noFill/>
            </a:ln>
            <a:effectLst/>
          </c:spPr>
          <c:invertIfNegative val="0"/>
          <c:dPt>
            <c:idx val="5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F254-4B67-B167-FFF9E994D945}"/>
              </c:ext>
            </c:extLst>
          </c:dPt>
          <c:dPt>
            <c:idx val="6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F254-4B67-B167-FFF9E994D945}"/>
              </c:ext>
            </c:extLst>
          </c:dPt>
          <c:dPt>
            <c:idx val="7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F254-4B67-B167-FFF9E994D945}"/>
              </c:ext>
            </c:extLst>
          </c:dPt>
          <c:dPt>
            <c:idx val="8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254-4B67-B167-FFF9E994D945}"/>
              </c:ext>
            </c:extLst>
          </c:dPt>
          <c:dPt>
            <c:idx val="9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254-4B67-B167-FFF9E994D945}"/>
              </c:ext>
            </c:extLst>
          </c:dPt>
          <c:dPt>
            <c:idx val="10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F254-4B67-B167-FFF9E994D945}"/>
              </c:ext>
            </c:extLst>
          </c:dPt>
          <c:dPt>
            <c:idx val="11"/>
            <c:invertIfNegative val="0"/>
            <c:bubble3D val="0"/>
            <c:spPr>
              <a:solidFill>
                <a:srgbClr val="CAF6D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F254-4B67-B167-FFF9E994D945}"/>
              </c:ext>
            </c:extLst>
          </c:dPt>
          <c:dLbls>
            <c:dLbl>
              <c:idx val="1"/>
              <c:layout>
                <c:manualLayout>
                  <c:x val="1.9216987938389253E-3"/>
                  <c:y val="-3.325815767613991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F45D-488D-B99D-6C605235C9DE}"/>
                </c:ext>
              </c:extLst>
            </c:dLbl>
            <c:dLbl>
              <c:idx val="2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1" i="0" u="none" strike="noStrike" kern="1200" baseline="0">
                      <a:solidFill>
                        <a:srgbClr val="11930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E-C5C4-46FB-8074-B097150E5CB7}"/>
                </c:ext>
              </c:extLst>
            </c:dLbl>
            <c:dLbl>
              <c:idx val="3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spAutoFit/>
                </a:bodyPr>
                <a:lstStyle/>
                <a:p>
                  <a:pPr algn="ctr" rtl="0">
                    <a:defRPr lang="en-US" sz="800" b="0" i="0" u="none" strike="noStrike" kern="1200" baseline="0">
                      <a:solidFill>
                        <a:srgbClr val="11930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0-0A93-48C0-B60B-494698818C8D}"/>
                </c:ext>
              </c:extLst>
            </c:dLbl>
            <c:dLbl>
              <c:idx val="4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spAutoFit/>
                </a:bodyPr>
                <a:lstStyle/>
                <a:p>
                  <a:pPr algn="ctr" rtl="0">
                    <a:defRPr lang="en-US" sz="800" b="0" i="0" u="none" strike="noStrike" kern="1200" baseline="0">
                      <a:solidFill>
                        <a:srgbClr val="11930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0-A47A-4EED-AEE9-4740BF362757}"/>
                </c:ext>
              </c:extLst>
            </c:dLbl>
            <c:dLbl>
              <c:idx val="6"/>
              <c:layout>
                <c:manualLayout>
                  <c:x val="1.9216987938389428E-3"/>
                  <c:y val="-1.330326307045596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F254-4B67-B167-FFF9E994D945}"/>
                </c:ext>
              </c:extLst>
            </c:dLbl>
            <c:dLbl>
              <c:idx val="7"/>
              <c:layout>
                <c:manualLayout>
                  <c:x val="-7.0461475130454491E-17"/>
                  <c:y val="-1.995489460568395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F254-4B67-B167-FFF9E994D945}"/>
                </c:ext>
              </c:extLst>
            </c:dLbl>
            <c:dLbl>
              <c:idx val="8"/>
              <c:layout>
                <c:manualLayout>
                  <c:x val="-1.1530192763033657E-2"/>
                  <c:y val="-5.321305228182386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254-4B67-B167-FFF9E994D945}"/>
                </c:ext>
              </c:extLst>
            </c:dLbl>
            <c:dLbl>
              <c:idx val="9"/>
              <c:layout>
                <c:manualLayout>
                  <c:x val="0"/>
                  <c:y val="5.3213052281823867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spAutoFit/>
                </a:bodyPr>
                <a:lstStyle/>
                <a:p>
                  <a:pPr algn="ctr" rtl="0">
                    <a:defRPr lang="en-US" sz="800" b="0" i="0" u="none" strike="noStrike" kern="1200" baseline="0">
                      <a:solidFill>
                        <a:srgbClr val="11930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F254-4B67-B167-FFF9E994D945}"/>
                </c:ext>
              </c:extLst>
            </c:dLbl>
            <c:dLbl>
              <c:idx val="10"/>
              <c:layout>
                <c:manualLayout>
                  <c:x val="-5.7650963815169699E-3"/>
                  <c:y val="4.6561420746595826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spAutoFit/>
                </a:bodyPr>
                <a:lstStyle/>
                <a:p>
                  <a:pPr algn="ctr" rtl="0">
                    <a:defRPr lang="en-US" sz="800" b="0" i="0" u="none" strike="noStrike" kern="1200" baseline="0">
                      <a:solidFill>
                        <a:srgbClr val="11930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F254-4B67-B167-FFF9E994D945}"/>
                </c:ext>
              </c:extLst>
            </c:dLbl>
            <c:dLbl>
              <c:idx val="11"/>
              <c:layout>
                <c:manualLayout>
                  <c:x val="-1.9216987938389428E-3"/>
                  <c:y val="2.6606526140911933E-2"/>
                </c:manualLayout>
              </c:layout>
              <c:spPr>
                <a:noFill/>
                <a:ln>
                  <a:solidFill>
                    <a:srgbClr val="CAF6DF"/>
                  </a:solidFill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1" i="0" u="none" strike="noStrike" kern="1200" baseline="0">
                      <a:solidFill>
                        <a:srgbClr val="11930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F254-4B67-B167-FFF9E994D94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rgbClr val="119303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'Vẽ-Phương'!$B$3:$M$3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'Vẽ-Phương'!$B$5:$M$5</c:f>
              <c:numCache>
                <c:formatCode>_(* #,##0.0,,,_);_(* \(#,##0.0,,,\);_(* "-"??_);_(@_)</c:formatCode>
                <c:ptCount val="12"/>
                <c:pt idx="0">
                  <c:v>-1693460736</c:v>
                </c:pt>
                <c:pt idx="1">
                  <c:v>-8112674474</c:v>
                </c:pt>
                <c:pt idx="2">
                  <c:v>-14778081098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9FC-49B1-9E2A-6F8ADAB87A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274894383"/>
        <c:axId val="1274880463"/>
      </c:barChart>
      <c:barChart>
        <c:barDir val="col"/>
        <c:grouping val="clustered"/>
        <c:varyColors val="0"/>
        <c:ser>
          <c:idx val="3"/>
          <c:order val="3"/>
          <c:tx>
            <c:strRef>
              <c:f>'Vẽ-Phương'!$A$6</c:f>
              <c:strCache>
                <c:ptCount val="1"/>
                <c:pt idx="0">
                  <c:v>Dự báo</c:v>
                </c:pt>
              </c:strCache>
            </c:strRef>
          </c:tx>
          <c:spPr>
            <a:solidFill>
              <a:srgbClr val="CAF6DF"/>
            </a:solidFill>
            <a:ln>
              <a:noFill/>
            </a:ln>
            <a:effectLst/>
          </c:spPr>
          <c:invertIfNegative val="0"/>
          <c:val>
            <c:numRef>
              <c:f>'Vẽ-Phương'!$B$6:$M$6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E-24B5-4158-90DB-B7140E262F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546951599"/>
        <c:axId val="1546951119"/>
      </c:barChart>
      <c:lineChart>
        <c:grouping val="standard"/>
        <c:varyColors val="0"/>
        <c:ser>
          <c:idx val="2"/>
          <c:order val="2"/>
          <c:tx>
            <c:strRef>
              <c:f>'Vẽ-Phương'!$A$7</c:f>
              <c:strCache>
                <c:ptCount val="1"/>
                <c:pt idx="0">
                  <c:v>Chỉ tiêu</c:v>
                </c:pt>
              </c:strCache>
            </c:strRef>
          </c:tx>
          <c:spPr>
            <a:ln w="25400" cap="rnd">
              <a:solidFill>
                <a:srgbClr val="FF0000"/>
              </a:solidFill>
              <a:round/>
            </a:ln>
            <a:effectLst/>
          </c:spPr>
          <c:marker>
            <c:symbol val="none"/>
          </c:marker>
          <c:dLbls>
            <c:dLbl>
              <c:idx val="11"/>
              <c:spPr>
                <a:solidFill>
                  <a:sysClr val="window" lastClr="FFFFFF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900" b="1" i="0" u="none" strike="noStrike" kern="1200" baseline="0">
                      <a:solidFill>
                        <a:srgbClr val="FF00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10-F45D-488D-B99D-6C605235C9DE}"/>
                </c:ext>
              </c:extLst>
            </c:dLbl>
            <c:spPr>
              <a:solidFill>
                <a:sysClr val="window" lastClr="FFFFFF"/>
              </a:solidFill>
              <a:ln w="19050" cap="flat" cmpd="sng" algn="ctr">
                <a:solidFill>
                  <a:srgbClr val="FF0000"/>
                </a:solidFill>
                <a:prstDash val="solid"/>
                <a:miter lim="800000"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'Vẽ-Phương'!$B$3:$M$3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'Vẽ-Phương'!$B$7:$M$7</c:f>
              <c:numCache>
                <c:formatCode>_(* #,##0.0,,,_);_(* \(#,##0.0,,,\);_(* "-"??_);_(@_)</c:formatCode>
                <c:ptCount val="12"/>
                <c:pt idx="0">
                  <c:v>1521095499.7650833</c:v>
                </c:pt>
                <c:pt idx="1">
                  <c:v>195991857.11529922</c:v>
                </c:pt>
                <c:pt idx="2">
                  <c:v>5259571669.1525373</c:v>
                </c:pt>
                <c:pt idx="3">
                  <c:v>8247359405.2083311</c:v>
                </c:pt>
                <c:pt idx="4">
                  <c:v>11377651288.992849</c:v>
                </c:pt>
                <c:pt idx="5">
                  <c:v>14209423929.577787</c:v>
                </c:pt>
                <c:pt idx="6">
                  <c:v>21559726332.761387</c:v>
                </c:pt>
                <c:pt idx="7">
                  <c:v>28281734352.77562</c:v>
                </c:pt>
                <c:pt idx="8">
                  <c:v>34390982637.94973</c:v>
                </c:pt>
                <c:pt idx="9">
                  <c:v>41056645417.700394</c:v>
                </c:pt>
                <c:pt idx="10">
                  <c:v>48179323347.516106</c:v>
                </c:pt>
                <c:pt idx="11">
                  <c:v>53470772354.991699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9FC-49B1-9E2A-6F8ADAB87A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274894383"/>
        <c:axId val="1274880463"/>
      </c:lineChart>
      <c:catAx>
        <c:axId val="12748943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4880463"/>
        <c:crosses val="autoZero"/>
        <c:auto val="1"/>
        <c:lblAlgn val="ctr"/>
        <c:lblOffset val="100"/>
        <c:noMultiLvlLbl val="0"/>
      </c:catAx>
      <c:valAx>
        <c:axId val="1274880463"/>
        <c:scaling>
          <c:orientation val="minMax"/>
        </c:scaling>
        <c:delete val="0"/>
        <c:axPos val="l"/>
        <c:numFmt formatCode="_(* #,##0.0,,,_);_(* \(#,##0.0,,,\);_(* &quot;-&quot;??_);_(@_)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4894383"/>
        <c:crosses val="autoZero"/>
        <c:crossBetween val="between"/>
      </c:valAx>
      <c:valAx>
        <c:axId val="1546951119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46951599"/>
        <c:crosses val="max"/>
        <c:crossBetween val="between"/>
      </c:valAx>
      <c:catAx>
        <c:axId val="1546951599"/>
        <c:scaling>
          <c:orientation val="minMax"/>
        </c:scaling>
        <c:delete val="1"/>
        <c:axPos val="b"/>
        <c:majorTickMark val="out"/>
        <c:minorTickMark val="none"/>
        <c:tickLblPos val="nextTo"/>
        <c:crossAx val="1546951119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0404410162548235E-3"/>
          <c:y val="2.7729406420351245E-2"/>
          <c:w val="0.40573673997569276"/>
          <c:h val="0.1042132586395266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1.9361937535368107E-2"/>
          <c:y val="0.18563132363277546"/>
          <c:w val="0.96127612492926384"/>
          <c:h val="0.6738977408545302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'Vẽ-Phương'!$A$4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2E7E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7650963815168285E-3"/>
                  <c:y val="0.11307773609887571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3312-499F-AD5E-049707D264C7}"/>
                </c:ext>
              </c:extLst>
            </c:dLbl>
            <c:dLbl>
              <c:idx val="3"/>
              <c:layout>
                <c:manualLayout>
                  <c:x val="-5.7650963815168285E-3"/>
                  <c:y val="-3.325815767613991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312-499F-AD5E-049707D264C7}"/>
                </c:ext>
              </c:extLst>
            </c:dLbl>
            <c:dLbl>
              <c:idx val="5"/>
              <c:layout>
                <c:manualLayout>
                  <c:x val="-1.9216987938390133E-3"/>
                  <c:y val="5.321305228182386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5824-47B1-BB6A-6725878C706C}"/>
                </c:ext>
              </c:extLst>
            </c:dLbl>
            <c:dLbl>
              <c:idx val="6"/>
              <c:layout>
                <c:manualLayout>
                  <c:x val="-5.7650963815168987E-3"/>
                  <c:y val="-5.321305228182386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5824-47B1-BB6A-6725878C706C}"/>
                </c:ext>
              </c:extLst>
            </c:dLbl>
            <c:dLbl>
              <c:idx val="7"/>
              <c:layout>
                <c:manualLayout>
                  <c:x val="0"/>
                  <c:y val="1.330326307045596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312-499F-AD5E-049707D264C7}"/>
                </c:ext>
              </c:extLst>
            </c:dLbl>
            <c:dLbl>
              <c:idx val="9"/>
              <c:layout>
                <c:manualLayout>
                  <c:x val="-1.9216987938390838E-3"/>
                  <c:y val="2.660652614091193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C057-42EB-BE4F-B551D3AA027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'Vẽ-Phương'!$B$3:$M$3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'Vẽ-Phương'!$B$4:$M$4</c:f>
              <c:numCache>
                <c:formatCode>_(* #,##0,,,_);_(* \(#,##0,,,\);_(* "-"??_);_(@_)</c:formatCode>
                <c:ptCount val="12"/>
                <c:pt idx="0">
                  <c:v>114462510402</c:v>
                </c:pt>
                <c:pt idx="1">
                  <c:v>187999461059</c:v>
                </c:pt>
                <c:pt idx="2">
                  <c:v>150253332680</c:v>
                </c:pt>
                <c:pt idx="3">
                  <c:v>125429649855</c:v>
                </c:pt>
                <c:pt idx="4">
                  <c:v>152067142852</c:v>
                </c:pt>
                <c:pt idx="5">
                  <c:v>119134672797</c:v>
                </c:pt>
                <c:pt idx="6">
                  <c:v>137991406898</c:v>
                </c:pt>
                <c:pt idx="7">
                  <c:v>168442653383</c:v>
                </c:pt>
                <c:pt idx="8">
                  <c:v>84710435067</c:v>
                </c:pt>
                <c:pt idx="9">
                  <c:v>108928556660</c:v>
                </c:pt>
                <c:pt idx="10">
                  <c:v>88347880802</c:v>
                </c:pt>
                <c:pt idx="11">
                  <c:v>99758121581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E7F-465E-B3B0-F50084385C9C}"/>
            </c:ext>
          </c:extLst>
        </c:ser>
        <c:ser>
          <c:idx val="1"/>
          <c:order val="1"/>
          <c:tx>
            <c:strRef>
              <c:f>'Vẽ-Phương'!$A$5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74E9AD"/>
            </a:solidFill>
            <a:ln>
              <a:noFill/>
            </a:ln>
            <a:effectLst/>
          </c:spPr>
          <c:invertIfNegative val="0"/>
          <c:dPt>
            <c:idx val="3"/>
            <c:invertIfNegative val="0"/>
            <c:bubble3D val="0"/>
            <c:spPr>
              <a:solidFill>
                <a:srgbClr val="5B9BD5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3A8-4656-84F3-1B87E60153DB}"/>
              </c:ext>
            </c:extLst>
          </c:dPt>
          <c:dPt>
            <c:idx val="4"/>
            <c:invertIfNegative val="0"/>
            <c:bubble3D val="0"/>
            <c:spPr>
              <a:solidFill>
                <a:srgbClr val="5B9BD5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3312-499F-AD5E-049707D264C7}"/>
              </c:ext>
            </c:extLst>
          </c:dPt>
          <c:dPt>
            <c:idx val="5"/>
            <c:invertIfNegative val="0"/>
            <c:bubble3D val="0"/>
            <c:spPr>
              <a:solidFill>
                <a:srgbClr val="5B9BD5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5E0B-47D6-BAFD-C9F83DD2DA56}"/>
              </c:ext>
            </c:extLst>
          </c:dPt>
          <c:dPt>
            <c:idx val="6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5E0B-47D6-BAFD-C9F83DD2DA56}"/>
              </c:ext>
            </c:extLst>
          </c:dPt>
          <c:dPt>
            <c:idx val="7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5E0B-47D6-BAFD-C9F83DD2DA56}"/>
              </c:ext>
            </c:extLst>
          </c:dPt>
          <c:dPt>
            <c:idx val="8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5E0B-47D6-BAFD-C9F83DD2DA56}"/>
              </c:ext>
            </c:extLst>
          </c:dPt>
          <c:dPt>
            <c:idx val="9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5E0B-47D6-BAFD-C9F83DD2DA56}"/>
              </c:ext>
            </c:extLst>
          </c:dPt>
          <c:dPt>
            <c:idx val="10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5E0B-47D6-BAFD-C9F83DD2DA56}"/>
              </c:ext>
            </c:extLst>
          </c:dPt>
          <c:dPt>
            <c:idx val="11"/>
            <c:invertIfNegative val="0"/>
            <c:bubble3D val="0"/>
            <c:spPr>
              <a:solidFill>
                <a:srgbClr val="CAF6D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5E0B-47D6-BAFD-C9F83DD2DA56}"/>
              </c:ext>
            </c:extLst>
          </c:dPt>
          <c:dLbls>
            <c:dLbl>
              <c:idx val="0"/>
              <c:layout>
                <c:manualLayout>
                  <c:x val="-8.8076843913068113E-18"/>
                  <c:y val="-1.995489460568395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4CE2-4E98-888D-9609E0A6AFBE}"/>
                </c:ext>
              </c:extLst>
            </c:dLbl>
            <c:dLbl>
              <c:idx val="1"/>
              <c:layout>
                <c:manualLayout>
                  <c:x val="0"/>
                  <c:y val="1.995489460568395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4CE2-4E98-888D-9609E0A6AFBE}"/>
                </c:ext>
              </c:extLst>
            </c:dLbl>
            <c:dLbl>
              <c:idx val="3"/>
              <c:layout>
                <c:manualLayout>
                  <c:x val="0"/>
                  <c:y val="2.660652614091190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800" b="0" i="0" u="none" strike="noStrike" kern="1200" baseline="0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3A8-4656-84F3-1B87E60153DB}"/>
                </c:ext>
              </c:extLst>
            </c:dLbl>
            <c:dLbl>
              <c:idx val="4"/>
              <c:layout>
                <c:manualLayout>
                  <c:x val="0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800" b="0" i="0" u="none" strike="noStrike" kern="1200" baseline="0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3312-499F-AD5E-049707D264C7}"/>
                </c:ext>
              </c:extLst>
            </c:dLbl>
            <c:dLbl>
              <c:idx val="5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800" b="0" i="0" u="none" strike="noStrike" kern="1200" baseline="0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4-5E0B-47D6-BAFD-C9F83DD2DA56}"/>
                </c:ext>
              </c:extLst>
            </c:dLbl>
            <c:dLbl>
              <c:idx val="6"/>
              <c:layout>
                <c:manualLayout>
                  <c:x val="0"/>
                  <c:y val="1.995489460568382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E0B-47D6-BAFD-C9F83DD2DA56}"/>
                </c:ext>
              </c:extLst>
            </c:dLbl>
            <c:dLbl>
              <c:idx val="7"/>
              <c:layout>
                <c:manualLayout>
                  <c:x val="1.7295289144550415E-2"/>
                  <c:y val="6.6516315352280137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E0B-47D6-BAFD-C9F83DD2DA56}"/>
                </c:ext>
              </c:extLst>
            </c:dLbl>
            <c:dLbl>
              <c:idx val="8"/>
              <c:layout>
                <c:manualLayout>
                  <c:x val="5.7650963815168285E-3"/>
                  <c:y val="1.330326307045596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5E0B-47D6-BAFD-C9F83DD2DA56}"/>
                </c:ext>
              </c:extLst>
            </c:dLbl>
            <c:dLbl>
              <c:idx val="10"/>
              <c:layout>
                <c:manualLayout>
                  <c:x val="1.9216987938389428E-3"/>
                  <c:y val="1.4818473309149965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5E0B-47D6-BAFD-C9F83DD2DA56}"/>
                </c:ext>
              </c:extLst>
            </c:dLbl>
            <c:dLbl>
              <c:idx val="11"/>
              <c:layout>
                <c:manualLayout>
                  <c:x val="-1.9216987938389428E-3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800" b="1" i="0" u="none" strike="noStrike" kern="1200" baseline="0">
                      <a:solidFill>
                        <a:srgbClr val="11930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E0B-47D6-BAFD-C9F83DD2DA5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rgbClr val="119303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'Vẽ-Phương'!$B$3:$M$3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'Vẽ-Phương'!$B$5:$M$5</c:f>
              <c:numCache>
                <c:formatCode>_(* #,##0,,,_);_(* \(#,##0,,,\);_(* "-"??_);_(@_)</c:formatCode>
                <c:ptCount val="12"/>
                <c:pt idx="0">
                  <c:v>126099036923</c:v>
                </c:pt>
                <c:pt idx="1">
                  <c:v>96566805360</c:v>
                </c:pt>
                <c:pt idx="2">
                  <c:v>173305822529.00003</c:v>
                </c:pt>
                <c:pt idx="3">
                  <c:v>177292554723.28909</c:v>
                </c:pt>
                <c:pt idx="4">
                  <c:v>167358761471.27518</c:v>
                </c:pt>
                <c:pt idx="5">
                  <c:v>157578003735.3732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E7F-465E-B3B0-F50084385C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274894383"/>
        <c:axId val="1274880463"/>
      </c:barChart>
      <c:barChart>
        <c:barDir val="col"/>
        <c:grouping val="clustered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296630255"/>
        <c:axId val="1296632655"/>
        <c:extLst>
          <c:ext xmlns:c15="http://schemas.microsoft.com/office/drawing/2012/chart" uri="{02D57815-91ED-43cb-92C2-25804820EDAC}">
            <c15:filteredBarSeries>
              <c15:ser>
                <c:idx val="3"/>
                <c:order val="3"/>
                <c:tx>
                  <c:strRef>
                    <c:extLst>
                      <c:ext uri="{02D57815-91ED-43cb-92C2-25804820EDAC}">
                        <c15:formulaRef>
                          <c15:sqref>'Vẽ-Phương'!$A$6</c15:sqref>
                        </c15:formulaRef>
                      </c:ext>
                    </c:extLst>
                    <c:strCache>
                      <c:ptCount val="1"/>
                      <c:pt idx="0">
                        <c:v>Dự báo</c:v>
                      </c:pt>
                    </c:strCache>
                  </c:strRef>
                </c:tx>
                <c:spPr>
                  <a:solidFill>
                    <a:srgbClr val="CAF6DF"/>
                  </a:solidFill>
                  <a:ln>
                    <a:noFill/>
                  </a:ln>
                  <a:effectLst/>
                </c:spPr>
                <c:invertIfNegative val="0"/>
                <c:val>
                  <c:numRef>
                    <c:extLst>
                      <c:ext uri="{02D57815-91ED-43cb-92C2-25804820EDAC}">
                        <c15:formulaRef>
                          <c15:sqref>'Vẽ-Phương'!$B$6:$M$6</c15:sqref>
                        </c15:formulaRef>
                      </c:ext>
                    </c:extLst>
                    <c:numCache>
                      <c:formatCode>General</c:formatCode>
                      <c:ptCount val="12"/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E-4565-4E12-8476-9225D9072204}"/>
                  </c:ext>
                </c:extLst>
              </c15:ser>
            </c15:filteredBarSeries>
          </c:ext>
        </c:extLst>
      </c:barChart>
      <c:lineChart>
        <c:grouping val="standard"/>
        <c:varyColors val="0"/>
        <c:ser>
          <c:idx val="2"/>
          <c:order val="2"/>
          <c:tx>
            <c:strRef>
              <c:f>'Vẽ-Phương'!$A$7</c:f>
              <c:strCache>
                <c:ptCount val="1"/>
                <c:pt idx="0">
                  <c:v>Chỉ tiêu</c:v>
                </c:pt>
              </c:strCache>
            </c:strRef>
          </c:tx>
          <c:spPr>
            <a:ln w="25400" cap="rnd">
              <a:solidFill>
                <a:srgbClr val="FF0000"/>
              </a:solidFill>
              <a:round/>
            </a:ln>
            <a:effectLst/>
          </c:spPr>
          <c:marker>
            <c:symbol val="none"/>
          </c:marker>
          <c:dLbls>
            <c:spPr>
              <a:solidFill>
                <a:sysClr val="window" lastClr="FFFFFF"/>
              </a:solidFill>
              <a:ln w="19050" cap="flat" cmpd="sng" algn="ctr">
                <a:solidFill>
                  <a:srgbClr val="FF0000"/>
                </a:solidFill>
                <a:prstDash val="solid"/>
                <a:miter lim="800000"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'Vẽ-Phương'!$B$3:$M$3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'Vẽ-Phương'!$B$7:$M$7</c:f>
              <c:numCache>
                <c:formatCode>_(* #,##0,,,_);_(* \(#,##0,,,\);_(* "-"??_);_(@_)</c:formatCode>
                <c:ptCount val="12"/>
                <c:pt idx="0">
                  <c:v>129505341136.8568</c:v>
                </c:pt>
                <c:pt idx="1">
                  <c:v>127974441177.86678</c:v>
                </c:pt>
                <c:pt idx="2">
                  <c:v>141599491827.82724</c:v>
                </c:pt>
                <c:pt idx="3">
                  <c:v>131782266518.60179</c:v>
                </c:pt>
                <c:pt idx="4">
                  <c:v>140244307484.73703</c:v>
                </c:pt>
                <c:pt idx="5">
                  <c:v>141409300219.24362</c:v>
                </c:pt>
                <c:pt idx="6">
                  <c:v>145404057387.95999</c:v>
                </c:pt>
                <c:pt idx="7">
                  <c:v>141276361518.14462</c:v>
                </c:pt>
                <c:pt idx="8">
                  <c:v>148196499542.28259</c:v>
                </c:pt>
                <c:pt idx="9">
                  <c:v>137984481243.16364</c:v>
                </c:pt>
                <c:pt idx="10">
                  <c:v>145929060338.82693</c:v>
                </c:pt>
                <c:pt idx="11">
                  <c:v>147442013746.17145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E7F-465E-B3B0-F50084385C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274894383"/>
        <c:axId val="1274880463"/>
      </c:lineChart>
      <c:catAx>
        <c:axId val="12748943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4880463"/>
        <c:crosses val="autoZero"/>
        <c:auto val="1"/>
        <c:lblAlgn val="ctr"/>
        <c:lblOffset val="100"/>
        <c:noMultiLvlLbl val="0"/>
      </c:catAx>
      <c:valAx>
        <c:axId val="1274880463"/>
        <c:scaling>
          <c:orientation val="minMax"/>
        </c:scaling>
        <c:delete val="0"/>
        <c:axPos val="l"/>
        <c:numFmt formatCode="_(* #,##0,,,_);_(* \(#,##0,,,\);_(* &quot;-&quot;??_);_(@_)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4894383"/>
        <c:crosses val="autoZero"/>
        <c:crossBetween val="between"/>
      </c:valAx>
      <c:valAx>
        <c:axId val="1296632655"/>
        <c:scaling>
          <c:orientation val="minMax"/>
        </c:scaling>
        <c:delete val="0"/>
        <c:axPos val="r"/>
        <c:numFmt formatCode="_(* #,##0,,,_);_(* \(#,##0,,,\);_(* &quot;-&quot;??_);_(@_)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96630255"/>
        <c:crosses val="max"/>
        <c:crossBetween val="between"/>
      </c:valAx>
      <c:catAx>
        <c:axId val="1296630255"/>
        <c:scaling>
          <c:orientation val="minMax"/>
        </c:scaling>
        <c:delete val="1"/>
        <c:axPos val="b"/>
        <c:majorTickMark val="out"/>
        <c:minorTickMark val="none"/>
        <c:tickLblPos val="nextTo"/>
        <c:crossAx val="1296632655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0404410162548235E-3"/>
          <c:y val="2.7729406420351245E-2"/>
          <c:w val="0.40573673997569276"/>
          <c:h val="0.1042132586395266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1.44959641299032E-4"/>
          <c:y val="0.19893458670323144"/>
          <c:w val="0.99971008071740197"/>
          <c:h val="0.6805493723897582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'Vẽ-Phương'!$A$4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2E7EE"/>
            </a:solidFill>
            <a:ln>
              <a:noFill/>
            </a:ln>
            <a:effectLst/>
          </c:spPr>
          <c:invertIfNegative val="0"/>
          <c:dLbls>
            <c:dLbl>
              <c:idx val="9"/>
              <c:layout>
                <c:manualLayout>
                  <c:x val="-3.8433975876778857E-3"/>
                  <c:y val="-5.3213052281823867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6F3-450D-91BD-DF8362A94D19}"/>
                </c:ext>
              </c:extLst>
            </c:dLbl>
            <c:dLbl>
              <c:idx val="10"/>
              <c:layout>
                <c:manualLayout>
                  <c:x val="-1.9216987938389569E-2"/>
                  <c:y val="-6.6516315352279864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F45D-488D-B99D-6C605235C9DE}"/>
                </c:ext>
              </c:extLst>
            </c:dLbl>
            <c:dLbl>
              <c:idx val="11"/>
              <c:layout>
                <c:manualLayout>
                  <c:x val="-9.6084939691948555E-3"/>
                  <c:y val="-9.312284149319176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F45D-488D-B99D-6C605235C9D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'Vẽ-Phương'!$B$3:$M$3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'Vẽ-Phương'!$B$4:$M$4</c:f>
              <c:numCache>
                <c:formatCode>_(* #,##0,,,_);_(* \(#,##0,,,\);_(* "-"??_);_(@_)</c:formatCode>
                <c:ptCount val="12"/>
                <c:pt idx="0">
                  <c:v>114462510402</c:v>
                </c:pt>
                <c:pt idx="1">
                  <c:v>302461971461</c:v>
                </c:pt>
                <c:pt idx="2">
                  <c:v>452715304141</c:v>
                </c:pt>
                <c:pt idx="3">
                  <c:v>578144953996</c:v>
                </c:pt>
                <c:pt idx="4">
                  <c:v>730212096848</c:v>
                </c:pt>
                <c:pt idx="5">
                  <c:v>849346769645</c:v>
                </c:pt>
                <c:pt idx="6">
                  <c:v>987338176543</c:v>
                </c:pt>
                <c:pt idx="7">
                  <c:v>1155780829926</c:v>
                </c:pt>
                <c:pt idx="8">
                  <c:v>1240491264993</c:v>
                </c:pt>
                <c:pt idx="9">
                  <c:v>1349419821653</c:v>
                </c:pt>
                <c:pt idx="10">
                  <c:v>1437767702455</c:v>
                </c:pt>
                <c:pt idx="11">
                  <c:v>1537525824036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9FC-49B1-9E2A-6F8ADAB87AD5}"/>
            </c:ext>
          </c:extLst>
        </c:ser>
        <c:ser>
          <c:idx val="1"/>
          <c:order val="1"/>
          <c:tx>
            <c:strRef>
              <c:f>'Vẽ-Phương'!$A$5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74E9AD"/>
            </a:solidFill>
            <a:ln>
              <a:noFill/>
            </a:ln>
            <a:effectLst/>
          </c:spPr>
          <c:invertIfNegative val="0"/>
          <c:dPt>
            <c:idx val="3"/>
            <c:invertIfNegative val="0"/>
            <c:bubble3D val="0"/>
            <c:spPr>
              <a:solidFill>
                <a:srgbClr val="5B9BD5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0A93-48C0-B60B-494698818C8D}"/>
              </c:ext>
            </c:extLst>
          </c:dPt>
          <c:dPt>
            <c:idx val="4"/>
            <c:invertIfNegative val="0"/>
            <c:bubble3D val="0"/>
            <c:spPr>
              <a:solidFill>
                <a:srgbClr val="5B9BD5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A47A-4EED-AEE9-4740BF362757}"/>
              </c:ext>
            </c:extLst>
          </c:dPt>
          <c:dPt>
            <c:idx val="5"/>
            <c:invertIfNegative val="0"/>
            <c:bubble3D val="0"/>
            <c:spPr>
              <a:solidFill>
                <a:srgbClr val="5B9BD5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F254-4B67-B167-FFF9E994D945}"/>
              </c:ext>
            </c:extLst>
          </c:dPt>
          <c:dPt>
            <c:idx val="6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F254-4B67-B167-FFF9E994D945}"/>
              </c:ext>
            </c:extLst>
          </c:dPt>
          <c:dPt>
            <c:idx val="7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F254-4B67-B167-FFF9E994D945}"/>
              </c:ext>
            </c:extLst>
          </c:dPt>
          <c:dPt>
            <c:idx val="8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254-4B67-B167-FFF9E994D945}"/>
              </c:ext>
            </c:extLst>
          </c:dPt>
          <c:dPt>
            <c:idx val="9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254-4B67-B167-FFF9E994D945}"/>
              </c:ext>
            </c:extLst>
          </c:dPt>
          <c:dPt>
            <c:idx val="10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F254-4B67-B167-FFF9E994D945}"/>
              </c:ext>
            </c:extLst>
          </c:dPt>
          <c:dPt>
            <c:idx val="11"/>
            <c:invertIfNegative val="0"/>
            <c:bubble3D val="0"/>
            <c:spPr>
              <a:solidFill>
                <a:srgbClr val="CAF6D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F254-4B67-B167-FFF9E994D945}"/>
              </c:ext>
            </c:extLst>
          </c:dPt>
          <c:dLbls>
            <c:dLbl>
              <c:idx val="1"/>
              <c:layout>
                <c:manualLayout>
                  <c:x val="1.9216987938389253E-3"/>
                  <c:y val="-3.325815767613991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F45D-488D-B99D-6C605235C9DE}"/>
                </c:ext>
              </c:extLst>
            </c:dLbl>
            <c:dLbl>
              <c:idx val="2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1" i="0" u="none" strike="noStrike" kern="1200" baseline="0">
                      <a:solidFill>
                        <a:srgbClr val="11930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E-C5C4-46FB-8074-B097150E5CB7}"/>
                </c:ext>
              </c:extLst>
            </c:dLbl>
            <c:dLbl>
              <c:idx val="3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spAutoFit/>
                </a:bodyPr>
                <a:lstStyle/>
                <a:p>
                  <a:pPr algn="ctr" rtl="0">
                    <a:defRPr lang="en-US" sz="800" b="0" i="0" u="none" strike="noStrike" kern="1200" baseline="0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0-0A93-48C0-B60B-494698818C8D}"/>
                </c:ext>
              </c:extLst>
            </c:dLbl>
            <c:dLbl>
              <c:idx val="4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spAutoFit/>
                </a:bodyPr>
                <a:lstStyle/>
                <a:p>
                  <a:pPr algn="ctr" rtl="0">
                    <a:defRPr lang="en-US" sz="800" b="0" i="0" u="none" strike="noStrike" kern="1200" baseline="0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0-A47A-4EED-AEE9-4740BF362757}"/>
                </c:ext>
              </c:extLst>
            </c:dLbl>
            <c:dLbl>
              <c:idx val="5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1" i="0" u="none" strike="noStrike" kern="1200" baseline="0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0-F254-4B67-B167-FFF9E994D945}"/>
                </c:ext>
              </c:extLst>
            </c:dLbl>
            <c:dLbl>
              <c:idx val="6"/>
              <c:layout>
                <c:manualLayout>
                  <c:x val="1.9216987938389428E-3"/>
                  <c:y val="-1.330326307045596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F254-4B67-B167-FFF9E994D945}"/>
                </c:ext>
              </c:extLst>
            </c:dLbl>
            <c:dLbl>
              <c:idx val="7"/>
              <c:layout>
                <c:manualLayout>
                  <c:x val="-7.0461475130454491E-17"/>
                  <c:y val="-1.995489460568395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F254-4B67-B167-FFF9E994D945}"/>
                </c:ext>
              </c:extLst>
            </c:dLbl>
            <c:dLbl>
              <c:idx val="8"/>
              <c:layout>
                <c:manualLayout>
                  <c:x val="-1.1530192763033657E-2"/>
                  <c:y val="-5.321305228182386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254-4B67-B167-FFF9E994D945}"/>
                </c:ext>
              </c:extLst>
            </c:dLbl>
            <c:dLbl>
              <c:idx val="9"/>
              <c:layout>
                <c:manualLayout>
                  <c:x val="0"/>
                  <c:y val="5.3213052281823867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spAutoFit/>
                </a:bodyPr>
                <a:lstStyle/>
                <a:p>
                  <a:pPr algn="ctr" rtl="0">
                    <a:defRPr lang="en-US" sz="800" b="0" i="0" u="none" strike="noStrike" kern="1200" baseline="0">
                      <a:solidFill>
                        <a:srgbClr val="11930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F254-4B67-B167-FFF9E994D945}"/>
                </c:ext>
              </c:extLst>
            </c:dLbl>
            <c:dLbl>
              <c:idx val="10"/>
              <c:layout>
                <c:manualLayout>
                  <c:x val="-5.7650963815169699E-3"/>
                  <c:y val="4.6561420746595826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spAutoFit/>
                </a:bodyPr>
                <a:lstStyle/>
                <a:p>
                  <a:pPr algn="ctr" rtl="0">
                    <a:defRPr lang="en-US" sz="800" b="0" i="0" u="none" strike="noStrike" kern="1200" baseline="0">
                      <a:solidFill>
                        <a:srgbClr val="11930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F254-4B67-B167-FFF9E994D945}"/>
                </c:ext>
              </c:extLst>
            </c:dLbl>
            <c:dLbl>
              <c:idx val="11"/>
              <c:layout>
                <c:manualLayout>
                  <c:x val="-1.9216987938389428E-3"/>
                  <c:y val="2.6606526140911933E-2"/>
                </c:manualLayout>
              </c:layout>
              <c:spPr>
                <a:noFill/>
                <a:ln>
                  <a:solidFill>
                    <a:srgbClr val="CAF6DF"/>
                  </a:solidFill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1" i="0" u="none" strike="noStrike" kern="1200" baseline="0">
                      <a:solidFill>
                        <a:srgbClr val="11930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F254-4B67-B167-FFF9E994D94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rgbClr val="119303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'Vẽ-Phương'!$B$3:$M$3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'Vẽ-Phương'!$B$5:$M$5</c:f>
              <c:numCache>
                <c:formatCode>_(* #,##0,,,_);_(* \(#,##0,,,\);_(* "-"??_);_(@_)</c:formatCode>
                <c:ptCount val="12"/>
                <c:pt idx="0">
                  <c:v>126099036923</c:v>
                </c:pt>
                <c:pt idx="1">
                  <c:v>222665842283</c:v>
                </c:pt>
                <c:pt idx="2">
                  <c:v>395971664812</c:v>
                </c:pt>
                <c:pt idx="3">
                  <c:v>573264219535.28906</c:v>
                </c:pt>
                <c:pt idx="4">
                  <c:v>740622981006.56421</c:v>
                </c:pt>
                <c:pt idx="5">
                  <c:v>898200984741.93738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9FC-49B1-9E2A-6F8ADAB87A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274894383"/>
        <c:axId val="1274880463"/>
      </c:barChart>
      <c:barChart>
        <c:barDir val="col"/>
        <c:grouping val="clustered"/>
        <c:varyColors val="0"/>
        <c:ser>
          <c:idx val="3"/>
          <c:order val="3"/>
          <c:tx>
            <c:strRef>
              <c:f>'Vẽ-Phương'!$A$6</c:f>
              <c:strCache>
                <c:ptCount val="1"/>
                <c:pt idx="0">
                  <c:v>Dự báo</c:v>
                </c:pt>
              </c:strCache>
            </c:strRef>
          </c:tx>
          <c:spPr>
            <a:solidFill>
              <a:srgbClr val="CAF6DF"/>
            </a:solidFill>
            <a:ln>
              <a:noFill/>
            </a:ln>
            <a:effectLst/>
          </c:spPr>
          <c:invertIfNegative val="0"/>
          <c:val>
            <c:numRef>
              <c:f>'Vẽ-Phương'!$B$6:$M$6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E-24B5-4158-90DB-B7140E262F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546951599"/>
        <c:axId val="1546951119"/>
      </c:barChart>
      <c:lineChart>
        <c:grouping val="standard"/>
        <c:varyColors val="0"/>
        <c:ser>
          <c:idx val="2"/>
          <c:order val="2"/>
          <c:tx>
            <c:strRef>
              <c:f>'Vẽ-Phương'!$A$7</c:f>
              <c:strCache>
                <c:ptCount val="1"/>
                <c:pt idx="0">
                  <c:v>Chỉ tiêu</c:v>
                </c:pt>
              </c:strCache>
            </c:strRef>
          </c:tx>
          <c:spPr>
            <a:ln w="25400" cap="rnd">
              <a:solidFill>
                <a:srgbClr val="FF0000"/>
              </a:solidFill>
              <a:round/>
            </a:ln>
            <a:effectLst/>
          </c:spPr>
          <c:marker>
            <c:symbol val="none"/>
          </c:marker>
          <c:dLbls>
            <c:dLbl>
              <c:idx val="11"/>
              <c:spPr>
                <a:solidFill>
                  <a:sysClr val="window" lastClr="FFFFFF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900" b="1" i="0" u="none" strike="noStrike" kern="1200" baseline="0">
                      <a:solidFill>
                        <a:srgbClr val="FF00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10-F45D-488D-B99D-6C605235C9DE}"/>
                </c:ext>
              </c:extLst>
            </c:dLbl>
            <c:spPr>
              <a:solidFill>
                <a:sysClr val="window" lastClr="FFFFFF"/>
              </a:solidFill>
              <a:ln w="19050" cap="flat" cmpd="sng" algn="ctr">
                <a:solidFill>
                  <a:srgbClr val="FF0000"/>
                </a:solidFill>
                <a:prstDash val="solid"/>
                <a:miter lim="800000"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'Vẽ-Phương'!$B$3:$M$3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'Vẽ-Phương'!$B$7:$M$7</c:f>
              <c:numCache>
                <c:formatCode>_(* #,##0,,,_);_(* \(#,##0,,,\);_(* "-"??_);_(@_)</c:formatCode>
                <c:ptCount val="12"/>
                <c:pt idx="0">
                  <c:v>129505341136.8568</c:v>
                </c:pt>
                <c:pt idx="1">
                  <c:v>257479782314.72357</c:v>
                </c:pt>
                <c:pt idx="2">
                  <c:v>399079274142.55078</c:v>
                </c:pt>
                <c:pt idx="3">
                  <c:v>530861540661.15259</c:v>
                </c:pt>
                <c:pt idx="4">
                  <c:v>671105848145.88965</c:v>
                </c:pt>
                <c:pt idx="5">
                  <c:v>812515148365.1333</c:v>
                </c:pt>
                <c:pt idx="6">
                  <c:v>957919205753.09326</c:v>
                </c:pt>
                <c:pt idx="7">
                  <c:v>1099195567271.2379</c:v>
                </c:pt>
                <c:pt idx="8">
                  <c:v>1247392066813.5205</c:v>
                </c:pt>
                <c:pt idx="9">
                  <c:v>1385376548056.6841</c:v>
                </c:pt>
                <c:pt idx="10">
                  <c:v>1531305608395.511</c:v>
                </c:pt>
                <c:pt idx="11">
                  <c:v>1678747622141.6824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9FC-49B1-9E2A-6F8ADAB87A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274894383"/>
        <c:axId val="1274880463"/>
      </c:lineChart>
      <c:catAx>
        <c:axId val="12748943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4880463"/>
        <c:crosses val="autoZero"/>
        <c:auto val="1"/>
        <c:lblAlgn val="ctr"/>
        <c:lblOffset val="100"/>
        <c:noMultiLvlLbl val="0"/>
      </c:catAx>
      <c:valAx>
        <c:axId val="1274880463"/>
        <c:scaling>
          <c:orientation val="minMax"/>
        </c:scaling>
        <c:delete val="0"/>
        <c:axPos val="l"/>
        <c:numFmt formatCode="_(* #,##0,,,_);_(* \(#,##0,,,\);_(* &quot;-&quot;??_);_(@_)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4894383"/>
        <c:crosses val="autoZero"/>
        <c:crossBetween val="between"/>
      </c:valAx>
      <c:valAx>
        <c:axId val="1546951119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46951599"/>
        <c:crosses val="max"/>
        <c:crossBetween val="between"/>
      </c:valAx>
      <c:catAx>
        <c:axId val="1546951599"/>
        <c:scaling>
          <c:orientation val="minMax"/>
        </c:scaling>
        <c:delete val="1"/>
        <c:axPos val="b"/>
        <c:majorTickMark val="out"/>
        <c:minorTickMark val="none"/>
        <c:tickLblPos val="nextTo"/>
        <c:crossAx val="1546951119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0404410162548235E-3"/>
          <c:y val="2.7729406420351245E-2"/>
          <c:w val="0.40573673997569276"/>
          <c:h val="0.1042132586395266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1.9361937535368107E-2"/>
          <c:y val="0.18563132363277546"/>
          <c:w val="0.96127612492926384"/>
          <c:h val="0.6738977408545302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'Vẽ-Phương'!$A$4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2E7E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7650963815168285E-3"/>
                  <c:y val="0.11307773609887571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3312-499F-AD5E-049707D264C7}"/>
                </c:ext>
              </c:extLst>
            </c:dLbl>
            <c:dLbl>
              <c:idx val="3"/>
              <c:layout>
                <c:manualLayout>
                  <c:x val="-5.7650963815168285E-3"/>
                  <c:y val="-3.325815767613991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312-499F-AD5E-049707D264C7}"/>
                </c:ext>
              </c:extLst>
            </c:dLbl>
            <c:dLbl>
              <c:idx val="5"/>
              <c:layout>
                <c:manualLayout>
                  <c:x val="-5.7650963815168285E-3"/>
                  <c:y val="-3.325815767613991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C5A0-4B21-AB1D-21864FF8ACC7}"/>
                </c:ext>
              </c:extLst>
            </c:dLbl>
            <c:dLbl>
              <c:idx val="7"/>
              <c:layout>
                <c:manualLayout>
                  <c:x val="0"/>
                  <c:y val="1.330326307045596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312-499F-AD5E-049707D264C7}"/>
                </c:ext>
              </c:extLst>
            </c:dLbl>
            <c:dLbl>
              <c:idx val="11"/>
              <c:layout>
                <c:manualLayout>
                  <c:x val="-1.9216987938389428E-3"/>
                  <c:y val="0.1529875253102436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81E7-4C54-B633-2BCA976D169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'Vẽ-Phương'!$B$3:$M$3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'Vẽ-Phương'!$B$4:$M$4</c:f>
              <c:numCache>
                <c:formatCode>_(* #,##0.0,,,_);_(* \(#,##0.0,,,\);_(* "-"??_);_(@_)</c:formatCode>
                <c:ptCount val="12"/>
                <c:pt idx="0">
                  <c:v>4897080552</c:v>
                </c:pt>
                <c:pt idx="1">
                  <c:v>17400796729</c:v>
                </c:pt>
                <c:pt idx="2">
                  <c:v>7098249059</c:v>
                </c:pt>
                <c:pt idx="3">
                  <c:v>3750983485</c:v>
                </c:pt>
                <c:pt idx="4">
                  <c:v>9530204304</c:v>
                </c:pt>
                <c:pt idx="5">
                  <c:v>1072500757</c:v>
                </c:pt>
                <c:pt idx="6">
                  <c:v>1039517857</c:v>
                </c:pt>
                <c:pt idx="7">
                  <c:v>93219731</c:v>
                </c:pt>
                <c:pt idx="8">
                  <c:v>-10202154651</c:v>
                </c:pt>
                <c:pt idx="9">
                  <c:v>-4684658050</c:v>
                </c:pt>
                <c:pt idx="10">
                  <c:v>-6920497847</c:v>
                </c:pt>
                <c:pt idx="11">
                  <c:v>2661513008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E7F-465E-B3B0-F50084385C9C}"/>
            </c:ext>
          </c:extLst>
        </c:ser>
        <c:ser>
          <c:idx val="1"/>
          <c:order val="1"/>
          <c:tx>
            <c:strRef>
              <c:f>'Vẽ-Phương'!$A$5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74E9AD"/>
            </a:solidFill>
            <a:ln>
              <a:noFill/>
            </a:ln>
            <a:effectLst/>
          </c:spPr>
          <c:invertIfNegative val="0"/>
          <c:dPt>
            <c:idx val="3"/>
            <c:invertIfNegative val="0"/>
            <c:bubble3D val="0"/>
            <c:spPr>
              <a:solidFill>
                <a:srgbClr val="5B9BD5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3A8-4656-84F3-1B87E60153DB}"/>
              </c:ext>
            </c:extLst>
          </c:dPt>
          <c:dPt>
            <c:idx val="4"/>
            <c:invertIfNegative val="0"/>
            <c:bubble3D val="0"/>
            <c:spPr>
              <a:solidFill>
                <a:srgbClr val="5B9BD5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3312-499F-AD5E-049707D264C7}"/>
              </c:ext>
            </c:extLst>
          </c:dPt>
          <c:dPt>
            <c:idx val="5"/>
            <c:invertIfNegative val="0"/>
            <c:bubble3D val="0"/>
            <c:spPr>
              <a:solidFill>
                <a:srgbClr val="5B9BD5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5E0B-47D6-BAFD-C9F83DD2DA56}"/>
              </c:ext>
            </c:extLst>
          </c:dPt>
          <c:dPt>
            <c:idx val="6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5E0B-47D6-BAFD-C9F83DD2DA56}"/>
              </c:ext>
            </c:extLst>
          </c:dPt>
          <c:dPt>
            <c:idx val="7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5E0B-47D6-BAFD-C9F83DD2DA56}"/>
              </c:ext>
            </c:extLst>
          </c:dPt>
          <c:dPt>
            <c:idx val="8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5E0B-47D6-BAFD-C9F83DD2DA56}"/>
              </c:ext>
            </c:extLst>
          </c:dPt>
          <c:dPt>
            <c:idx val="9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5E0B-47D6-BAFD-C9F83DD2DA56}"/>
              </c:ext>
            </c:extLst>
          </c:dPt>
          <c:dPt>
            <c:idx val="10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5E0B-47D6-BAFD-C9F83DD2DA56}"/>
              </c:ext>
            </c:extLst>
          </c:dPt>
          <c:dPt>
            <c:idx val="11"/>
            <c:invertIfNegative val="0"/>
            <c:bubble3D val="0"/>
            <c:spPr>
              <a:solidFill>
                <a:srgbClr val="CAF6D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5E0B-47D6-BAFD-C9F83DD2DA56}"/>
              </c:ext>
            </c:extLst>
          </c:dPt>
          <c:dLbls>
            <c:dLbl>
              <c:idx val="0"/>
              <c:layout>
                <c:manualLayout>
                  <c:x val="-8.8076843913068113E-18"/>
                  <c:y val="-1.995489460568395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4CE2-4E98-888D-9609E0A6AFBE}"/>
                </c:ext>
              </c:extLst>
            </c:dLbl>
            <c:dLbl>
              <c:idx val="1"/>
              <c:layout>
                <c:manualLayout>
                  <c:x val="0"/>
                  <c:y val="1.995489460568395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4CE2-4E98-888D-9609E0A6AFBE}"/>
                </c:ext>
              </c:extLst>
            </c:dLbl>
            <c:dLbl>
              <c:idx val="3"/>
              <c:layout>
                <c:manualLayout>
                  <c:x val="-1.9216987938389428E-3"/>
                  <c:y val="-1.995489460568395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800" b="0" i="0" u="none" strike="noStrike" kern="1200" baseline="0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3A8-4656-84F3-1B87E60153DB}"/>
                </c:ext>
              </c:extLst>
            </c:dLbl>
            <c:dLbl>
              <c:idx val="4"/>
              <c:layout>
                <c:manualLayout>
                  <c:x val="0"/>
                  <c:y val="3.3258157676139856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800" b="0" i="0" u="none" strike="noStrike" kern="1200" baseline="0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3312-499F-AD5E-049707D264C7}"/>
                </c:ext>
              </c:extLst>
            </c:dLbl>
            <c:dLbl>
              <c:idx val="5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800" b="0" i="0" u="none" strike="noStrike" kern="1200" baseline="0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4-5E0B-47D6-BAFD-C9F83DD2DA56}"/>
                </c:ext>
              </c:extLst>
            </c:dLbl>
            <c:dLbl>
              <c:idx val="6"/>
              <c:layout>
                <c:manualLayout>
                  <c:x val="0"/>
                  <c:y val="1.995489460568382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E0B-47D6-BAFD-C9F83DD2DA56}"/>
                </c:ext>
              </c:extLst>
            </c:dLbl>
            <c:dLbl>
              <c:idx val="7"/>
              <c:layout>
                <c:manualLayout>
                  <c:x val="1.7295289144550415E-2"/>
                  <c:y val="6.6516315352280137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E0B-47D6-BAFD-C9F83DD2DA56}"/>
                </c:ext>
              </c:extLst>
            </c:dLbl>
            <c:dLbl>
              <c:idx val="8"/>
              <c:layout>
                <c:manualLayout>
                  <c:x val="5.7650963815168285E-3"/>
                  <c:y val="1.330326307045596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5E0B-47D6-BAFD-C9F83DD2DA56}"/>
                </c:ext>
              </c:extLst>
            </c:dLbl>
            <c:dLbl>
              <c:idx val="10"/>
              <c:layout>
                <c:manualLayout>
                  <c:x val="1.9216987938389428E-3"/>
                  <c:y val="1.4818473309149965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5E0B-47D6-BAFD-C9F83DD2DA56}"/>
                </c:ext>
              </c:extLst>
            </c:dLbl>
            <c:dLbl>
              <c:idx val="11"/>
              <c:layout>
                <c:manualLayout>
                  <c:x val="-1.9216987938389428E-3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800" b="1" i="0" u="none" strike="noStrike" kern="1200" baseline="0">
                      <a:solidFill>
                        <a:srgbClr val="11930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E0B-47D6-BAFD-C9F83DD2DA5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rgbClr val="119303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'Vẽ-Phương'!$B$3:$M$3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'Vẽ-Phương'!$B$5:$M$5</c:f>
              <c:numCache>
                <c:formatCode>_(* #,##0.0,,,_);_(* \(#,##0.0,,,\);_(* "-"??_);_(@_)</c:formatCode>
                <c:ptCount val="12"/>
                <c:pt idx="0">
                  <c:v>-1693460736</c:v>
                </c:pt>
                <c:pt idx="1">
                  <c:v>-6419213738</c:v>
                </c:pt>
                <c:pt idx="2">
                  <c:v>-6665406624</c:v>
                </c:pt>
                <c:pt idx="3">
                  <c:v>3167080472.0715389</c:v>
                </c:pt>
                <c:pt idx="4">
                  <c:v>9146954426.4236336</c:v>
                </c:pt>
                <c:pt idx="5">
                  <c:v>7925453683.3344955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E7F-465E-B3B0-F50084385C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274894383"/>
        <c:axId val="1274880463"/>
      </c:barChart>
      <c:barChart>
        <c:barDir val="col"/>
        <c:grouping val="clustered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296630255"/>
        <c:axId val="1296632655"/>
        <c:extLst>
          <c:ext xmlns:c15="http://schemas.microsoft.com/office/drawing/2012/chart" uri="{02D57815-91ED-43cb-92C2-25804820EDAC}">
            <c15:filteredBarSeries>
              <c15:ser>
                <c:idx val="3"/>
                <c:order val="3"/>
                <c:tx>
                  <c:strRef>
                    <c:extLst>
                      <c:ext uri="{02D57815-91ED-43cb-92C2-25804820EDAC}">
                        <c15:formulaRef>
                          <c15:sqref>'Vẽ-Phương'!$A$6</c15:sqref>
                        </c15:formulaRef>
                      </c:ext>
                    </c:extLst>
                    <c:strCache>
                      <c:ptCount val="1"/>
                      <c:pt idx="0">
                        <c:v>Dự báo</c:v>
                      </c:pt>
                    </c:strCache>
                  </c:strRef>
                </c:tx>
                <c:spPr>
                  <a:solidFill>
                    <a:srgbClr val="CAF6DF"/>
                  </a:solidFill>
                  <a:ln>
                    <a:noFill/>
                  </a:ln>
                  <a:effectLst/>
                </c:spPr>
                <c:invertIfNegative val="0"/>
                <c:val>
                  <c:numRef>
                    <c:extLst>
                      <c:ext uri="{02D57815-91ED-43cb-92C2-25804820EDAC}">
                        <c15:formulaRef>
                          <c15:sqref>'Vẽ-Phương'!$B$6:$M$6</c15:sqref>
                        </c15:formulaRef>
                      </c:ext>
                    </c:extLst>
                    <c:numCache>
                      <c:formatCode>General</c:formatCode>
                      <c:ptCount val="12"/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E-4565-4E12-8476-9225D9072204}"/>
                  </c:ext>
                </c:extLst>
              </c15:ser>
            </c15:filteredBarSeries>
          </c:ext>
        </c:extLst>
      </c:barChart>
      <c:lineChart>
        <c:grouping val="standard"/>
        <c:varyColors val="0"/>
        <c:ser>
          <c:idx val="2"/>
          <c:order val="2"/>
          <c:tx>
            <c:strRef>
              <c:f>'Vẽ-Phương'!$A$7</c:f>
              <c:strCache>
                <c:ptCount val="1"/>
                <c:pt idx="0">
                  <c:v>Chỉ tiêu</c:v>
                </c:pt>
              </c:strCache>
            </c:strRef>
          </c:tx>
          <c:spPr>
            <a:ln w="25400" cap="rnd">
              <a:solidFill>
                <a:srgbClr val="FF0000"/>
              </a:solidFill>
              <a:round/>
            </a:ln>
            <a:effectLst/>
          </c:spPr>
          <c:marker>
            <c:symbol val="none"/>
          </c:marker>
          <c:dLbls>
            <c:spPr>
              <a:solidFill>
                <a:sysClr val="window" lastClr="FFFFFF"/>
              </a:solidFill>
              <a:ln w="19050" cap="flat" cmpd="sng" algn="ctr">
                <a:solidFill>
                  <a:srgbClr val="FF0000"/>
                </a:solidFill>
                <a:prstDash val="solid"/>
                <a:miter lim="800000"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'Vẽ-Phương'!$B$3:$M$3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'Vẽ-Phương'!$B$7:$M$7</c:f>
              <c:numCache>
                <c:formatCode>_(* #,##0.0,,,_);_(* \(#,##0.0,,,\);_(* "-"??_);_(@_)</c:formatCode>
                <c:ptCount val="12"/>
                <c:pt idx="0">
                  <c:v>1521095499.7650833</c:v>
                </c:pt>
                <c:pt idx="1">
                  <c:v>-1325103642.6497841</c:v>
                </c:pt>
                <c:pt idx="2">
                  <c:v>5063579812.0372381</c:v>
                </c:pt>
                <c:pt idx="3">
                  <c:v>2987787736.0557938</c:v>
                </c:pt>
                <c:pt idx="4">
                  <c:v>3130291883.7845182</c:v>
                </c:pt>
                <c:pt idx="5">
                  <c:v>2831772640.584938</c:v>
                </c:pt>
                <c:pt idx="6">
                  <c:v>7350302403.1835995</c:v>
                </c:pt>
                <c:pt idx="7">
                  <c:v>6722008020.0142317</c:v>
                </c:pt>
                <c:pt idx="8">
                  <c:v>6109248285.1741095</c:v>
                </c:pt>
                <c:pt idx="9">
                  <c:v>6665662779.7506676</c:v>
                </c:pt>
                <c:pt idx="10">
                  <c:v>7122677929.815712</c:v>
                </c:pt>
                <c:pt idx="11">
                  <c:v>5291449007.4755917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E7F-465E-B3B0-F50084385C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274894383"/>
        <c:axId val="1274880463"/>
      </c:lineChart>
      <c:catAx>
        <c:axId val="12748943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4880463"/>
        <c:crosses val="autoZero"/>
        <c:auto val="1"/>
        <c:lblAlgn val="ctr"/>
        <c:lblOffset val="100"/>
        <c:noMultiLvlLbl val="0"/>
      </c:catAx>
      <c:valAx>
        <c:axId val="1274880463"/>
        <c:scaling>
          <c:orientation val="minMax"/>
        </c:scaling>
        <c:delete val="0"/>
        <c:axPos val="l"/>
        <c:numFmt formatCode="_(* #,##0.0,,,_);_(* \(#,##0.0,,,\);_(* &quot;-&quot;??_);_(@_)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4894383"/>
        <c:crosses val="autoZero"/>
        <c:crossBetween val="between"/>
      </c:valAx>
      <c:valAx>
        <c:axId val="1296632655"/>
        <c:scaling>
          <c:orientation val="minMax"/>
        </c:scaling>
        <c:delete val="0"/>
        <c:axPos val="r"/>
        <c:numFmt formatCode="_(* #,##0_);_(* \(#,##0\);;_(@_)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96630255"/>
        <c:crosses val="max"/>
        <c:crossBetween val="between"/>
      </c:valAx>
      <c:catAx>
        <c:axId val="1296630255"/>
        <c:scaling>
          <c:orientation val="minMax"/>
        </c:scaling>
        <c:delete val="1"/>
        <c:axPos val="b"/>
        <c:majorTickMark val="out"/>
        <c:minorTickMark val="none"/>
        <c:tickLblPos val="nextTo"/>
        <c:crossAx val="1296632655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0404410162548235E-3"/>
          <c:y val="2.7729406420351245E-2"/>
          <c:w val="0.40573673997569276"/>
          <c:h val="0.1042132586395266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1.44959641299032E-4"/>
          <c:y val="0.19893458670323144"/>
          <c:w val="0.99971008071740197"/>
          <c:h val="0.6805493723897582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'Vẽ-Phương'!$A$4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2E7EE"/>
            </a:solidFill>
            <a:ln>
              <a:noFill/>
            </a:ln>
            <a:effectLst/>
          </c:spPr>
          <c:invertIfNegative val="0"/>
          <c:dLbls>
            <c:dLbl>
              <c:idx val="10"/>
              <c:layout>
                <c:manualLayout>
                  <c:x val="-1.9216987938389569E-2"/>
                  <c:y val="-6.6516315352279864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F45D-488D-B99D-6C605235C9DE}"/>
                </c:ext>
              </c:extLst>
            </c:dLbl>
            <c:dLbl>
              <c:idx val="11"/>
              <c:layout>
                <c:manualLayout>
                  <c:x val="-9.6084939691948555E-3"/>
                  <c:y val="-9.312284149319176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F45D-488D-B99D-6C605235C9D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'Vẽ-Phương'!$B$3:$M$3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'Vẽ-Phương'!$B$4:$M$4</c:f>
              <c:numCache>
                <c:formatCode>_(* #,##0.0,,,_);_(* \(#,##0.0,,,\);_(* "-"??_);_(@_)</c:formatCode>
                <c:ptCount val="12"/>
                <c:pt idx="0">
                  <c:v>4897080552</c:v>
                </c:pt>
                <c:pt idx="1">
                  <c:v>22297877281</c:v>
                </c:pt>
                <c:pt idx="2">
                  <c:v>29396126340</c:v>
                </c:pt>
                <c:pt idx="3">
                  <c:v>33147109825</c:v>
                </c:pt>
                <c:pt idx="4">
                  <c:v>42677314129</c:v>
                </c:pt>
                <c:pt idx="5">
                  <c:v>43749814886</c:v>
                </c:pt>
                <c:pt idx="6">
                  <c:v>44789332743</c:v>
                </c:pt>
                <c:pt idx="7">
                  <c:v>44882552474</c:v>
                </c:pt>
                <c:pt idx="8">
                  <c:v>34680397823</c:v>
                </c:pt>
                <c:pt idx="9">
                  <c:v>29995739773</c:v>
                </c:pt>
                <c:pt idx="10">
                  <c:v>23075241926</c:v>
                </c:pt>
                <c:pt idx="11">
                  <c:v>25736754934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9FC-49B1-9E2A-6F8ADAB87AD5}"/>
            </c:ext>
          </c:extLst>
        </c:ser>
        <c:ser>
          <c:idx val="1"/>
          <c:order val="1"/>
          <c:tx>
            <c:strRef>
              <c:f>'Vẽ-Phương'!$A$5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74E9AD"/>
            </a:solidFill>
            <a:ln>
              <a:noFill/>
            </a:ln>
            <a:effectLst/>
          </c:spPr>
          <c:invertIfNegative val="0"/>
          <c:dPt>
            <c:idx val="3"/>
            <c:invertIfNegative val="0"/>
            <c:bubble3D val="0"/>
            <c:spPr>
              <a:solidFill>
                <a:srgbClr val="5B9BD5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0A93-48C0-B60B-494698818C8D}"/>
              </c:ext>
            </c:extLst>
          </c:dPt>
          <c:dPt>
            <c:idx val="4"/>
            <c:invertIfNegative val="0"/>
            <c:bubble3D val="0"/>
            <c:spPr>
              <a:solidFill>
                <a:srgbClr val="5B9BD5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A47A-4EED-AEE9-4740BF362757}"/>
              </c:ext>
            </c:extLst>
          </c:dPt>
          <c:dPt>
            <c:idx val="5"/>
            <c:invertIfNegative val="0"/>
            <c:bubble3D val="0"/>
            <c:spPr>
              <a:solidFill>
                <a:srgbClr val="5B9BD5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F254-4B67-B167-FFF9E994D945}"/>
              </c:ext>
            </c:extLst>
          </c:dPt>
          <c:dPt>
            <c:idx val="6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F254-4B67-B167-FFF9E994D945}"/>
              </c:ext>
            </c:extLst>
          </c:dPt>
          <c:dPt>
            <c:idx val="7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F254-4B67-B167-FFF9E994D945}"/>
              </c:ext>
            </c:extLst>
          </c:dPt>
          <c:dPt>
            <c:idx val="8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254-4B67-B167-FFF9E994D945}"/>
              </c:ext>
            </c:extLst>
          </c:dPt>
          <c:dPt>
            <c:idx val="9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254-4B67-B167-FFF9E994D945}"/>
              </c:ext>
            </c:extLst>
          </c:dPt>
          <c:dPt>
            <c:idx val="10"/>
            <c:invertIfNegative val="0"/>
            <c:bubble3D val="0"/>
            <c:spPr>
              <a:solidFill>
                <a:srgbClr val="74E9A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F254-4B67-B167-FFF9E994D945}"/>
              </c:ext>
            </c:extLst>
          </c:dPt>
          <c:dPt>
            <c:idx val="11"/>
            <c:invertIfNegative val="0"/>
            <c:bubble3D val="0"/>
            <c:spPr>
              <a:solidFill>
                <a:srgbClr val="CAF6D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F254-4B67-B167-FFF9E994D945}"/>
              </c:ext>
            </c:extLst>
          </c:dPt>
          <c:dLbls>
            <c:dLbl>
              <c:idx val="1"/>
              <c:layout>
                <c:manualLayout>
                  <c:x val="1.9216987938389253E-3"/>
                  <c:y val="-3.325815767613991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F45D-488D-B99D-6C605235C9DE}"/>
                </c:ext>
              </c:extLst>
            </c:dLbl>
            <c:dLbl>
              <c:idx val="2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1" i="0" u="none" strike="noStrike" kern="1200" baseline="0">
                      <a:solidFill>
                        <a:srgbClr val="11930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E-C5C4-46FB-8074-B097150E5CB7}"/>
                </c:ext>
              </c:extLst>
            </c:dLbl>
            <c:dLbl>
              <c:idx val="3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spAutoFit/>
                </a:bodyPr>
                <a:lstStyle/>
                <a:p>
                  <a:pPr algn="ctr" rtl="0">
                    <a:defRPr lang="en-US" sz="800" b="0" i="0" u="none" strike="noStrike" kern="1200" baseline="0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0-0A93-48C0-B60B-494698818C8D}"/>
                </c:ext>
              </c:extLst>
            </c:dLbl>
            <c:dLbl>
              <c:idx val="4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spAutoFit/>
                </a:bodyPr>
                <a:lstStyle/>
                <a:p>
                  <a:pPr algn="ctr" rtl="0">
                    <a:defRPr lang="en-US" sz="800" b="0" i="0" u="none" strike="noStrike" kern="1200" baseline="0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0-A47A-4EED-AEE9-4740BF362757}"/>
                </c:ext>
              </c:extLst>
            </c:dLbl>
            <c:dLbl>
              <c:idx val="5"/>
              <c:layout>
                <c:manualLayout>
                  <c:x val="1.7295289144550485E-2"/>
                  <c:y val="3.9909789211367903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1" i="0" u="none" strike="noStrike" kern="1200" baseline="0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254-4B67-B167-FFF9E994D945}"/>
                </c:ext>
              </c:extLst>
            </c:dLbl>
            <c:dLbl>
              <c:idx val="6"/>
              <c:layout>
                <c:manualLayout>
                  <c:x val="1.9216987938389428E-3"/>
                  <c:y val="-1.330326307045596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F254-4B67-B167-FFF9E994D945}"/>
                </c:ext>
              </c:extLst>
            </c:dLbl>
            <c:dLbl>
              <c:idx val="7"/>
              <c:layout>
                <c:manualLayout>
                  <c:x val="-7.0461475130454491E-17"/>
                  <c:y val="-1.995489460568395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F254-4B67-B167-FFF9E994D945}"/>
                </c:ext>
              </c:extLst>
            </c:dLbl>
            <c:dLbl>
              <c:idx val="8"/>
              <c:layout>
                <c:manualLayout>
                  <c:x val="-1.1530192763033657E-2"/>
                  <c:y val="-5.321305228182386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254-4B67-B167-FFF9E994D945}"/>
                </c:ext>
              </c:extLst>
            </c:dLbl>
            <c:dLbl>
              <c:idx val="9"/>
              <c:layout>
                <c:manualLayout>
                  <c:x val="0"/>
                  <c:y val="5.3213052281823867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spAutoFit/>
                </a:bodyPr>
                <a:lstStyle/>
                <a:p>
                  <a:pPr algn="ctr" rtl="0">
                    <a:defRPr lang="en-US" sz="800" b="0" i="0" u="none" strike="noStrike" kern="1200" baseline="0">
                      <a:solidFill>
                        <a:srgbClr val="11930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F254-4B67-B167-FFF9E994D945}"/>
                </c:ext>
              </c:extLst>
            </c:dLbl>
            <c:dLbl>
              <c:idx val="10"/>
              <c:layout>
                <c:manualLayout>
                  <c:x val="-5.7650963815169699E-3"/>
                  <c:y val="4.6561420746595826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spAutoFit/>
                </a:bodyPr>
                <a:lstStyle/>
                <a:p>
                  <a:pPr algn="ctr" rtl="0">
                    <a:defRPr lang="en-US" sz="800" b="0" i="0" u="none" strike="noStrike" kern="1200" baseline="0">
                      <a:solidFill>
                        <a:srgbClr val="11930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F254-4B67-B167-FFF9E994D945}"/>
                </c:ext>
              </c:extLst>
            </c:dLbl>
            <c:dLbl>
              <c:idx val="11"/>
              <c:layout>
                <c:manualLayout>
                  <c:x val="-1.9216987938389428E-3"/>
                  <c:y val="2.6606526140911933E-2"/>
                </c:manualLayout>
              </c:layout>
              <c:spPr>
                <a:noFill/>
                <a:ln>
                  <a:solidFill>
                    <a:srgbClr val="CAF6DF"/>
                  </a:solidFill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1" i="0" u="none" strike="noStrike" kern="1200" baseline="0">
                      <a:solidFill>
                        <a:srgbClr val="11930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F254-4B67-B167-FFF9E994D94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rgbClr val="119303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'Vẽ-Phương'!$B$3:$M$3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'Vẽ-Phương'!$B$5:$M$5</c:f>
              <c:numCache>
                <c:formatCode>_(* #,##0.0,,,_);_(* \(#,##0.0,,,\);_(* "-"??_);_(@_)</c:formatCode>
                <c:ptCount val="12"/>
                <c:pt idx="0">
                  <c:v>-1693460736</c:v>
                </c:pt>
                <c:pt idx="1">
                  <c:v>-8112674474</c:v>
                </c:pt>
                <c:pt idx="2">
                  <c:v>-14778081098</c:v>
                </c:pt>
                <c:pt idx="3">
                  <c:v>-11611000625.928461</c:v>
                </c:pt>
                <c:pt idx="4">
                  <c:v>-2464046199.5048275</c:v>
                </c:pt>
                <c:pt idx="5">
                  <c:v>5461407483.829668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9FC-49B1-9E2A-6F8ADAB87A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274894383"/>
        <c:axId val="1274880463"/>
      </c:barChart>
      <c:barChart>
        <c:barDir val="col"/>
        <c:grouping val="clustered"/>
        <c:varyColors val="0"/>
        <c:ser>
          <c:idx val="3"/>
          <c:order val="3"/>
          <c:tx>
            <c:strRef>
              <c:f>'Vẽ-Phương'!$A$6</c:f>
              <c:strCache>
                <c:ptCount val="1"/>
                <c:pt idx="0">
                  <c:v>Dự báo</c:v>
                </c:pt>
              </c:strCache>
            </c:strRef>
          </c:tx>
          <c:spPr>
            <a:solidFill>
              <a:srgbClr val="CAF6DF"/>
            </a:solidFill>
            <a:ln>
              <a:noFill/>
            </a:ln>
            <a:effectLst/>
          </c:spPr>
          <c:invertIfNegative val="0"/>
          <c:val>
            <c:numRef>
              <c:f>'Vẽ-Phương'!$B$6:$M$6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E-24B5-4158-90DB-B7140E262F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546951599"/>
        <c:axId val="1546951119"/>
      </c:barChart>
      <c:lineChart>
        <c:grouping val="standard"/>
        <c:varyColors val="0"/>
        <c:ser>
          <c:idx val="2"/>
          <c:order val="2"/>
          <c:tx>
            <c:strRef>
              <c:f>'Vẽ-Phương'!$A$7</c:f>
              <c:strCache>
                <c:ptCount val="1"/>
                <c:pt idx="0">
                  <c:v>Chỉ tiêu</c:v>
                </c:pt>
              </c:strCache>
            </c:strRef>
          </c:tx>
          <c:spPr>
            <a:ln w="25400" cap="rnd">
              <a:solidFill>
                <a:srgbClr val="FF0000"/>
              </a:solidFill>
              <a:round/>
            </a:ln>
            <a:effectLst/>
          </c:spPr>
          <c:marker>
            <c:symbol val="none"/>
          </c:marker>
          <c:dLbls>
            <c:dLbl>
              <c:idx val="11"/>
              <c:spPr>
                <a:solidFill>
                  <a:sysClr val="window" lastClr="FFFFFF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900" b="1" i="0" u="none" strike="noStrike" kern="1200" baseline="0">
                      <a:solidFill>
                        <a:srgbClr val="FF00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10-F45D-488D-B99D-6C605235C9DE}"/>
                </c:ext>
              </c:extLst>
            </c:dLbl>
            <c:spPr>
              <a:solidFill>
                <a:sysClr val="window" lastClr="FFFFFF"/>
              </a:solidFill>
              <a:ln w="19050" cap="flat" cmpd="sng" algn="ctr">
                <a:solidFill>
                  <a:srgbClr val="FF0000"/>
                </a:solidFill>
                <a:prstDash val="solid"/>
                <a:miter lim="800000"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'Vẽ-Phương'!$B$3:$M$3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'Vẽ-Phương'!$B$7:$M$7</c:f>
              <c:numCache>
                <c:formatCode>_(* #,##0.0,,,_);_(* \(#,##0.0,,,\);_(* "-"??_);_(@_)</c:formatCode>
                <c:ptCount val="12"/>
                <c:pt idx="0">
                  <c:v>1521095499.7650833</c:v>
                </c:pt>
                <c:pt idx="1">
                  <c:v>195991857.11529922</c:v>
                </c:pt>
                <c:pt idx="2">
                  <c:v>5259571669.1525373</c:v>
                </c:pt>
                <c:pt idx="3">
                  <c:v>8247359405.2083311</c:v>
                </c:pt>
                <c:pt idx="4">
                  <c:v>11377651288.992849</c:v>
                </c:pt>
                <c:pt idx="5">
                  <c:v>14209423929.577787</c:v>
                </c:pt>
                <c:pt idx="6">
                  <c:v>21559726332.761387</c:v>
                </c:pt>
                <c:pt idx="7">
                  <c:v>28281734352.77562</c:v>
                </c:pt>
                <c:pt idx="8">
                  <c:v>34390982637.94973</c:v>
                </c:pt>
                <c:pt idx="9">
                  <c:v>41056645417.700394</c:v>
                </c:pt>
                <c:pt idx="10">
                  <c:v>48179323347.516106</c:v>
                </c:pt>
                <c:pt idx="11">
                  <c:v>53470772354.991699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9FC-49B1-9E2A-6F8ADAB87A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274894383"/>
        <c:axId val="1274880463"/>
      </c:lineChart>
      <c:catAx>
        <c:axId val="12748943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4880463"/>
        <c:crosses val="autoZero"/>
        <c:auto val="1"/>
        <c:lblAlgn val="ctr"/>
        <c:lblOffset val="100"/>
        <c:noMultiLvlLbl val="0"/>
      </c:catAx>
      <c:valAx>
        <c:axId val="1274880463"/>
        <c:scaling>
          <c:orientation val="minMax"/>
        </c:scaling>
        <c:delete val="0"/>
        <c:axPos val="l"/>
        <c:numFmt formatCode="_(* #,##0.0,,,_);_(* \(#,##0.0,,,\);_(* &quot;-&quot;??_);_(@_)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4894383"/>
        <c:crosses val="autoZero"/>
        <c:crossBetween val="between"/>
      </c:valAx>
      <c:valAx>
        <c:axId val="1546951119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46951599"/>
        <c:crosses val="max"/>
        <c:crossBetween val="between"/>
      </c:valAx>
      <c:catAx>
        <c:axId val="1546951599"/>
        <c:scaling>
          <c:orientation val="minMax"/>
        </c:scaling>
        <c:delete val="1"/>
        <c:axPos val="b"/>
        <c:majorTickMark val="out"/>
        <c:minorTickMark val="none"/>
        <c:tickLblPos val="nextTo"/>
        <c:crossAx val="1546951119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1076325"/>
            <a:ext cx="9569450" cy="53832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92664" y="6818988"/>
            <a:ext cx="7941310" cy="64600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8728" tIns="138728" rIns="138728" bIns="138728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70AAF-928E-9394-AAC5-DFFCB6DFA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91017C-A3C2-CE9C-B1F8-EA63181599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1B603B-6259-BDA7-0C52-D3516A3AB8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7459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38859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4541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 T3: -6,2 </a:t>
            </a:r>
            <a:r>
              <a:rPr lang="en-US" dirty="0" err="1"/>
              <a:t>tỷ</a:t>
            </a:r>
            <a:r>
              <a:rPr lang="en-US" dirty="0"/>
              <a:t> Q1: 10.9 </a:t>
            </a:r>
            <a:r>
              <a:rPr lang="en-US" dirty="0" err="1"/>
              <a:t>tỷ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8843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7200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52AFB-DC0D-1EB4-DE83-50BCE528B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3ABDB2-50B2-A217-B635-5434492E70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F7EF0-5A2E-4E0F-C2F4-7962BFE65A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3762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35AF5-B230-C20C-B6F9-44410601A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5C77B5-DA70-7333-17C9-D4FDDB4123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CDB07E-FBAB-E07F-9C62-6970DC39B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5434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270E5-8427-2274-B573-E56DEF893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5F7B51-B971-957A-C9E5-BCDD660ABC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19FDF4-A7D4-8EA5-360F-DF0F33E3D3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3572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757C8-0A45-74DD-E0DA-BFFC631A4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F413EF-5FC9-0ED1-F6FC-BE6F2AE744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BBD2AE-574B-8527-8FA5-7E65D27C7A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329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DB7FF-F0A5-0054-680D-FD837776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B9A455-E64F-A745-3CE2-3E63AF15FF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44FB0E-B749-1D01-6D73-BDA4A45B8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6238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0B1FE-8E05-B28A-9AE3-4C144CA1B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F45805-2ABD-4B32-05B9-F86BD0C553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5984C7-F255-752E-8842-FF477CFA92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7957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9086A-C3FA-74F1-AFE5-8C14F7597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2FA862-B527-4411-CB7C-DCE3B53A4F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C32CFC-C4F4-54D2-F19F-DACB4BE07A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9160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959993-AA81-B221-ACAB-5558EF92E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A9E215-7EDD-345F-05BD-8E1966D722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D2F252-C894-D94D-4DF4-73D689CF29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3418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A4F4E-B4E9-B27A-8B4C-C9E24A5C1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2CB041-3F04-B1E7-DF74-EE01F91D28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10AFD9-E449-0CCE-CC09-C4AA4DDC31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1835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6FBA0-8B0E-AD00-8ED8-BAE2BAC05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80E09B-D9E4-8BF1-BA77-72B153058F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69F8EC-CB5D-0E6C-9784-385A57888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Điều</a:t>
            </a:r>
            <a:r>
              <a:rPr lang="en-US"/>
              <a:t> </a:t>
            </a:r>
            <a:r>
              <a:rPr lang="en-US" err="1"/>
              <a:t>chỉnh</a:t>
            </a:r>
            <a:r>
              <a:rPr lang="en-US"/>
              <a:t> </a:t>
            </a:r>
            <a:r>
              <a:rPr lang="en-US" err="1"/>
              <a:t>trình</a:t>
            </a:r>
            <a:r>
              <a:rPr lang="en-US"/>
              <a:t> </a:t>
            </a:r>
            <a:r>
              <a:rPr lang="en-US" err="1"/>
              <a:t>bày</a:t>
            </a:r>
            <a:r>
              <a:rPr lang="en-US"/>
              <a:t> </a:t>
            </a:r>
            <a:r>
              <a:rPr lang="en-US" err="1"/>
              <a:t>phần</a:t>
            </a:r>
            <a:r>
              <a:rPr lang="en-US"/>
              <a:t> </a:t>
            </a:r>
            <a:r>
              <a:rPr lang="en-US" err="1"/>
              <a:t>khấu</a:t>
            </a:r>
            <a:r>
              <a:rPr lang="en-US"/>
              <a:t> hao &lt;-&gt; </a:t>
            </a:r>
            <a:r>
              <a:rPr lang="en-US" err="1"/>
              <a:t>thuê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4181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B3D1C-3925-A8DC-CDC0-F48C47637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698C8-BC2B-0B1D-F7C9-0105E1509B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8980AB-FD76-F002-F7AE-96FFE613F0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4823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014E9-B561-40EE-1AB2-98E251F2B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8CA0DE-7D5E-6969-44DF-D09C3B437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03A10C-E6F8-80BD-C813-F23BBDAEF8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81450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93DF9-ECE6-B7D0-9E1B-BD0BC448D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455018-8801-A895-F6F8-958081571E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E6F5C7-1074-A261-9F89-0843FB2ADC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3042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48300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EC902D-BF02-9236-F52D-4D108B1B3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25F805-3EA2-4631-466F-E9DB02E3D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6E0756-9140-C088-36EA-1632BCE090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6030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 userDrawn="1">
  <p:cSld name="TITLE_1">
    <p:bg>
      <p:bgPr>
        <a:noFill/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_AND_BODY_1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1"/>
          <p:cNvSpPr txBox="1">
            <a:spLocks noGrp="1"/>
          </p:cNvSpPr>
          <p:nvPr>
            <p:ph type="title"/>
          </p:nvPr>
        </p:nvSpPr>
        <p:spPr>
          <a:xfrm>
            <a:off x="370483" y="445025"/>
            <a:ext cx="846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4E6F9B"/>
              </a:buClr>
              <a:buSzPts val="2800"/>
              <a:buFont typeface="Muli"/>
              <a:buNone/>
              <a:defRPr>
                <a:solidFill>
                  <a:srgbClr val="4E6F9B"/>
                </a:solidFill>
                <a:latin typeface="Muli"/>
                <a:ea typeface="Muli"/>
                <a:cs typeface="Muli"/>
                <a:sym typeface="Mul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4E6F9B"/>
              </a:buClr>
              <a:buSzPts val="2800"/>
              <a:buFont typeface="Muli"/>
              <a:buNone/>
              <a:defRPr>
                <a:solidFill>
                  <a:srgbClr val="4E6F9B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4E6F9B"/>
              </a:buClr>
              <a:buSzPts val="2800"/>
              <a:buFont typeface="Muli"/>
              <a:buNone/>
              <a:defRPr>
                <a:solidFill>
                  <a:srgbClr val="4E6F9B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4E6F9B"/>
              </a:buClr>
              <a:buSzPts val="2800"/>
              <a:buFont typeface="Muli"/>
              <a:buNone/>
              <a:defRPr>
                <a:solidFill>
                  <a:srgbClr val="4E6F9B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4E6F9B"/>
              </a:buClr>
              <a:buSzPts val="2800"/>
              <a:buFont typeface="Muli"/>
              <a:buNone/>
              <a:defRPr>
                <a:solidFill>
                  <a:srgbClr val="4E6F9B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4E6F9B"/>
              </a:buClr>
              <a:buSzPts val="2800"/>
              <a:buFont typeface="Muli"/>
              <a:buNone/>
              <a:defRPr>
                <a:solidFill>
                  <a:srgbClr val="4E6F9B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4E6F9B"/>
              </a:buClr>
              <a:buSzPts val="2800"/>
              <a:buFont typeface="Muli"/>
              <a:buNone/>
              <a:defRPr>
                <a:solidFill>
                  <a:srgbClr val="4E6F9B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4E6F9B"/>
              </a:buClr>
              <a:buSzPts val="2800"/>
              <a:buFont typeface="Muli"/>
              <a:buNone/>
              <a:defRPr>
                <a:solidFill>
                  <a:srgbClr val="4E6F9B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4E6F9B"/>
              </a:buClr>
              <a:buSzPts val="2800"/>
              <a:buFont typeface="Muli"/>
              <a:buNone/>
              <a:defRPr>
                <a:solidFill>
                  <a:srgbClr val="4E6F9B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body" idx="1"/>
          </p:nvPr>
        </p:nvSpPr>
        <p:spPr>
          <a:xfrm>
            <a:off x="370475" y="1348400"/>
            <a:ext cx="3891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Font typeface="Muli"/>
              <a:buChar char="●"/>
              <a:defRPr>
                <a:latin typeface="Muli"/>
                <a:ea typeface="Muli"/>
                <a:cs typeface="Muli"/>
                <a:sym typeface="Muli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SzPts val="1400"/>
              <a:buFont typeface="Muli"/>
              <a:buChar char="○"/>
              <a:defRPr>
                <a:latin typeface="Muli"/>
                <a:ea typeface="Muli"/>
                <a:cs typeface="Muli"/>
                <a:sym typeface="Muli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SzPts val="1400"/>
              <a:buFont typeface="Muli"/>
              <a:buChar char="■"/>
              <a:defRPr>
                <a:latin typeface="Muli"/>
                <a:ea typeface="Muli"/>
                <a:cs typeface="Muli"/>
                <a:sym typeface="Muli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SzPts val="1400"/>
              <a:buFont typeface="Muli"/>
              <a:buChar char="●"/>
              <a:defRPr>
                <a:latin typeface="Muli"/>
                <a:ea typeface="Muli"/>
                <a:cs typeface="Muli"/>
                <a:sym typeface="Muli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SzPts val="1400"/>
              <a:buFont typeface="Muli"/>
              <a:buChar char="○"/>
              <a:defRPr>
                <a:latin typeface="Muli"/>
                <a:ea typeface="Muli"/>
                <a:cs typeface="Muli"/>
                <a:sym typeface="Muli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SzPts val="1400"/>
              <a:buFont typeface="Muli"/>
              <a:buChar char="■"/>
              <a:defRPr>
                <a:latin typeface="Muli"/>
                <a:ea typeface="Muli"/>
                <a:cs typeface="Muli"/>
                <a:sym typeface="Muli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SzPts val="1400"/>
              <a:buFont typeface="Muli"/>
              <a:buChar char="●"/>
              <a:defRPr>
                <a:latin typeface="Muli"/>
                <a:ea typeface="Muli"/>
                <a:cs typeface="Muli"/>
                <a:sym typeface="Muli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SzPts val="1400"/>
              <a:buFont typeface="Muli"/>
              <a:buChar char="○"/>
              <a:defRPr>
                <a:latin typeface="Muli"/>
                <a:ea typeface="Muli"/>
                <a:cs typeface="Muli"/>
                <a:sym typeface="Muli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SzPts val="1400"/>
              <a:buFont typeface="Muli"/>
              <a:buChar char="■"/>
              <a:defRPr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  <p:sp>
        <p:nvSpPr>
          <p:cNvPr id="94" name="Google Shape;9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/>
          </a:p>
        </p:txBody>
      </p:sp>
      <p:sp>
        <p:nvSpPr>
          <p:cNvPr id="100" name="Google Shape;100;p11"/>
          <p:cNvSpPr txBox="1">
            <a:spLocks noGrp="1"/>
          </p:cNvSpPr>
          <p:nvPr>
            <p:ph type="subTitle" idx="2"/>
          </p:nvPr>
        </p:nvSpPr>
        <p:spPr>
          <a:xfrm>
            <a:off x="370483" y="941525"/>
            <a:ext cx="8460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1"/>
          <p:cNvSpPr txBox="1">
            <a:spLocks noGrp="1"/>
          </p:cNvSpPr>
          <p:nvPr>
            <p:ph type="body" idx="3"/>
          </p:nvPr>
        </p:nvSpPr>
        <p:spPr>
          <a:xfrm>
            <a:off x="4581150" y="1348400"/>
            <a:ext cx="3891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Font typeface="Muli"/>
              <a:buChar char="●"/>
              <a:defRPr>
                <a:latin typeface="Muli"/>
                <a:ea typeface="Muli"/>
                <a:cs typeface="Muli"/>
                <a:sym typeface="Muli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SzPts val="1400"/>
              <a:buFont typeface="Muli"/>
              <a:buChar char="○"/>
              <a:defRPr>
                <a:latin typeface="Muli"/>
                <a:ea typeface="Muli"/>
                <a:cs typeface="Muli"/>
                <a:sym typeface="Muli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SzPts val="1400"/>
              <a:buFont typeface="Muli"/>
              <a:buChar char="■"/>
              <a:defRPr>
                <a:latin typeface="Muli"/>
                <a:ea typeface="Muli"/>
                <a:cs typeface="Muli"/>
                <a:sym typeface="Muli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SzPts val="1400"/>
              <a:buFont typeface="Muli"/>
              <a:buChar char="●"/>
              <a:defRPr>
                <a:latin typeface="Muli"/>
                <a:ea typeface="Muli"/>
                <a:cs typeface="Muli"/>
                <a:sym typeface="Muli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SzPts val="1400"/>
              <a:buFont typeface="Muli"/>
              <a:buChar char="○"/>
              <a:defRPr>
                <a:latin typeface="Muli"/>
                <a:ea typeface="Muli"/>
                <a:cs typeface="Muli"/>
                <a:sym typeface="Muli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SzPts val="1400"/>
              <a:buFont typeface="Muli"/>
              <a:buChar char="■"/>
              <a:defRPr>
                <a:latin typeface="Muli"/>
                <a:ea typeface="Muli"/>
                <a:cs typeface="Muli"/>
                <a:sym typeface="Muli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SzPts val="1400"/>
              <a:buFont typeface="Muli"/>
              <a:buChar char="●"/>
              <a:defRPr>
                <a:latin typeface="Muli"/>
                <a:ea typeface="Muli"/>
                <a:cs typeface="Muli"/>
                <a:sym typeface="Muli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SzPts val="1400"/>
              <a:buFont typeface="Muli"/>
              <a:buChar char="○"/>
              <a:defRPr>
                <a:latin typeface="Muli"/>
                <a:ea typeface="Muli"/>
                <a:cs typeface="Muli"/>
                <a:sym typeface="Muli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SzPts val="1400"/>
              <a:buFont typeface="Muli"/>
              <a:buChar char="■"/>
              <a:defRPr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2898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B179A5-D0A4-9731-C600-FE4696F7F508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106280" y="4990267"/>
            <a:ext cx="614635" cy="94248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C258937-FB5A-DD24-8D91-AB27D66988BB}"/>
              </a:ext>
            </a:extLst>
          </p:cNvPr>
          <p:cNvSpPr/>
          <p:nvPr userDrawn="1"/>
        </p:nvSpPr>
        <p:spPr>
          <a:xfrm>
            <a:off x="789947" y="4924412"/>
            <a:ext cx="8354053" cy="219088"/>
          </a:xfrm>
          <a:prstGeom prst="rect">
            <a:avLst/>
          </a:prstGeom>
          <a:solidFill>
            <a:srgbClr val="11930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5FDBB7-518F-CF9E-A68A-F9C0D8F4D028}"/>
              </a:ext>
            </a:extLst>
          </p:cNvPr>
          <p:cNvSpPr txBox="1"/>
          <p:nvPr userDrawn="1"/>
        </p:nvSpPr>
        <p:spPr>
          <a:xfrm>
            <a:off x="720914" y="4880067"/>
            <a:ext cx="842308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D57F1E4F-1CFF-5643-939E-217C01CDF565}" type="slidenum">
              <a:rPr lang="en-US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 algn="r"/>
              <a:t>‹#›</a:t>
            </a:fld>
            <a:r>
              <a:rPr lang="en-US" b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/41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7" r:id="rId2"/>
    <p:sldLayoutId id="2147483688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34.xml"/><Relationship Id="rId7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8.xml"/><Relationship Id="rId5" Type="http://schemas.openxmlformats.org/officeDocument/2006/relationships/slide" Target="slide45.xml"/><Relationship Id="rId4" Type="http://schemas.openxmlformats.org/officeDocument/2006/relationships/slide" Target="slide4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microsoft.com/office/2011/relationships/webextension" Target="../webextensions/webextension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47.xml"/><Relationship Id="rId3" Type="http://schemas.openxmlformats.org/officeDocument/2006/relationships/image" Target="../media/image9.png"/><Relationship Id="rId7" Type="http://schemas.openxmlformats.org/officeDocument/2006/relationships/slide" Target="slide48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5.xml"/><Relationship Id="rId5" Type="http://schemas.openxmlformats.org/officeDocument/2006/relationships/slide" Target="slide46.xml"/><Relationship Id="rId4" Type="http://schemas.openxmlformats.org/officeDocument/2006/relationships/slide" Target="slide34.xml"/><Relationship Id="rId9" Type="http://schemas.openxmlformats.org/officeDocument/2006/relationships/slide" Target="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slide" Target="slide4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pages.store.office.com/addinsinstallpage.aspx?rs=en-US&amp;assetid=WA200003233&amp;isWac=True&amp;ui=en-US&amp;ad=US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slide" Target="slide4.xml"/><Relationship Id="rId4" Type="http://schemas.openxmlformats.org/officeDocument/2006/relationships/chart" Target="../charts/char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slide" Target="slide4.xml"/><Relationship Id="rId4" Type="http://schemas.openxmlformats.org/officeDocument/2006/relationships/chart" Target="../charts/char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43.xm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slide" Target="slide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slide" Target="slide4.xml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slide" Target="slide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slide" Target="slide4.xml"/><Relationship Id="rId4" Type="http://schemas.openxmlformats.org/officeDocument/2006/relationships/chart" Target="../charts/char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slide" Target="slide4.xml"/><Relationship Id="rId4" Type="http://schemas.openxmlformats.org/officeDocument/2006/relationships/chart" Target="../charts/chart8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emf"/><Relationship Id="rId4" Type="http://schemas.openxmlformats.org/officeDocument/2006/relationships/package" Target="../embeddings/Microsoft_Excel_Worksheet8.xlsx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2E263-0FC4-33C7-09D1-6D037A0B6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818FE-5477-466C-3262-AE9C1A22F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83" y="107290"/>
            <a:ext cx="8460000" cy="402919"/>
          </a:xfrm>
        </p:spPr>
        <p:txBody>
          <a:bodyPr anchor="ctr"/>
          <a:lstStyle/>
          <a:p>
            <a:pPr algn="ctr"/>
            <a:r>
              <a:rPr lang="en-US" sz="3200" dirty="0"/>
              <a:t>DTR: </a:t>
            </a:r>
            <a:r>
              <a:rPr lang="en-US" sz="3200" dirty="0" err="1"/>
              <a:t>Kết</a:t>
            </a:r>
            <a:r>
              <a:rPr lang="en-US" sz="3200" dirty="0"/>
              <a:t> </a:t>
            </a:r>
            <a:r>
              <a:rPr lang="en-US" sz="3200" dirty="0" err="1"/>
              <a:t>quả</a:t>
            </a:r>
            <a:r>
              <a:rPr lang="en-US" sz="3200" dirty="0"/>
              <a:t> Kinh </a:t>
            </a:r>
            <a:r>
              <a:rPr lang="en-US" sz="3200" dirty="0" err="1"/>
              <a:t>doanh</a:t>
            </a:r>
            <a:r>
              <a:rPr lang="en-US" sz="3200" dirty="0"/>
              <a:t> </a:t>
            </a:r>
            <a:r>
              <a:rPr lang="en-US" sz="3200" dirty="0" err="1"/>
              <a:t>và</a:t>
            </a:r>
            <a:r>
              <a:rPr lang="en-US" sz="3200" dirty="0"/>
              <a:t> </a:t>
            </a:r>
            <a:r>
              <a:rPr lang="en-US" sz="3200" dirty="0" err="1"/>
              <a:t>Giá</a:t>
            </a:r>
            <a:r>
              <a:rPr lang="en-US" sz="3200" dirty="0"/>
              <a:t> </a:t>
            </a:r>
            <a:r>
              <a:rPr lang="en-US" sz="3200" dirty="0" err="1"/>
              <a:t>thành</a:t>
            </a:r>
            <a:endParaRPr lang="en-US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60295A-A0CB-1CDF-051E-E81B0926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E797D3C2-FC71-5B4C-2D99-7025744DCD6A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168C1E-335B-AFEE-280C-6A319472C302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Arrow: Right 9">
            <a:hlinkClick r:id="rId3" action="ppaction://hlinksldjump"/>
            <a:extLst>
              <a:ext uri="{FF2B5EF4-FFF2-40B4-BE49-F238E27FC236}">
                <a16:creationId xmlns:a16="http://schemas.microsoft.com/office/drawing/2014/main" id="{B7B03E9A-EDBF-AAD9-BD1C-83DCC7C95A8A}"/>
              </a:ext>
            </a:extLst>
          </p:cNvPr>
          <p:cNvSpPr/>
          <p:nvPr/>
        </p:nvSpPr>
        <p:spPr>
          <a:xfrm>
            <a:off x="8242852" y="410232"/>
            <a:ext cx="642731" cy="16623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3</a:t>
            </a:r>
            <a:endParaRPr lang="en-US" dirty="0"/>
          </a:p>
        </p:txBody>
      </p:sp>
      <p:sp>
        <p:nvSpPr>
          <p:cNvPr id="11" name="Arrow: Right 10">
            <a:hlinkClick r:id="rId4" action="ppaction://hlinksldjump"/>
            <a:extLst>
              <a:ext uri="{FF2B5EF4-FFF2-40B4-BE49-F238E27FC236}">
                <a16:creationId xmlns:a16="http://schemas.microsoft.com/office/drawing/2014/main" id="{D9245A00-3DC5-2498-EC1F-A8DE56EF13AF}"/>
              </a:ext>
            </a:extLst>
          </p:cNvPr>
          <p:cNvSpPr/>
          <p:nvPr/>
        </p:nvSpPr>
        <p:spPr>
          <a:xfrm>
            <a:off x="8242852" y="237708"/>
            <a:ext cx="642731" cy="16623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  <a:endParaRPr lang="en-US" dirty="0"/>
          </a:p>
        </p:txBody>
      </p:sp>
      <p:sp>
        <p:nvSpPr>
          <p:cNvPr id="12" name="Arrow: Right 11">
            <a:hlinkClick r:id="rId5" action="ppaction://hlinksldjump"/>
            <a:extLst>
              <a:ext uri="{FF2B5EF4-FFF2-40B4-BE49-F238E27FC236}">
                <a16:creationId xmlns:a16="http://schemas.microsoft.com/office/drawing/2014/main" id="{792D8434-083B-1D8F-B33A-50E79966905B}"/>
              </a:ext>
            </a:extLst>
          </p:cNvPr>
          <p:cNvSpPr/>
          <p:nvPr/>
        </p:nvSpPr>
        <p:spPr>
          <a:xfrm>
            <a:off x="8242852" y="52423"/>
            <a:ext cx="642731" cy="16623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  <a:endParaRPr lang="en-US" dirty="0"/>
          </a:p>
        </p:txBody>
      </p:sp>
      <p:sp>
        <p:nvSpPr>
          <p:cNvPr id="13" name="Arrow: Right 12">
            <a:hlinkClick r:id="rId6" action="ppaction://hlinksldjump"/>
            <a:extLst>
              <a:ext uri="{FF2B5EF4-FFF2-40B4-BE49-F238E27FC236}">
                <a16:creationId xmlns:a16="http://schemas.microsoft.com/office/drawing/2014/main" id="{30092647-319A-212F-BE8B-A47A53D730D2}"/>
              </a:ext>
            </a:extLst>
          </p:cNvPr>
          <p:cNvSpPr/>
          <p:nvPr/>
        </p:nvSpPr>
        <p:spPr>
          <a:xfrm>
            <a:off x="7381459" y="598376"/>
            <a:ext cx="642731" cy="92643"/>
          </a:xfrm>
          <a:prstGeom prst="rightArrow">
            <a:avLst>
              <a:gd name="adj1" fmla="val 100000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FC4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3AF1B88-EC41-249F-7831-19EB30337EE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57" r="4157"/>
          <a:stretch/>
        </p:blipFill>
        <p:spPr>
          <a:xfrm>
            <a:off x="151700" y="779186"/>
            <a:ext cx="8858900" cy="4036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7826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105F1A3C-8694-E3D0-62FC-CFDCDDE8CD4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000" b="1" i="0" u="none" strike="noStrike" cap="none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40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</a:t>
            </a:fld>
            <a:endParaRPr lang="en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A721C2-6CD9-B64D-0882-DFD13783A79E}"/>
              </a:ext>
            </a:extLst>
          </p:cNvPr>
          <p:cNvSpPr txBox="1"/>
          <p:nvPr/>
        </p:nvSpPr>
        <p:spPr>
          <a:xfrm>
            <a:off x="0" y="129369"/>
            <a:ext cx="914399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600" b="1" dirty="0">
                <a:solidFill>
                  <a:srgbClr val="119303"/>
                </a:solidFill>
                <a:latin typeface="Montserrat" panose="00000500000000000000" pitchFamily="2" charset="0"/>
                <a:ea typeface="Tahoma" panose="020B0604030504040204" pitchFamily="34" charset="0"/>
                <a:cs typeface="Tahoma" panose="020B0604030504040204" pitchFamily="34" charset="0"/>
              </a:rPr>
              <a:t>Các </a:t>
            </a:r>
            <a:r>
              <a:rPr lang="en-US" sz="2600" b="1" dirty="0" err="1">
                <a:solidFill>
                  <a:srgbClr val="119303"/>
                </a:solidFill>
                <a:latin typeface="Montserrat" panose="00000500000000000000" pitchFamily="2" charset="0"/>
                <a:ea typeface="Tahoma" panose="020B0604030504040204" pitchFamily="34" charset="0"/>
                <a:cs typeface="Tahoma" panose="020B0604030504040204" pitchFamily="34" charset="0"/>
              </a:rPr>
              <a:t>nội</a:t>
            </a:r>
            <a:r>
              <a:rPr lang="en-US" sz="2600" b="1" dirty="0">
                <a:solidFill>
                  <a:srgbClr val="119303"/>
                </a:solidFill>
                <a:latin typeface="Montserrat" panose="00000500000000000000" pitchFamily="2" charset="0"/>
                <a:ea typeface="Tahoma" panose="020B0604030504040204" pitchFamily="34" charset="0"/>
                <a:cs typeface="Tahoma" panose="020B0604030504040204" pitchFamily="34" charset="0"/>
              </a:rPr>
              <a:t> dung </a:t>
            </a:r>
            <a:r>
              <a:rPr lang="en-US" sz="2600" b="1" dirty="0" err="1">
                <a:solidFill>
                  <a:srgbClr val="119303"/>
                </a:solidFill>
                <a:latin typeface="Montserrat" panose="00000500000000000000" pitchFamily="2" charset="0"/>
                <a:ea typeface="Tahoma" panose="020B0604030504040204" pitchFamily="34" charset="0"/>
                <a:cs typeface="Tahoma" panose="020B0604030504040204" pitchFamily="34" charset="0"/>
              </a:rPr>
              <a:t>chính</a:t>
            </a:r>
            <a:endParaRPr lang="en-US" sz="2600" b="1" dirty="0">
              <a:solidFill>
                <a:srgbClr val="119303"/>
              </a:solidFill>
              <a:latin typeface="Montserrat" panose="00000500000000000000" pitchFamily="2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A348E05-795D-6035-4C81-9A58CCEC09AB}"/>
              </a:ext>
            </a:extLst>
          </p:cNvPr>
          <p:cNvGrpSpPr/>
          <p:nvPr/>
        </p:nvGrpSpPr>
        <p:grpSpPr>
          <a:xfrm>
            <a:off x="931381" y="2477814"/>
            <a:ext cx="6792939" cy="558017"/>
            <a:chOff x="2002395" y="4096123"/>
            <a:chExt cx="6341504" cy="55801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2808C39-EB73-9AF1-BD1A-0F43914A78FC}"/>
                </a:ext>
              </a:extLst>
            </p:cNvPr>
            <p:cNvSpPr txBox="1"/>
            <p:nvPr/>
          </p:nvSpPr>
          <p:spPr>
            <a:xfrm>
              <a:off x="2667826" y="4096123"/>
              <a:ext cx="5676073" cy="37907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>
                <a:lnSpc>
                  <a:spcPct val="150000"/>
                </a:lnSpc>
                <a:defRPr sz="2800" b="1">
                  <a:solidFill>
                    <a:schemeClr val="tx2">
                      <a:lumMod val="50000"/>
                    </a:schemeClr>
                  </a:solidFill>
                </a:defRPr>
              </a:lvl1pPr>
            </a:lstStyle>
            <a:p>
              <a:r>
                <a:rPr lang="en-US" sz="1400" dirty="0">
                  <a:latin typeface="Montserrat" panose="00000500000000000000" pitchFamily="2" charset="0"/>
                </a:rPr>
                <a:t>3. </a:t>
              </a:r>
              <a:r>
                <a:rPr lang="en-US" sz="1400" dirty="0" err="1">
                  <a:latin typeface="Montserrat" panose="00000500000000000000" pitchFamily="2" charset="0"/>
                </a:rPr>
                <a:t>Dự</a:t>
              </a:r>
              <a:r>
                <a:rPr lang="en-US" sz="1400" dirty="0">
                  <a:latin typeface="Montserrat" panose="00000500000000000000" pitchFamily="2" charset="0"/>
                </a:rPr>
                <a:t> </a:t>
              </a:r>
              <a:r>
                <a:rPr lang="en-US" sz="1400" dirty="0" err="1">
                  <a:latin typeface="Montserrat" panose="00000500000000000000" pitchFamily="2" charset="0"/>
                </a:rPr>
                <a:t>báo</a:t>
              </a:r>
              <a:r>
                <a:rPr lang="en-US" sz="1400" dirty="0">
                  <a:latin typeface="Montserrat" panose="00000500000000000000" pitchFamily="2" charset="0"/>
                </a:rPr>
                <a:t> </a:t>
              </a:r>
              <a:r>
                <a:rPr lang="en-US" sz="1400" dirty="0" err="1">
                  <a:latin typeface="Montserrat" panose="00000500000000000000" pitchFamily="2" charset="0"/>
                </a:rPr>
                <a:t>kết</a:t>
              </a:r>
              <a:r>
                <a:rPr lang="en-US" sz="1400" dirty="0">
                  <a:latin typeface="Montserrat" panose="00000500000000000000" pitchFamily="2" charset="0"/>
                </a:rPr>
                <a:t> </a:t>
              </a:r>
              <a:r>
                <a:rPr lang="en-US" sz="1400" dirty="0" err="1">
                  <a:latin typeface="Montserrat" panose="00000500000000000000" pitchFamily="2" charset="0"/>
                </a:rPr>
                <a:t>quả</a:t>
              </a:r>
              <a:r>
                <a:rPr lang="en-US" sz="1400" dirty="0">
                  <a:latin typeface="Montserrat" panose="00000500000000000000" pitchFamily="2" charset="0"/>
                </a:rPr>
                <a:t> </a:t>
              </a:r>
              <a:r>
                <a:rPr lang="en-US" sz="1400" dirty="0" err="1">
                  <a:latin typeface="Montserrat" panose="00000500000000000000" pitchFamily="2" charset="0"/>
                </a:rPr>
                <a:t>tháng</a:t>
              </a:r>
              <a:r>
                <a:rPr lang="en-US" sz="1400" dirty="0">
                  <a:latin typeface="Montserrat" panose="00000500000000000000" pitchFamily="2" charset="0"/>
                </a:rPr>
                <a:t> 4.2026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A7A5790B-FBA9-1D2E-076A-36F20550FB5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02395" y="4196940"/>
              <a:ext cx="457200" cy="457200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E6CA393-5200-C6EA-484C-48724FAF5CEB}"/>
              </a:ext>
            </a:extLst>
          </p:cNvPr>
          <p:cNvGrpSpPr/>
          <p:nvPr/>
        </p:nvGrpSpPr>
        <p:grpSpPr>
          <a:xfrm>
            <a:off x="931381" y="1809615"/>
            <a:ext cx="7298601" cy="591997"/>
            <a:chOff x="1915376" y="399227"/>
            <a:chExt cx="6813561" cy="591997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1253E3E-E9A5-F27D-98D1-0777DE6BA6CA}"/>
                </a:ext>
              </a:extLst>
            </p:cNvPr>
            <p:cNvSpPr txBox="1"/>
            <p:nvPr/>
          </p:nvSpPr>
          <p:spPr>
            <a:xfrm>
              <a:off x="2573062" y="399227"/>
              <a:ext cx="6155875" cy="37907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b="1" dirty="0">
                  <a:solidFill>
                    <a:schemeClr val="tx2">
                      <a:lumMod val="50000"/>
                    </a:schemeClr>
                  </a:solidFill>
                  <a:latin typeface="Montserrat" panose="00000500000000000000" pitchFamily="2" charset="0"/>
                </a:rPr>
                <a:t>2. </a:t>
              </a:r>
              <a:r>
                <a:rPr lang="en-US" b="1" dirty="0" err="1">
                  <a:solidFill>
                    <a:schemeClr val="tx2">
                      <a:lumMod val="50000"/>
                    </a:schemeClr>
                  </a:solidFill>
                  <a:latin typeface="Montserrat" panose="00000500000000000000" pitchFamily="2" charset="0"/>
                </a:rPr>
                <a:t>Giải</a:t>
              </a:r>
              <a:r>
                <a:rPr lang="en-US" b="1" dirty="0">
                  <a:solidFill>
                    <a:schemeClr val="tx2">
                      <a:lumMod val="50000"/>
                    </a:schemeClr>
                  </a:solidFill>
                  <a:latin typeface="Montserrat" panose="00000500000000000000" pitchFamily="2" charset="0"/>
                </a:rPr>
                <a:t> </a:t>
              </a:r>
              <a:r>
                <a:rPr lang="en-US" b="1" dirty="0" err="1">
                  <a:solidFill>
                    <a:schemeClr val="tx2">
                      <a:lumMod val="50000"/>
                    </a:schemeClr>
                  </a:solidFill>
                  <a:latin typeface="Montserrat" panose="00000500000000000000" pitchFamily="2" charset="0"/>
                </a:rPr>
                <a:t>trình</a:t>
              </a:r>
              <a:r>
                <a:rPr lang="en-US" b="1" dirty="0">
                  <a:solidFill>
                    <a:schemeClr val="tx2">
                      <a:lumMod val="50000"/>
                    </a:schemeClr>
                  </a:solidFill>
                  <a:latin typeface="Montserrat" panose="00000500000000000000" pitchFamily="2" charset="0"/>
                </a:rPr>
                <a:t> </a:t>
              </a:r>
              <a:r>
                <a:rPr lang="en-US" b="1" dirty="0" err="1">
                  <a:solidFill>
                    <a:schemeClr val="tx2">
                      <a:lumMod val="50000"/>
                    </a:schemeClr>
                  </a:solidFill>
                  <a:latin typeface="Montserrat" panose="00000500000000000000" pitchFamily="2" charset="0"/>
                </a:rPr>
                <a:t>một</a:t>
              </a:r>
              <a:r>
                <a:rPr lang="en-US" b="1" dirty="0">
                  <a:solidFill>
                    <a:schemeClr val="tx2">
                      <a:lumMod val="50000"/>
                    </a:schemeClr>
                  </a:solidFill>
                  <a:latin typeface="Montserrat" panose="00000500000000000000" pitchFamily="2" charset="0"/>
                </a:rPr>
                <a:t> </a:t>
              </a:r>
              <a:r>
                <a:rPr lang="en-US" b="1" dirty="0" err="1">
                  <a:solidFill>
                    <a:schemeClr val="tx2">
                      <a:lumMod val="50000"/>
                    </a:schemeClr>
                  </a:solidFill>
                  <a:latin typeface="Montserrat" panose="00000500000000000000" pitchFamily="2" charset="0"/>
                </a:rPr>
                <a:t>số</a:t>
              </a:r>
              <a:r>
                <a:rPr lang="en-US" b="1" dirty="0">
                  <a:solidFill>
                    <a:schemeClr val="tx2">
                      <a:lumMod val="50000"/>
                    </a:schemeClr>
                  </a:solidFill>
                  <a:latin typeface="Montserrat" panose="00000500000000000000" pitchFamily="2" charset="0"/>
                </a:rPr>
                <a:t> </a:t>
              </a:r>
              <a:r>
                <a:rPr lang="en-US" b="1" dirty="0" err="1">
                  <a:solidFill>
                    <a:schemeClr val="tx2">
                      <a:lumMod val="50000"/>
                    </a:schemeClr>
                  </a:solidFill>
                  <a:latin typeface="Montserrat" panose="00000500000000000000" pitchFamily="2" charset="0"/>
                </a:rPr>
                <a:t>sản</a:t>
              </a:r>
              <a:r>
                <a:rPr lang="en-US" b="1" dirty="0">
                  <a:solidFill>
                    <a:schemeClr val="tx2">
                      <a:lumMod val="50000"/>
                    </a:schemeClr>
                  </a:solidFill>
                  <a:latin typeface="Montserrat" panose="00000500000000000000" pitchFamily="2" charset="0"/>
                </a:rPr>
                <a:t> </a:t>
              </a:r>
              <a:r>
                <a:rPr lang="en-US" b="1" dirty="0" err="1">
                  <a:solidFill>
                    <a:schemeClr val="tx2">
                      <a:lumMod val="50000"/>
                    </a:schemeClr>
                  </a:solidFill>
                  <a:latin typeface="Montserrat" panose="00000500000000000000" pitchFamily="2" charset="0"/>
                </a:rPr>
                <a:t>phẩm</a:t>
              </a:r>
              <a:r>
                <a:rPr lang="en-US" b="1" dirty="0">
                  <a:solidFill>
                    <a:schemeClr val="tx2">
                      <a:lumMod val="50000"/>
                    </a:schemeClr>
                  </a:solidFill>
                  <a:latin typeface="Montserrat" panose="00000500000000000000" pitchFamily="2" charset="0"/>
                </a:rPr>
                <a:t> </a:t>
              </a:r>
              <a:r>
                <a:rPr lang="en-US" b="1" dirty="0" err="1">
                  <a:solidFill>
                    <a:schemeClr val="tx2">
                      <a:lumMod val="50000"/>
                    </a:schemeClr>
                  </a:solidFill>
                  <a:latin typeface="Montserrat" panose="00000500000000000000" pitchFamily="2" charset="0"/>
                </a:rPr>
                <a:t>bán</a:t>
              </a:r>
              <a:r>
                <a:rPr lang="en-US" b="1" dirty="0">
                  <a:solidFill>
                    <a:schemeClr val="tx2">
                      <a:lumMod val="50000"/>
                    </a:schemeClr>
                  </a:solidFill>
                  <a:latin typeface="Montserrat" panose="00000500000000000000" pitchFamily="2" charset="0"/>
                </a:rPr>
                <a:t> </a:t>
              </a:r>
              <a:r>
                <a:rPr lang="en-US" b="1" dirty="0" err="1">
                  <a:solidFill>
                    <a:schemeClr val="tx2">
                      <a:lumMod val="50000"/>
                    </a:schemeClr>
                  </a:solidFill>
                  <a:latin typeface="Montserrat" panose="00000500000000000000" pitchFamily="2" charset="0"/>
                </a:rPr>
                <a:t>lỗ</a:t>
              </a:r>
              <a:endParaRPr lang="en-US" b="1" dirty="0">
                <a:solidFill>
                  <a:schemeClr val="tx2">
                    <a:lumMod val="50000"/>
                  </a:schemeClr>
                </a:solidFill>
                <a:latin typeface="Montserrat" panose="00000500000000000000" pitchFamily="2" charset="0"/>
              </a:endParaRPr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ABDA58EA-92D7-8442-589C-EF52FD6812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5376" y="488304"/>
              <a:ext cx="502920" cy="502920"/>
            </a:xfrm>
            <a:prstGeom prst="rect">
              <a:avLst/>
            </a:prstGeom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791609B2-C847-6520-80CA-139514452F94}"/>
              </a:ext>
            </a:extLst>
          </p:cNvPr>
          <p:cNvGrpSpPr/>
          <p:nvPr/>
        </p:nvGrpSpPr>
        <p:grpSpPr>
          <a:xfrm>
            <a:off x="931381" y="1123518"/>
            <a:ext cx="5825381" cy="592936"/>
            <a:chOff x="1915376" y="3491679"/>
            <a:chExt cx="5438246" cy="59293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62436CF-36B0-3961-D950-B20813BF45A0}"/>
                </a:ext>
              </a:extLst>
            </p:cNvPr>
            <p:cNvSpPr txBox="1"/>
            <p:nvPr/>
          </p:nvSpPr>
          <p:spPr>
            <a:xfrm>
              <a:off x="2606090" y="3491679"/>
              <a:ext cx="4747532" cy="37907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>
                <a:lnSpc>
                  <a:spcPct val="150000"/>
                </a:lnSpc>
                <a:defRPr sz="2800" b="1">
                  <a:solidFill>
                    <a:schemeClr val="tx2">
                      <a:lumMod val="50000"/>
                    </a:schemeClr>
                  </a:solidFill>
                </a:defRPr>
              </a:lvl1pPr>
            </a:lstStyle>
            <a:p>
              <a:r>
                <a:rPr lang="en-US" sz="1400" dirty="0">
                  <a:latin typeface="Montserrat" panose="00000500000000000000" pitchFamily="2" charset="0"/>
                </a:rPr>
                <a:t>1. Báo </a:t>
              </a:r>
              <a:r>
                <a:rPr lang="en-US" sz="1400" dirty="0" err="1">
                  <a:latin typeface="Montserrat" panose="00000500000000000000" pitchFamily="2" charset="0"/>
                </a:rPr>
                <a:t>cáo</a:t>
              </a:r>
              <a:r>
                <a:rPr lang="en-US" sz="1400" dirty="0">
                  <a:latin typeface="Montserrat" panose="00000500000000000000" pitchFamily="2" charset="0"/>
                </a:rPr>
                <a:t> </a:t>
              </a:r>
              <a:r>
                <a:rPr lang="en-US" sz="1400" dirty="0" err="1">
                  <a:latin typeface="Montserrat" panose="00000500000000000000" pitchFamily="2" charset="0"/>
                </a:rPr>
                <a:t>Kế</a:t>
              </a:r>
              <a:r>
                <a:rPr lang="en-US" sz="1400" dirty="0">
                  <a:latin typeface="Montserrat" panose="00000500000000000000" pitchFamily="2" charset="0"/>
                </a:rPr>
                <a:t> </a:t>
              </a:r>
              <a:r>
                <a:rPr lang="en-US" sz="1400" dirty="0" err="1">
                  <a:latin typeface="Montserrat" panose="00000500000000000000" pitchFamily="2" charset="0"/>
                </a:rPr>
                <a:t>quả</a:t>
              </a:r>
              <a:r>
                <a:rPr lang="en-US" sz="1400" dirty="0">
                  <a:latin typeface="Montserrat" panose="00000500000000000000" pitchFamily="2" charset="0"/>
                </a:rPr>
                <a:t> SXKD </a:t>
              </a:r>
              <a:r>
                <a:rPr lang="en-US" sz="1400" dirty="0" err="1">
                  <a:latin typeface="Montserrat" panose="00000500000000000000" pitchFamily="2" charset="0"/>
                </a:rPr>
                <a:t>tháng</a:t>
              </a:r>
              <a:r>
                <a:rPr lang="en-US" sz="1400" dirty="0">
                  <a:latin typeface="Montserrat" panose="00000500000000000000" pitchFamily="2" charset="0"/>
                </a:rPr>
                <a:t> 3 </a:t>
              </a:r>
              <a:r>
                <a:rPr lang="en-US" sz="1400" dirty="0" err="1">
                  <a:latin typeface="Montserrat" panose="00000500000000000000" pitchFamily="2" charset="0"/>
                </a:rPr>
                <a:t>năm</a:t>
              </a:r>
              <a:r>
                <a:rPr lang="en-US" sz="1400" dirty="0">
                  <a:latin typeface="Montserrat" panose="00000500000000000000" pitchFamily="2" charset="0"/>
                </a:rPr>
                <a:t> 2026</a:t>
              </a: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BA2A5D9A-A0C3-0290-5041-25A81296AC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15376" y="3627415"/>
              <a:ext cx="457200" cy="457200"/>
            </a:xfrm>
            <a:prstGeom prst="rect">
              <a:avLst/>
            </a:prstGeom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A7C5560-065E-D202-E316-4D22DAAED46F}"/>
              </a:ext>
            </a:extLst>
          </p:cNvPr>
          <p:cNvGrpSpPr/>
          <p:nvPr/>
        </p:nvGrpSpPr>
        <p:grpSpPr>
          <a:xfrm>
            <a:off x="916550" y="3163911"/>
            <a:ext cx="7313432" cy="626206"/>
            <a:chOff x="174950" y="3448276"/>
            <a:chExt cx="7313432" cy="626206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5CB23C4-2C74-0F16-F8B8-F4538CD79078}"/>
                </a:ext>
              </a:extLst>
            </p:cNvPr>
            <p:cNvSpPr txBox="1"/>
            <p:nvPr/>
          </p:nvSpPr>
          <p:spPr>
            <a:xfrm>
              <a:off x="929665" y="3448276"/>
              <a:ext cx="6558717" cy="37907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defPPr>
              <a:lvl1pPr>
                <a:lnSpc>
                  <a:spcPct val="150000"/>
                </a:lnSpc>
                <a:defRPr sz="2800" b="1">
                  <a:solidFill>
                    <a:schemeClr val="tx2">
                      <a:lumMod val="50000"/>
                    </a:schemeClr>
                  </a:solidFill>
                </a:defRPr>
              </a:lvl1pPr>
            </a:lstStyle>
            <a:p>
              <a:r>
                <a:rPr lang="en-US" sz="1400" dirty="0">
                  <a:latin typeface="Montserrat" panose="00000500000000000000" pitchFamily="2" charset="0"/>
                </a:rPr>
                <a:t>4. Báo </a:t>
              </a:r>
              <a:r>
                <a:rPr lang="en-US" sz="1400" dirty="0" err="1">
                  <a:latin typeface="Montserrat" panose="00000500000000000000" pitchFamily="2" charset="0"/>
                </a:rPr>
                <a:t>cáo</a:t>
              </a:r>
              <a:r>
                <a:rPr lang="en-US" sz="1400" dirty="0">
                  <a:latin typeface="Montserrat" panose="00000500000000000000" pitchFamily="2" charset="0"/>
                </a:rPr>
                <a:t> </a:t>
              </a:r>
              <a:r>
                <a:rPr lang="en-US" sz="1400" dirty="0" err="1">
                  <a:latin typeface="Montserrat" panose="00000500000000000000" pitchFamily="2" charset="0"/>
                </a:rPr>
                <a:t>Giá</a:t>
              </a:r>
              <a:r>
                <a:rPr lang="en-US" sz="1400" dirty="0">
                  <a:latin typeface="Montserrat" panose="00000500000000000000" pitchFamily="2" charset="0"/>
                </a:rPr>
                <a:t> </a:t>
              </a:r>
              <a:r>
                <a:rPr lang="en-US" sz="1400" dirty="0" err="1">
                  <a:latin typeface="Montserrat" panose="00000500000000000000" pitchFamily="2" charset="0"/>
                </a:rPr>
                <a:t>thành</a:t>
              </a:r>
              <a:endParaRPr lang="en-US" sz="1400" dirty="0">
                <a:latin typeface="Montserrat" panose="00000500000000000000" pitchFamily="2" charset="0"/>
              </a:endParaRP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A07EE23-F76D-6F1E-FF2E-FCCF3F943ED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74950" y="3571562"/>
              <a:ext cx="502920" cy="5029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93199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dd-in_Banner">
            <a:extLst>
              <a:ext uri="{FF2B5EF4-FFF2-40B4-BE49-F238E27FC236}">
                <a16:creationId xmlns:a16="http://schemas.microsoft.com/office/drawing/2014/main" id="{3469E413-BCF5-4E2F-BE4B-EB617C589F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263547"/>
            <a:ext cx="9144000" cy="480386"/>
          </a:xfrm>
          <a:prstGeom prst="rect">
            <a:avLst/>
          </a:prstGeom>
          <a:solidFill>
            <a:srgbClr val="494748">
              <a:alpha val="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99000" tIns="135000" rIns="162000" bIns="13500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1350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9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7" name="Add-in_Icon" descr="Icon for Microsoft Power BI.">
            <a:extLst>
              <a:ext uri="{FF2B5EF4-FFF2-40B4-BE49-F238E27FC236}">
                <a16:creationId xmlns:a16="http://schemas.microsoft.com/office/drawing/2014/main" id="{87D43E1C-7B4D-44A2-8E6D-6786349BFB58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 bwMode="auto">
          <a:xfrm>
            <a:off x="685800" y="397774"/>
            <a:ext cx="218599" cy="218599"/>
          </a:xfrm>
          <a:prstGeom prst="rect">
            <a:avLst/>
          </a:prstGeom>
          <a:noFill/>
        </p:spPr>
      </p:pic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" descr="Add-in content for Microsoft Power BI.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22487963"/>
                  </p:ext>
                </p:extLst>
              </p:nvPr>
            </p:nvGraphicFramePr>
            <p:xfrm>
              <a:off x="178904" y="159026"/>
              <a:ext cx="8859079" cy="5115339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4"/>
              </a:graphicData>
            </a:graphic>
          </p:graphicFrame>
        </mc:Choice>
        <mc:Fallback>
          <p:pic>
            <p:nvPicPr>
              <p:cNvPr id="2" name="Add-in" descr="Add-in content fo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8904" y="159026"/>
                <a:ext cx="8859079" cy="5115339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04800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F6DA6-C642-8993-0B73-B2A4C1436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83" y="107290"/>
            <a:ext cx="8460000" cy="402919"/>
          </a:xfrm>
        </p:spPr>
        <p:txBody>
          <a:bodyPr anchor="ctr"/>
          <a:lstStyle/>
          <a:p>
            <a:pPr algn="ctr"/>
            <a:r>
              <a:rPr lang="en-US" dirty="0"/>
              <a:t>KQKD_</a:t>
            </a:r>
            <a:r>
              <a:rPr lang="en-US" dirty="0">
                <a:solidFill>
                  <a:srgbClr val="0000FF"/>
                </a:solidFill>
              </a:rPr>
              <a:t>DTR</a:t>
            </a:r>
            <a:r>
              <a:rPr lang="en-US" dirty="0"/>
              <a:t> THÁNG 3 NĂM 2026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BE0E94-B74C-07AD-ED9E-F80D5769E2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8549C1DD-832C-5DC8-74DD-C1A6B85A2EEF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3F22FE-7B2F-4A07-D0D6-C9D1807FFBA8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D8EBB0C-3945-A5AB-196F-C39518AA91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501" y="642730"/>
            <a:ext cx="8949612" cy="4379410"/>
          </a:xfrm>
          <a:prstGeom prst="rect">
            <a:avLst/>
          </a:prstGeom>
        </p:spPr>
      </p:pic>
      <p:sp>
        <p:nvSpPr>
          <p:cNvPr id="10" name="Arrow: Right 9">
            <a:hlinkClick r:id="rId4" action="ppaction://hlinksldjump"/>
            <a:extLst>
              <a:ext uri="{FF2B5EF4-FFF2-40B4-BE49-F238E27FC236}">
                <a16:creationId xmlns:a16="http://schemas.microsoft.com/office/drawing/2014/main" id="{33DCE14B-5AB8-EEF8-B2D9-8C08F2A4B605}"/>
              </a:ext>
            </a:extLst>
          </p:cNvPr>
          <p:cNvSpPr/>
          <p:nvPr/>
        </p:nvSpPr>
        <p:spPr>
          <a:xfrm>
            <a:off x="8242852" y="410232"/>
            <a:ext cx="642731" cy="16623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3</a:t>
            </a:r>
            <a:endParaRPr lang="en-US" dirty="0"/>
          </a:p>
        </p:txBody>
      </p:sp>
      <p:sp>
        <p:nvSpPr>
          <p:cNvPr id="11" name="Arrow: Right 10">
            <a:hlinkClick r:id="rId5" action="ppaction://hlinksldjump"/>
            <a:extLst>
              <a:ext uri="{FF2B5EF4-FFF2-40B4-BE49-F238E27FC236}">
                <a16:creationId xmlns:a16="http://schemas.microsoft.com/office/drawing/2014/main" id="{485FACBB-84F9-9DE1-E170-F5BEAFDF4027}"/>
              </a:ext>
            </a:extLst>
          </p:cNvPr>
          <p:cNvSpPr/>
          <p:nvPr/>
        </p:nvSpPr>
        <p:spPr>
          <a:xfrm>
            <a:off x="8242852" y="237708"/>
            <a:ext cx="642731" cy="16623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  <a:endParaRPr lang="en-US" dirty="0"/>
          </a:p>
        </p:txBody>
      </p:sp>
      <p:sp>
        <p:nvSpPr>
          <p:cNvPr id="12" name="Arrow: Right 11">
            <a:hlinkClick r:id="rId6" action="ppaction://hlinksldjump"/>
            <a:extLst>
              <a:ext uri="{FF2B5EF4-FFF2-40B4-BE49-F238E27FC236}">
                <a16:creationId xmlns:a16="http://schemas.microsoft.com/office/drawing/2014/main" id="{A36CB951-7EBC-A5DC-3150-4EC31AB3F14C}"/>
              </a:ext>
            </a:extLst>
          </p:cNvPr>
          <p:cNvSpPr/>
          <p:nvPr/>
        </p:nvSpPr>
        <p:spPr>
          <a:xfrm>
            <a:off x="8242852" y="52423"/>
            <a:ext cx="642731" cy="16623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  <a:endParaRPr lang="en-US" dirty="0"/>
          </a:p>
        </p:txBody>
      </p:sp>
      <p:sp>
        <p:nvSpPr>
          <p:cNvPr id="13" name="Arrow: Right 12">
            <a:hlinkClick r:id="rId7" action="ppaction://hlinksldjump"/>
            <a:extLst>
              <a:ext uri="{FF2B5EF4-FFF2-40B4-BE49-F238E27FC236}">
                <a16:creationId xmlns:a16="http://schemas.microsoft.com/office/drawing/2014/main" id="{73065BDD-F32B-9B81-48A7-D90DAA019E20}"/>
              </a:ext>
            </a:extLst>
          </p:cNvPr>
          <p:cNvSpPr/>
          <p:nvPr/>
        </p:nvSpPr>
        <p:spPr>
          <a:xfrm>
            <a:off x="7275443" y="510209"/>
            <a:ext cx="642731" cy="92643"/>
          </a:xfrm>
          <a:prstGeom prst="rightArrow">
            <a:avLst>
              <a:gd name="adj1" fmla="val 100000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14" name="Arrow: Right 13">
            <a:hlinkClick r:id="rId8" action="ppaction://hlinksldjump"/>
            <a:extLst>
              <a:ext uri="{FF2B5EF4-FFF2-40B4-BE49-F238E27FC236}">
                <a16:creationId xmlns:a16="http://schemas.microsoft.com/office/drawing/2014/main" id="{9AC29EE1-D1DF-E255-2047-67D0BCA6BD3D}"/>
              </a:ext>
            </a:extLst>
          </p:cNvPr>
          <p:cNvSpPr/>
          <p:nvPr/>
        </p:nvSpPr>
        <p:spPr>
          <a:xfrm>
            <a:off x="7275442" y="317589"/>
            <a:ext cx="642731" cy="92643"/>
          </a:xfrm>
          <a:prstGeom prst="rightArrow">
            <a:avLst>
              <a:gd name="adj1" fmla="val 100000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FC4</a:t>
            </a:r>
          </a:p>
        </p:txBody>
      </p:sp>
      <p:sp>
        <p:nvSpPr>
          <p:cNvPr id="15" name="Arrow: Left 14">
            <a:hlinkClick r:id="rId9" action="ppaction://hlinksldjump"/>
            <a:extLst>
              <a:ext uri="{FF2B5EF4-FFF2-40B4-BE49-F238E27FC236}">
                <a16:creationId xmlns:a16="http://schemas.microsoft.com/office/drawing/2014/main" id="{64ED54D7-8DCF-014B-DD4D-F3D6D48B3843}"/>
              </a:ext>
            </a:extLst>
          </p:cNvPr>
          <p:cNvSpPr/>
          <p:nvPr/>
        </p:nvSpPr>
        <p:spPr>
          <a:xfrm>
            <a:off x="7904920" y="5042017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1747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3F3026-3F7D-70AA-B6F3-6EFE81A4C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FDFAF-AB09-F2A8-AAC4-27614DA75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83" y="107290"/>
            <a:ext cx="8460000" cy="402919"/>
          </a:xfrm>
        </p:spPr>
        <p:txBody>
          <a:bodyPr anchor="ctr"/>
          <a:lstStyle/>
          <a:p>
            <a:pPr algn="ctr"/>
            <a:r>
              <a:rPr lang="en-US" dirty="0"/>
              <a:t>BCĐKT_</a:t>
            </a:r>
            <a:r>
              <a:rPr lang="en-US" dirty="0">
                <a:solidFill>
                  <a:srgbClr val="0000FF"/>
                </a:solidFill>
              </a:rPr>
              <a:t>DTR</a:t>
            </a:r>
            <a:r>
              <a:rPr lang="en-US" dirty="0"/>
              <a:t> THÁNG 3 NĂM 2026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29177E-A432-1C24-C6DD-B00721A5E4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163425A-AFDE-20D5-6149-EB4D395A6F19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76DC3-7786-BB11-3E05-61025D4C2799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CC69BA4-67BC-C1B2-4312-134D07BF42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97" y="751222"/>
            <a:ext cx="8957605" cy="4079839"/>
          </a:xfrm>
          <a:prstGeom prst="rect">
            <a:avLst/>
          </a:prstGeom>
        </p:spPr>
      </p:pic>
      <p:sp>
        <p:nvSpPr>
          <p:cNvPr id="9" name="Arrow: Left 8">
            <a:hlinkClick r:id="rId3" action="ppaction://hlinksldjump"/>
            <a:extLst>
              <a:ext uri="{FF2B5EF4-FFF2-40B4-BE49-F238E27FC236}">
                <a16:creationId xmlns:a16="http://schemas.microsoft.com/office/drawing/2014/main" id="{AA8FAE45-6F08-B20F-AE16-1C3AA2FBEC54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0235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09A6E2-7980-7C5A-8381-FED604B3D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B7536-EE4F-205A-030A-6B34949A3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83" y="107290"/>
            <a:ext cx="8460000" cy="402919"/>
          </a:xfrm>
        </p:spPr>
        <p:txBody>
          <a:bodyPr anchor="ctr"/>
          <a:lstStyle/>
          <a:p>
            <a:pPr algn="ctr"/>
            <a:r>
              <a:rPr lang="en-US" dirty="0" err="1"/>
              <a:t>Dòng</a:t>
            </a:r>
            <a:r>
              <a:rPr lang="en-US" dirty="0"/>
              <a:t> </a:t>
            </a:r>
            <a:r>
              <a:rPr lang="en-US" dirty="0" err="1"/>
              <a:t>tiền_</a:t>
            </a:r>
            <a:r>
              <a:rPr lang="en-US" dirty="0" err="1">
                <a:solidFill>
                  <a:srgbClr val="0000FF"/>
                </a:solidFill>
              </a:rPr>
              <a:t>DTR</a:t>
            </a:r>
            <a:r>
              <a:rPr lang="en-US" dirty="0"/>
              <a:t> THÁNG 3 NĂM 2026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3AC8F6-0DF2-5236-79C0-B802283E1A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0A416555-F0E6-7199-8EF6-EAB38C93E488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074DFC-0CBE-3A23-6A67-C2311D25B4A5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4D02ED-5423-B943-72FC-325ECC8239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836" y="673301"/>
            <a:ext cx="8932627" cy="4104774"/>
          </a:xfrm>
          <a:prstGeom prst="rect">
            <a:avLst/>
          </a:prstGeom>
        </p:spPr>
      </p:pic>
      <p:sp>
        <p:nvSpPr>
          <p:cNvPr id="9" name="Arrow: Left 8">
            <a:hlinkClick r:id="rId3" action="ppaction://hlinksldjump"/>
            <a:extLst>
              <a:ext uri="{FF2B5EF4-FFF2-40B4-BE49-F238E27FC236}">
                <a16:creationId xmlns:a16="http://schemas.microsoft.com/office/drawing/2014/main" id="{A16E6617-0169-4FB8-AE79-47348A568AA3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758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0E9617-50CC-05C1-0EBD-B398E6442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D5EF8-62B5-CEFF-6A76-F7FAF098C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83" y="107290"/>
            <a:ext cx="8460000" cy="402919"/>
          </a:xfrm>
        </p:spPr>
        <p:txBody>
          <a:bodyPr anchor="ctr"/>
          <a:lstStyle/>
          <a:p>
            <a:pPr algn="ctr"/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tài</a:t>
            </a:r>
            <a:r>
              <a:rPr lang="en-US" dirty="0"/>
              <a:t> </a:t>
            </a:r>
            <a:r>
              <a:rPr lang="en-US" dirty="0" err="1"/>
              <a:t>chính_</a:t>
            </a:r>
            <a:r>
              <a:rPr lang="en-US" dirty="0" err="1">
                <a:solidFill>
                  <a:srgbClr val="0000FF"/>
                </a:solidFill>
              </a:rPr>
              <a:t>DTR</a:t>
            </a:r>
            <a:r>
              <a:rPr lang="en-US" dirty="0"/>
              <a:t> THÁNG 3 NĂM 2026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C1A71B-7BFF-47DA-A005-0D92851DE4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EC840C4-5A7C-3938-1AB5-F0E962F76621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69BD54-04F9-4DB0-4F88-F10CAAD83589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876E94A-3ACF-9BBA-D9C5-599D687AC5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09" y="675484"/>
            <a:ext cx="9044608" cy="4095942"/>
          </a:xfrm>
          <a:prstGeom prst="rect">
            <a:avLst/>
          </a:prstGeom>
        </p:spPr>
      </p:pic>
      <p:sp>
        <p:nvSpPr>
          <p:cNvPr id="9" name="Arrow: Left 8">
            <a:hlinkClick r:id="rId3" action="ppaction://hlinksldjump"/>
            <a:extLst>
              <a:ext uri="{FF2B5EF4-FFF2-40B4-BE49-F238E27FC236}">
                <a16:creationId xmlns:a16="http://schemas.microsoft.com/office/drawing/2014/main" id="{9E8EDDBC-2B57-B460-F44B-67AC51CFC89B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9782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F595A-99FC-ECEF-93D0-3EFF2D36C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14645-F18E-8AB2-E59F-137E41FAF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83" y="121360"/>
            <a:ext cx="8460000" cy="402101"/>
          </a:xfrm>
        </p:spPr>
        <p:txBody>
          <a:bodyPr anchor="ctr"/>
          <a:lstStyle/>
          <a:p>
            <a:pPr algn="ctr"/>
            <a:r>
              <a:rPr lang="en-US" dirty="0"/>
              <a:t>KQKD_</a:t>
            </a:r>
            <a:r>
              <a:rPr lang="en-US" dirty="0">
                <a:solidFill>
                  <a:srgbClr val="0000FF"/>
                </a:solidFill>
              </a:rPr>
              <a:t>DTR</a:t>
            </a:r>
            <a:r>
              <a:rPr lang="en-US" dirty="0"/>
              <a:t> QUÍ I, NĂM 2026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524916-CEC3-F6DE-0063-B816FA993F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09D9385-49C8-79A6-C886-C1FCF1AE5AC8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E92189-FD52-7ABF-1A2E-B9C253B65D61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9AC59D-8004-664C-4AC3-AB7D52FEF6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23" y="701462"/>
            <a:ext cx="9084205" cy="4069964"/>
          </a:xfrm>
          <a:prstGeom prst="rect">
            <a:avLst/>
          </a:prstGeom>
        </p:spPr>
      </p:pic>
      <p:sp>
        <p:nvSpPr>
          <p:cNvPr id="9" name="Arrow: Left 8">
            <a:hlinkClick r:id="rId3" action="ppaction://hlinksldjump"/>
            <a:extLst>
              <a:ext uri="{FF2B5EF4-FFF2-40B4-BE49-F238E27FC236}">
                <a16:creationId xmlns:a16="http://schemas.microsoft.com/office/drawing/2014/main" id="{CC20EE28-B015-26D1-C961-746A00134353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0692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FE73E-9F97-DE63-2FB9-E5094458E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33BEA-5B6A-2D6F-CCA3-D575A562F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83" y="121360"/>
            <a:ext cx="8460000" cy="402101"/>
          </a:xfrm>
        </p:spPr>
        <p:txBody>
          <a:bodyPr anchor="ctr"/>
          <a:lstStyle/>
          <a:p>
            <a:pPr algn="ctr"/>
            <a:r>
              <a:rPr lang="en-US" dirty="0"/>
              <a:t>KQKD_</a:t>
            </a:r>
            <a:r>
              <a:rPr lang="en-US" dirty="0">
                <a:solidFill>
                  <a:srgbClr val="0000FF"/>
                </a:solidFill>
              </a:rPr>
              <a:t>NHÓM</a:t>
            </a:r>
            <a:r>
              <a:rPr lang="en-US" dirty="0"/>
              <a:t> </a:t>
            </a:r>
            <a:r>
              <a:rPr lang="en-US" dirty="0">
                <a:solidFill>
                  <a:srgbClr val="0000FF"/>
                </a:solidFill>
              </a:rPr>
              <a:t>TÁI CHẾ</a:t>
            </a:r>
            <a:r>
              <a:rPr lang="en-US" dirty="0"/>
              <a:t> T3 VÀ QUÍ I, NĂM 2026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E7F5D-8EF6-04F2-7026-B4688B286F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017D3AF3-86B7-77F1-B93F-8761E1FA6B5A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8BAEC8-841F-1861-F02D-EB54AA3EADB1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026E735-8BD8-7252-F876-A9FD390EB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2" y="941525"/>
            <a:ext cx="4311161" cy="357808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EE60EC5-11AE-CE6C-CCB1-DA0F2186CAE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167"/>
          <a:stretch>
            <a:fillRect/>
          </a:stretch>
        </p:blipFill>
        <p:spPr>
          <a:xfrm>
            <a:off x="4346713" y="941525"/>
            <a:ext cx="4764157" cy="357808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F461A605-0909-FC5C-9D8F-39FC5F5DD031}"/>
              </a:ext>
            </a:extLst>
          </p:cNvPr>
          <p:cNvSpPr/>
          <p:nvPr/>
        </p:nvSpPr>
        <p:spPr>
          <a:xfrm>
            <a:off x="13252" y="623889"/>
            <a:ext cx="4311161" cy="304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THÁNG 3.2026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B88C00-1B93-BF7C-D4CA-D9F18E09B37F}"/>
              </a:ext>
            </a:extLst>
          </p:cNvPr>
          <p:cNvSpPr/>
          <p:nvPr/>
        </p:nvSpPr>
        <p:spPr>
          <a:xfrm>
            <a:off x="4393096" y="623888"/>
            <a:ext cx="4717774" cy="304361"/>
          </a:xfrm>
          <a:prstGeom prst="rect">
            <a:avLst/>
          </a:prstGeom>
          <a:solidFill>
            <a:srgbClr val="74E9A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QÚY 1. 2026</a:t>
            </a:r>
          </a:p>
        </p:txBody>
      </p:sp>
      <p:sp>
        <p:nvSpPr>
          <p:cNvPr id="15" name="Arrow: Left 14">
            <a:hlinkClick r:id="rId5" action="ppaction://hlinksldjump"/>
            <a:extLst>
              <a:ext uri="{FF2B5EF4-FFF2-40B4-BE49-F238E27FC236}">
                <a16:creationId xmlns:a16="http://schemas.microsoft.com/office/drawing/2014/main" id="{10329882-CA77-F81C-F2F0-CFBE8E409798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0486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3F4BEB-1DBA-5C1E-C58A-A9276CDB9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3006B-E54B-C2E9-BB87-88713AF884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83" y="121360"/>
            <a:ext cx="8460000" cy="402101"/>
          </a:xfrm>
        </p:spPr>
        <p:txBody>
          <a:bodyPr anchor="ctr"/>
          <a:lstStyle/>
          <a:p>
            <a:pPr algn="ctr"/>
            <a:r>
              <a:rPr lang="en-US" dirty="0"/>
              <a:t>BCĐKT_</a:t>
            </a:r>
            <a:r>
              <a:rPr lang="en-US" dirty="0">
                <a:solidFill>
                  <a:srgbClr val="0000FF"/>
                </a:solidFill>
              </a:rPr>
              <a:t>DTR</a:t>
            </a:r>
            <a:r>
              <a:rPr lang="en-US" dirty="0"/>
              <a:t> QUÍ 1, NĂM 2026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CA66FC-20BC-5CF4-741E-BA9B06BFBC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E0C63E46-EA7C-096B-B0D9-63DC067EC674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1CD526-8B39-1015-DA9F-9601C5A40993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C51909D-2658-D469-4037-E674947D6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69" y="590505"/>
            <a:ext cx="8918389" cy="4233285"/>
          </a:xfrm>
          <a:prstGeom prst="rect">
            <a:avLst/>
          </a:prstGeom>
        </p:spPr>
      </p:pic>
      <p:sp>
        <p:nvSpPr>
          <p:cNvPr id="11" name="Arrow: Left 10">
            <a:hlinkClick r:id="rId3" action="ppaction://hlinksldjump"/>
            <a:extLst>
              <a:ext uri="{FF2B5EF4-FFF2-40B4-BE49-F238E27FC236}">
                <a16:creationId xmlns:a16="http://schemas.microsoft.com/office/drawing/2014/main" id="{6ECCCEC6-80F1-28C6-CFDC-11776FF1E94A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3107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C6869B1-99EA-F766-080C-6BB759555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0EEEE-0E7A-1983-1233-A326B8331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83" y="121360"/>
            <a:ext cx="8460000" cy="402101"/>
          </a:xfrm>
        </p:spPr>
        <p:txBody>
          <a:bodyPr anchor="ctr"/>
          <a:lstStyle/>
          <a:p>
            <a:pPr algn="ctr"/>
            <a:r>
              <a:rPr lang="en-US" dirty="0"/>
              <a:t>DÒNG TIỀN_</a:t>
            </a:r>
            <a:r>
              <a:rPr lang="en-US" dirty="0">
                <a:solidFill>
                  <a:srgbClr val="0000FF"/>
                </a:solidFill>
              </a:rPr>
              <a:t>DTR</a:t>
            </a:r>
            <a:r>
              <a:rPr lang="en-US" dirty="0"/>
              <a:t> Q1, NĂM 2026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B89D7F-5108-E410-AB9A-2D8DE6CE04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4607D6F5-6080-A5BA-9705-7E094E9F597B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F941F0-949D-CA85-2801-FA03A64406B2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2454DD1-C3EC-4936-92D8-41DAF985D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39" y="711702"/>
            <a:ext cx="9186550" cy="4053097"/>
          </a:xfrm>
          <a:prstGeom prst="rect">
            <a:avLst/>
          </a:prstGeom>
        </p:spPr>
      </p:pic>
      <p:sp>
        <p:nvSpPr>
          <p:cNvPr id="10" name="Arrow: Left 9">
            <a:hlinkClick r:id="rId3" action="ppaction://hlinksldjump"/>
            <a:extLst>
              <a:ext uri="{FF2B5EF4-FFF2-40B4-BE49-F238E27FC236}">
                <a16:creationId xmlns:a16="http://schemas.microsoft.com/office/drawing/2014/main" id="{C27876BB-E7E8-DB50-0DAB-3A17C05C9FBD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912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C86FE4D-E3C7-192F-0399-10C6DA4F4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42C1D-DB57-7F3F-0A88-8572283D4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83" y="121360"/>
            <a:ext cx="8460000" cy="402101"/>
          </a:xfrm>
        </p:spPr>
        <p:txBody>
          <a:bodyPr anchor="ctr"/>
          <a:lstStyle/>
          <a:p>
            <a:pPr algn="ctr"/>
            <a:r>
              <a:rPr lang="en-US" dirty="0"/>
              <a:t>CHI SỐ TÀI CHÍNH_</a:t>
            </a:r>
            <a:r>
              <a:rPr lang="en-US" dirty="0">
                <a:solidFill>
                  <a:srgbClr val="0000FF"/>
                </a:solidFill>
              </a:rPr>
              <a:t>DTR</a:t>
            </a:r>
            <a:r>
              <a:rPr lang="en-US" dirty="0"/>
              <a:t> THÁNG 3, NĂM 2026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F20C9A-ED61-0C3D-8FEB-E529EF4B87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5CD9A43-DD80-AED1-7981-D51A9C5BA1C7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898FE9-9E53-297B-022D-4A11DAC9A1EC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3EF09D-6EFF-7A28-FEF3-8461096D93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40" y="769271"/>
            <a:ext cx="9003720" cy="3995529"/>
          </a:xfrm>
          <a:prstGeom prst="rect">
            <a:avLst/>
          </a:prstGeom>
        </p:spPr>
      </p:pic>
      <p:sp>
        <p:nvSpPr>
          <p:cNvPr id="8" name="Arrow: Left 7">
            <a:hlinkClick r:id="rId3" action="ppaction://hlinksldjump"/>
            <a:extLst>
              <a:ext uri="{FF2B5EF4-FFF2-40B4-BE49-F238E27FC236}">
                <a16:creationId xmlns:a16="http://schemas.microsoft.com/office/drawing/2014/main" id="{9A04768F-E143-986F-5EA6-932D05E711C0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5925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stallationHelpContent">
            <a:extLst>
              <a:ext uri="{FF2B5EF4-FFF2-40B4-BE49-F238E27FC236}">
                <a16:creationId xmlns:a16="http://schemas.microsoft.com/office/drawing/2014/main" id="{2CA8B576-3688-4F36-8A9A-7852B92A0202}"/>
              </a:ext>
            </a:extLst>
          </p:cNvPr>
          <p:cNvSpPr txBox="1"/>
          <p:nvPr/>
        </p:nvSpPr>
        <p:spPr>
          <a:xfrm>
            <a:off x="685800" y="3952080"/>
            <a:ext cx="7547481" cy="369332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>
                <a:latin typeface="Segoe UI" panose="020B0502040204020203" pitchFamily="34" charset="0"/>
                <a:cs typeface="Segoe UI" panose="020B0502040204020203" pitchFamily="34" charset="0"/>
              </a:rPr>
              <a:t>Return to your internet browser or copy this link into your browser:</a:t>
            </a:r>
          </a:p>
          <a:p>
            <a:pPr defTabSz="685800"/>
            <a:r>
              <a:rPr lang="en-US" sz="900" u="sng" kern="1200" dirty="0">
                <a:solidFill>
                  <a:srgbClr val="0563C1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2"/>
              </a:rPr>
              <a:t>https://pages.store.office.com/addinsinstallpage.aspx?rs=en-US&amp;assetid=WA200003233&amp;isWac=True&amp;ui=en-US&amp;ad=US</a:t>
            </a:r>
            <a:endParaRPr lang="en-US" sz="900" u="sng" kern="1200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InstallationHelpHeader">
            <a:extLst>
              <a:ext uri="{FF2B5EF4-FFF2-40B4-BE49-F238E27FC236}">
                <a16:creationId xmlns:a16="http://schemas.microsoft.com/office/drawing/2014/main" id="{64C02631-9FDD-4AF6-94C6-2FA9F2831D20}"/>
              </a:ext>
            </a:extLst>
          </p:cNvPr>
          <p:cNvSpPr txBox="1"/>
          <p:nvPr/>
        </p:nvSpPr>
        <p:spPr>
          <a:xfrm>
            <a:off x="685801" y="3687095"/>
            <a:ext cx="7547480" cy="26007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normAutofit fontScale="92500" lnSpcReduction="10000"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50">
                <a:latin typeface="Segoe UI Light" panose="020B0502040204020203" pitchFamily="34" charset="0"/>
                <a:cs typeface="Segoe UI Light" panose="020B0502040204020203" pitchFamily="34" charset="0"/>
              </a:rPr>
              <a:t>Need more help?</a:t>
            </a:r>
          </a:p>
        </p:txBody>
      </p:sp>
      <p:pic>
        <p:nvPicPr>
          <p:cNvPr id="17" name="LaunchHelpImage" descr="Office ribbon open on the Home tab.">
            <a:extLst>
              <a:ext uri="{FF2B5EF4-FFF2-40B4-BE49-F238E27FC236}">
                <a16:creationId xmlns:a16="http://schemas.microsoft.com/office/drawing/2014/main" id="{9F6644C8-9C25-4A33-B37A-9C5FA1BB43E1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1836173"/>
            <a:ext cx="4457700" cy="1576800"/>
          </a:xfrm>
          <a:prstGeom prst="rect">
            <a:avLst/>
          </a:prstGeom>
          <a:ln>
            <a:noFill/>
          </a:ln>
        </p:spPr>
      </p:pic>
      <p:sp>
        <p:nvSpPr>
          <p:cNvPr id="26" name="MyAdd-ins">
            <a:extLst>
              <a:ext uri="{FF2B5EF4-FFF2-40B4-BE49-F238E27FC236}">
                <a16:creationId xmlns:a16="http://schemas.microsoft.com/office/drawing/2014/main" id="{34C66630-1529-4E04-957D-AA0BBAACDAAA}"/>
              </a:ext>
            </a:extLst>
          </p:cNvPr>
          <p:cNvSpPr txBox="1"/>
          <p:nvPr/>
        </p:nvSpPr>
        <p:spPr>
          <a:xfrm>
            <a:off x="4258819" y="2544318"/>
            <a:ext cx="762476" cy="23764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105000"/>
              </a:lnSpc>
            </a:pPr>
            <a:r>
              <a:rPr lang="en-GB" sz="750" kern="1200" dirty="0">
                <a:solidFill>
                  <a:srgbClr val="404040"/>
                </a:solidFill>
                <a:latin typeface="Segoe UI Semibold" panose="020B0702040204020203" pitchFamily="34" charset="0"/>
                <a:ea typeface="Times New Roman" panose="02020603050405020304" pitchFamily="18" charset="0"/>
              </a:rPr>
              <a:t>Add-ins</a:t>
            </a:r>
            <a:endParaRPr lang="en-IE" sz="9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9" name="TabName">
            <a:extLst>
              <a:ext uri="{FF2B5EF4-FFF2-40B4-BE49-F238E27FC236}">
                <a16:creationId xmlns:a16="http://schemas.microsoft.com/office/drawing/2014/main" id="{703C7623-FC76-4CD5-823D-9B14460DB9E1}"/>
              </a:ext>
            </a:extLst>
          </p:cNvPr>
          <p:cNvSpPr txBox="1"/>
          <p:nvPr/>
        </p:nvSpPr>
        <p:spPr>
          <a:xfrm>
            <a:off x="1117854" y="1975104"/>
            <a:ext cx="848349" cy="239027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5000"/>
              </a:lnSpc>
            </a:pPr>
            <a:r>
              <a:rPr lang="en-GB" sz="750" kern="1200" dirty="0">
                <a:solidFill>
                  <a:srgbClr val="B7472A"/>
                </a:solidFill>
                <a:latin typeface="Segoe UI Semibold" panose="020B0702040204020203" pitchFamily="34" charset="0"/>
                <a:ea typeface="Times New Roman" panose="02020603050405020304" pitchFamily="18" charset="0"/>
              </a:rPr>
              <a:t>Home</a:t>
            </a:r>
            <a:endParaRPr lang="en-IE" sz="900" dirty="0">
              <a:solidFill>
                <a:srgbClr val="B7472A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" name="LaunchHelpContent2">
            <a:extLst>
              <a:ext uri="{FF2B5EF4-FFF2-40B4-BE49-F238E27FC236}">
                <a16:creationId xmlns:a16="http://schemas.microsoft.com/office/drawing/2014/main" id="{2F3500B0-385B-4A8E-970C-87A5162E2948}"/>
              </a:ext>
            </a:extLst>
          </p:cNvPr>
          <p:cNvSpPr txBox="1"/>
          <p:nvPr/>
        </p:nvSpPr>
        <p:spPr>
          <a:xfrm>
            <a:off x="685800" y="1625038"/>
            <a:ext cx="8147394" cy="250541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>
                <a:latin typeface="Segoe UI Semibold" panose="020B0702040204020203" pitchFamily="34" charset="0"/>
                <a:cs typeface="Segoe UI Semibold" panose="020B0702040204020203" pitchFamily="34" charset="0"/>
              </a:rPr>
              <a:t>On the Home tab</a:t>
            </a:r>
          </a:p>
        </p:txBody>
      </p:sp>
      <p:sp>
        <p:nvSpPr>
          <p:cNvPr id="21" name="LaunchHelpContent1">
            <a:extLst>
              <a:ext uri="{FF2B5EF4-FFF2-40B4-BE49-F238E27FC236}">
                <a16:creationId xmlns:a16="http://schemas.microsoft.com/office/drawing/2014/main" id="{3DDB314C-721F-4AB1-903B-8A65D874228D}"/>
              </a:ext>
            </a:extLst>
          </p:cNvPr>
          <p:cNvSpPr txBox="1"/>
          <p:nvPr/>
        </p:nvSpPr>
        <p:spPr>
          <a:xfrm>
            <a:off x="685800" y="1343283"/>
            <a:ext cx="8147394" cy="250541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>
                <a:latin typeface="Segoe UI" panose="020B0502040204020203" pitchFamily="34" charset="0"/>
                <a:cs typeface="Segoe UI" panose="020B0502040204020203" pitchFamily="34" charset="0"/>
              </a:rPr>
              <a:t>After you install the add-in, you can launch it by choosing the add-in button on the Home tab</a:t>
            </a:r>
            <a:endParaRPr lang="en-US" sz="9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LaunchHelpHeader">
            <a:extLst>
              <a:ext uri="{FF2B5EF4-FFF2-40B4-BE49-F238E27FC236}">
                <a16:creationId xmlns:a16="http://schemas.microsoft.com/office/drawing/2014/main" id="{AB584A37-30D1-4FA4-900C-FBDB774853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929588"/>
            <a:ext cx="8147394" cy="372231"/>
          </a:xfrm>
          <a:prstGeom prst="rect">
            <a:avLst/>
          </a:prstGeom>
        </p:spPr>
        <p:txBody>
          <a:bodyPr spcFirstLastPara="1" wrap="none" lIns="0" tIns="91425" rIns="91425" bIns="91425" rtlCol="0" anchor="ctr" anchorCtr="0">
            <a:normAutofit fontScale="90000"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en-US" sz="18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Relaunch the add-in</a:t>
            </a:r>
          </a:p>
        </p:txBody>
      </p:sp>
      <p:sp>
        <p:nvSpPr>
          <p:cNvPr id="14" name="Add-in_Banner">
            <a:extLst>
              <a:ext uri="{FF2B5EF4-FFF2-40B4-BE49-F238E27FC236}">
                <a16:creationId xmlns:a16="http://schemas.microsoft.com/office/drawing/2014/main" id="{E6F38A83-0D43-4BB2-A6E1-EF52D195B184}"/>
              </a:ext>
            </a:extLst>
          </p:cNvPr>
          <p:cNvSpPr txBox="1"/>
          <p:nvPr/>
        </p:nvSpPr>
        <p:spPr>
          <a:xfrm>
            <a:off x="0" y="263547"/>
            <a:ext cx="9144000" cy="480386"/>
          </a:xfrm>
          <a:prstGeom prst="rect">
            <a:avLst/>
          </a:prstGeom>
          <a:solidFill>
            <a:srgbClr val="494748">
              <a:alpha val="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99000" tIns="135000" rIns="162000" bIns="13500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9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15" name="Add-in_Icon" descr="Icon for Microsoft Power BI.">
            <a:extLst>
              <a:ext uri="{FF2B5EF4-FFF2-40B4-BE49-F238E27FC236}">
                <a16:creationId xmlns:a16="http://schemas.microsoft.com/office/drawing/2014/main" id="{1B82359A-FB32-493E-B411-3F0BBC45D5CE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 bwMode="auto">
          <a:xfrm>
            <a:off x="685800" y="397774"/>
            <a:ext cx="218599" cy="21859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2827594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2186910-2F0D-EC16-1E24-F8B2D000F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598CC-5CD1-FB19-0108-F586CC578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83" y="121360"/>
            <a:ext cx="8460000" cy="402101"/>
          </a:xfrm>
        </p:spPr>
        <p:txBody>
          <a:bodyPr anchor="ctr"/>
          <a:lstStyle/>
          <a:p>
            <a:pPr algn="ctr"/>
            <a:r>
              <a:rPr lang="en-US" dirty="0"/>
              <a:t>KQKD_</a:t>
            </a:r>
            <a:r>
              <a:rPr lang="en-US" dirty="0">
                <a:solidFill>
                  <a:srgbClr val="0000FF"/>
                </a:solidFill>
              </a:rPr>
              <a:t>DTR</a:t>
            </a:r>
            <a:r>
              <a:rPr lang="en-US" dirty="0"/>
              <a:t> THÁNG 3, NĂM 2026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0ED987-000C-3DB6-F98B-6190F72D70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35DD1FC5-48C5-538F-F38B-4A5EB95A7DDF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97BA13-EB13-5BFE-7B87-1ED73A9860EC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50E3F6-D685-AD04-8FC8-FCA26E0795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23461"/>
            <a:ext cx="9144000" cy="4554550"/>
          </a:xfrm>
          <a:prstGeom prst="rect">
            <a:avLst/>
          </a:prstGeom>
        </p:spPr>
      </p:pic>
      <p:sp>
        <p:nvSpPr>
          <p:cNvPr id="9" name="Arrow: Left 8">
            <a:hlinkClick r:id="rId3" action="ppaction://hlinksldjump"/>
            <a:extLst>
              <a:ext uri="{FF2B5EF4-FFF2-40B4-BE49-F238E27FC236}">
                <a16:creationId xmlns:a16="http://schemas.microsoft.com/office/drawing/2014/main" id="{55203A5D-47D9-4C41-9CD3-4038432347C7}"/>
              </a:ext>
            </a:extLst>
          </p:cNvPr>
          <p:cNvSpPr/>
          <p:nvPr/>
        </p:nvSpPr>
        <p:spPr>
          <a:xfrm>
            <a:off x="7805530" y="5034964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9051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022253C-C65D-FFE8-7D9B-A864F1566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0CE0F-972B-8787-80C6-829F84176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83" y="94856"/>
            <a:ext cx="8460000" cy="402101"/>
          </a:xfrm>
        </p:spPr>
        <p:txBody>
          <a:bodyPr anchor="ctr"/>
          <a:lstStyle/>
          <a:p>
            <a:pPr algn="ctr"/>
            <a:r>
              <a:rPr lang="en-US" dirty="0"/>
              <a:t>KQKD_</a:t>
            </a:r>
            <a:r>
              <a:rPr lang="en-US" dirty="0">
                <a:solidFill>
                  <a:srgbClr val="0000FF"/>
                </a:solidFill>
              </a:rPr>
              <a:t>DTR</a:t>
            </a:r>
            <a:r>
              <a:rPr lang="en-US" dirty="0"/>
              <a:t> THÁNG 3, NĂM 2026- </a:t>
            </a:r>
            <a:r>
              <a:rPr lang="en-US" dirty="0">
                <a:solidFill>
                  <a:srgbClr val="FF0000"/>
                </a:solidFill>
              </a:rPr>
              <a:t>SP&amp;KH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8D0AF-EF8B-F8B6-8C27-9DADD7A9DA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88995D58-3D49-6CEA-39F8-04BDE02FD068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9FB2B5-B097-5F6E-B16B-00ACEEAA0961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9CC3360-F4B7-926F-6766-ECE94DC367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2610"/>
            <a:ext cx="9144000" cy="4476084"/>
          </a:xfrm>
          <a:prstGeom prst="rect">
            <a:avLst/>
          </a:prstGeom>
        </p:spPr>
      </p:pic>
      <p:sp>
        <p:nvSpPr>
          <p:cNvPr id="11" name="Arrow: Left 10">
            <a:hlinkClick r:id="rId3" action="ppaction://hlinksldjump"/>
            <a:extLst>
              <a:ext uri="{FF2B5EF4-FFF2-40B4-BE49-F238E27FC236}">
                <a16:creationId xmlns:a16="http://schemas.microsoft.com/office/drawing/2014/main" id="{F3CF2E8F-5DBD-E55C-ECF7-840357E0436F}"/>
              </a:ext>
            </a:extLst>
          </p:cNvPr>
          <p:cNvSpPr/>
          <p:nvPr/>
        </p:nvSpPr>
        <p:spPr>
          <a:xfrm>
            <a:off x="7865165" y="5001969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420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6EE654B-5AB3-7D72-9A10-0C84AAFC4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20F2A-C215-059D-CFD7-8D23AFBED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83" y="121360"/>
            <a:ext cx="8460000" cy="402101"/>
          </a:xfrm>
        </p:spPr>
        <p:txBody>
          <a:bodyPr anchor="ctr"/>
          <a:lstStyle/>
          <a:p>
            <a:pPr algn="ctr"/>
            <a:r>
              <a:rPr lang="en-US" dirty="0"/>
              <a:t>KQKD_</a:t>
            </a:r>
            <a:r>
              <a:rPr lang="en-US" dirty="0">
                <a:solidFill>
                  <a:srgbClr val="0000FF"/>
                </a:solidFill>
              </a:rPr>
              <a:t>DTR</a:t>
            </a:r>
            <a:r>
              <a:rPr lang="en-US" dirty="0"/>
              <a:t> THÁNG 3, NĂM 2026- </a:t>
            </a:r>
            <a:r>
              <a:rPr lang="en-US" dirty="0">
                <a:solidFill>
                  <a:srgbClr val="FF0000"/>
                </a:solidFill>
              </a:rPr>
              <a:t>SP&amp;KH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B3010E-AB82-2BBE-8D57-0D1F2DA870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C44F83FD-7F57-7F5E-15B8-3E9DBDC0EB4D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CE8125-EBD9-5298-FAC2-97BCDB19ACAE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605CF5-18E2-22ED-C3EF-37B7CDD1DC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0" y="563351"/>
            <a:ext cx="9144000" cy="4458789"/>
          </a:xfrm>
          <a:prstGeom prst="rect">
            <a:avLst/>
          </a:prstGeom>
        </p:spPr>
      </p:pic>
      <p:sp>
        <p:nvSpPr>
          <p:cNvPr id="9" name="Arrow: Left 8">
            <a:hlinkClick r:id="rId3" action="ppaction://hlinksldjump"/>
            <a:extLst>
              <a:ext uri="{FF2B5EF4-FFF2-40B4-BE49-F238E27FC236}">
                <a16:creationId xmlns:a16="http://schemas.microsoft.com/office/drawing/2014/main" id="{E3F4AEA3-2317-0EA1-C30D-A5A9086E59AE}"/>
              </a:ext>
            </a:extLst>
          </p:cNvPr>
          <p:cNvSpPr/>
          <p:nvPr/>
        </p:nvSpPr>
        <p:spPr>
          <a:xfrm>
            <a:off x="7865165" y="5022140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2345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A3C7A44-42FA-9A82-A4FB-02ACD2DE0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4795F-1F1B-2D93-B507-3AF5C00A1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83" y="121360"/>
            <a:ext cx="8460000" cy="402101"/>
          </a:xfrm>
        </p:spPr>
        <p:txBody>
          <a:bodyPr anchor="ctr"/>
          <a:lstStyle/>
          <a:p>
            <a:pPr algn="ctr"/>
            <a:r>
              <a:rPr lang="en-US" dirty="0"/>
              <a:t>KQKD_</a:t>
            </a:r>
            <a:r>
              <a:rPr lang="en-US" dirty="0">
                <a:solidFill>
                  <a:srgbClr val="0000FF"/>
                </a:solidFill>
              </a:rPr>
              <a:t>DTR</a:t>
            </a:r>
            <a:r>
              <a:rPr lang="en-US" dirty="0"/>
              <a:t> THÁNG 3, NĂM 2026- </a:t>
            </a:r>
            <a:r>
              <a:rPr lang="en-US" dirty="0">
                <a:solidFill>
                  <a:srgbClr val="FF0000"/>
                </a:solidFill>
              </a:rPr>
              <a:t>SP&amp;KH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53564-066D-61D1-2A6F-CD2A17D240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C07DE9D1-4393-1F2B-EFE6-C6B05D557E2E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C017B6-9DE4-BE20-73AC-F10B5C099180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E148E9B-11CA-563F-61E3-F78A5F22EB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0" y="523461"/>
            <a:ext cx="9144000" cy="4501841"/>
          </a:xfrm>
          <a:prstGeom prst="rect">
            <a:avLst/>
          </a:prstGeom>
        </p:spPr>
      </p:pic>
      <p:sp>
        <p:nvSpPr>
          <p:cNvPr id="9" name="Arrow: Left 8">
            <a:hlinkClick r:id="rId3" action="ppaction://hlinksldjump"/>
            <a:extLst>
              <a:ext uri="{FF2B5EF4-FFF2-40B4-BE49-F238E27FC236}">
                <a16:creationId xmlns:a16="http://schemas.microsoft.com/office/drawing/2014/main" id="{993F392C-BC22-3606-C830-0C20667FE32D}"/>
              </a:ext>
            </a:extLst>
          </p:cNvPr>
          <p:cNvSpPr/>
          <p:nvPr/>
        </p:nvSpPr>
        <p:spPr>
          <a:xfrm>
            <a:off x="7865165" y="5042909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2243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5A503DA-9A68-F66E-D779-C98EBC2A5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05B88-B8AD-C9BF-FF35-9B9D98138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83" y="121360"/>
            <a:ext cx="8460000" cy="402101"/>
          </a:xfrm>
        </p:spPr>
        <p:txBody>
          <a:bodyPr anchor="ctr"/>
          <a:lstStyle/>
          <a:p>
            <a:pPr algn="ctr"/>
            <a:r>
              <a:rPr lang="en-US" dirty="0"/>
              <a:t>KQKD_</a:t>
            </a:r>
            <a:r>
              <a:rPr lang="en-US" dirty="0">
                <a:solidFill>
                  <a:srgbClr val="0000FF"/>
                </a:solidFill>
              </a:rPr>
              <a:t>DTR</a:t>
            </a:r>
            <a:r>
              <a:rPr lang="en-US" dirty="0"/>
              <a:t> QUÍ 1, NĂM 2026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B27271-BB72-1C3E-3282-58B0AABD88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8A405866-2243-37DF-CA4B-936E5A126F07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1F8A29-8B53-D910-C947-927557BBED60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E3277D6-99B6-FFDF-9FB1-7458E7493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20031"/>
            <a:ext cx="9144000" cy="4502109"/>
          </a:xfrm>
          <a:prstGeom prst="rect">
            <a:avLst/>
          </a:prstGeom>
        </p:spPr>
      </p:pic>
      <p:sp>
        <p:nvSpPr>
          <p:cNvPr id="9" name="Arrow: Left 8">
            <a:hlinkClick r:id="rId3" action="ppaction://hlinksldjump"/>
            <a:extLst>
              <a:ext uri="{FF2B5EF4-FFF2-40B4-BE49-F238E27FC236}">
                <a16:creationId xmlns:a16="http://schemas.microsoft.com/office/drawing/2014/main" id="{13837C9F-B235-2785-B5CC-2596E5B7C608}"/>
              </a:ext>
            </a:extLst>
          </p:cNvPr>
          <p:cNvSpPr/>
          <p:nvPr/>
        </p:nvSpPr>
        <p:spPr>
          <a:xfrm>
            <a:off x="7885043" y="5030856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4152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ADBF9E-3CDC-B823-8989-9782E391E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A7B01-476F-C9B7-EB6A-AD85A3BBC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83" y="121360"/>
            <a:ext cx="8460000" cy="402101"/>
          </a:xfrm>
        </p:spPr>
        <p:txBody>
          <a:bodyPr anchor="ctr"/>
          <a:lstStyle/>
          <a:p>
            <a:pPr algn="ctr"/>
            <a:r>
              <a:rPr lang="en-US" dirty="0"/>
              <a:t>KQKD_</a:t>
            </a:r>
            <a:r>
              <a:rPr lang="en-US" dirty="0">
                <a:solidFill>
                  <a:srgbClr val="0000FF"/>
                </a:solidFill>
              </a:rPr>
              <a:t>DTR</a:t>
            </a:r>
            <a:r>
              <a:rPr lang="en-US" dirty="0"/>
              <a:t> QUÍ 1, NĂM 2026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DE3EBA-9BA9-69C8-CEE7-1AEFCBF040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B30D76A-DF4D-D251-4FD8-3CD99F92E27C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999D4D5-6E4E-40F5-59AF-21C9BB180720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11D1FB-99EF-7229-0192-307C33AEA6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0" y="523461"/>
            <a:ext cx="9144000" cy="4462457"/>
          </a:xfrm>
          <a:prstGeom prst="rect">
            <a:avLst/>
          </a:prstGeom>
        </p:spPr>
      </p:pic>
      <p:sp>
        <p:nvSpPr>
          <p:cNvPr id="9" name="Arrow: Left 8">
            <a:hlinkClick r:id="rId3" action="ppaction://hlinksldjump"/>
            <a:extLst>
              <a:ext uri="{FF2B5EF4-FFF2-40B4-BE49-F238E27FC236}">
                <a16:creationId xmlns:a16="http://schemas.microsoft.com/office/drawing/2014/main" id="{1777155C-BE5E-C5E0-745D-7424367CD07E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1762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93B611B-EAB6-FDCF-D36F-30DCF8863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E9B7D-93B1-EA1C-B326-D0EA635A5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83" y="121360"/>
            <a:ext cx="8460000" cy="402101"/>
          </a:xfrm>
        </p:spPr>
        <p:txBody>
          <a:bodyPr anchor="ctr"/>
          <a:lstStyle/>
          <a:p>
            <a:pPr algn="ctr"/>
            <a:r>
              <a:rPr lang="en-US" dirty="0"/>
              <a:t>KQKD_</a:t>
            </a:r>
            <a:r>
              <a:rPr lang="en-US" dirty="0">
                <a:solidFill>
                  <a:srgbClr val="0000FF"/>
                </a:solidFill>
              </a:rPr>
              <a:t>DTR</a:t>
            </a:r>
            <a:r>
              <a:rPr lang="en-US" dirty="0"/>
              <a:t> QUÍ 1, NĂM 2026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C19293-C584-FFC4-6E2B-C96915AFD4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73AC9E5-DE02-9100-9894-6D3941574A9D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116778-7623-2049-6F68-CBFF6B94CAB1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F69753A-9ADE-F6BC-89C6-5A28B22D9A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83740"/>
            <a:ext cx="9144000" cy="4467563"/>
          </a:xfrm>
          <a:prstGeom prst="rect">
            <a:avLst/>
          </a:prstGeom>
        </p:spPr>
      </p:pic>
      <p:sp>
        <p:nvSpPr>
          <p:cNvPr id="9" name="Arrow: Left 8">
            <a:hlinkClick r:id="rId3" action="ppaction://hlinksldjump"/>
            <a:extLst>
              <a:ext uri="{FF2B5EF4-FFF2-40B4-BE49-F238E27FC236}">
                <a16:creationId xmlns:a16="http://schemas.microsoft.com/office/drawing/2014/main" id="{247E14A7-CD73-57A5-0ADA-ED5FDA592EE8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4875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F50DE-DB05-549A-F3AA-697323ECC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8E1C9-4915-F835-532F-07B82E531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83" y="121360"/>
            <a:ext cx="8460000" cy="402101"/>
          </a:xfrm>
        </p:spPr>
        <p:txBody>
          <a:bodyPr anchor="ctr"/>
          <a:lstStyle/>
          <a:p>
            <a:pPr algn="ctr"/>
            <a:r>
              <a:rPr lang="en-US" dirty="0"/>
              <a:t>KQKD_</a:t>
            </a:r>
            <a:r>
              <a:rPr lang="en-US" dirty="0">
                <a:solidFill>
                  <a:srgbClr val="0000FF"/>
                </a:solidFill>
              </a:rPr>
              <a:t>DTR</a:t>
            </a:r>
            <a:r>
              <a:rPr lang="en-US" dirty="0"/>
              <a:t> THÁNG 3, NĂM 2026-KH&amp;SP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558373-3344-4AA0-2C2E-3C8403F20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83C48D52-5F21-010D-FBF4-3E5908D979E4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1BF9C5-506D-1A99-A98C-D0729B62477E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44542E4-2BF8-321E-9B11-2F18D8397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0" y="773741"/>
            <a:ext cx="9144000" cy="3991059"/>
          </a:xfrm>
          <a:prstGeom prst="rect">
            <a:avLst/>
          </a:prstGeom>
        </p:spPr>
      </p:pic>
      <p:sp>
        <p:nvSpPr>
          <p:cNvPr id="9" name="Arrow: Left 8">
            <a:hlinkClick r:id="rId3" action="ppaction://hlinksldjump"/>
            <a:extLst>
              <a:ext uri="{FF2B5EF4-FFF2-40B4-BE49-F238E27FC236}">
                <a16:creationId xmlns:a16="http://schemas.microsoft.com/office/drawing/2014/main" id="{5205E0D4-B108-D423-7451-BE4A49B6346E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5161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54BC9-1E56-2D8E-F768-6F22C032A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EFE77-04CC-390F-EEB5-BF170B9CB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83" y="121360"/>
            <a:ext cx="8460000" cy="402101"/>
          </a:xfrm>
        </p:spPr>
        <p:txBody>
          <a:bodyPr anchor="ctr"/>
          <a:lstStyle/>
          <a:p>
            <a:pPr algn="ctr"/>
            <a:r>
              <a:rPr lang="en-US" dirty="0"/>
              <a:t>KQKD_</a:t>
            </a:r>
            <a:r>
              <a:rPr lang="en-US" dirty="0">
                <a:solidFill>
                  <a:srgbClr val="0000FF"/>
                </a:solidFill>
              </a:rPr>
              <a:t>DTR</a:t>
            </a:r>
            <a:r>
              <a:rPr lang="en-US" dirty="0"/>
              <a:t> THÁNG 3, NĂM 2026 - </a:t>
            </a:r>
            <a:r>
              <a:rPr lang="en-US" dirty="0">
                <a:solidFill>
                  <a:srgbClr val="FF0000"/>
                </a:solidFill>
              </a:rPr>
              <a:t>KH&amp;SP PET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E3666B-FB6B-4C92-04EC-B772A451AC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CDF73E-5612-0A3C-B0BD-2DAE315D02C5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3CD717-1EB7-336F-295A-41950725EC0A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640C71-B618-ABBF-A02B-54A0B49ECB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0" y="773741"/>
            <a:ext cx="9144000" cy="3991059"/>
          </a:xfrm>
          <a:prstGeom prst="rect">
            <a:avLst/>
          </a:prstGeom>
        </p:spPr>
      </p:pic>
      <p:sp>
        <p:nvSpPr>
          <p:cNvPr id="6" name="Arrow: Left 5">
            <a:hlinkClick r:id="rId3" action="ppaction://hlinksldjump"/>
            <a:extLst>
              <a:ext uri="{FF2B5EF4-FFF2-40B4-BE49-F238E27FC236}">
                <a16:creationId xmlns:a16="http://schemas.microsoft.com/office/drawing/2014/main" id="{1207EBAD-DBFD-08D5-2D94-BD7843BE38E3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7694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18472-FC42-54EC-3B4A-AB956643C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964A2-7B73-70B0-8BA9-299A49F5C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83" y="121360"/>
            <a:ext cx="8460000" cy="402101"/>
          </a:xfrm>
        </p:spPr>
        <p:txBody>
          <a:bodyPr anchor="ctr"/>
          <a:lstStyle/>
          <a:p>
            <a:pPr algn="ctr"/>
            <a:r>
              <a:rPr lang="en-US" dirty="0"/>
              <a:t>KQKD_</a:t>
            </a:r>
            <a:r>
              <a:rPr lang="en-US" dirty="0">
                <a:solidFill>
                  <a:srgbClr val="0000FF"/>
                </a:solidFill>
              </a:rPr>
              <a:t>DTR</a:t>
            </a:r>
            <a:r>
              <a:rPr lang="en-US" dirty="0"/>
              <a:t> THÁNG 3, NĂM 2026 - </a:t>
            </a:r>
            <a:r>
              <a:rPr lang="en-US" dirty="0">
                <a:solidFill>
                  <a:srgbClr val="FF0000"/>
                </a:solidFill>
              </a:rPr>
              <a:t>KH&amp;SP HDPE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0D5CF-0249-7394-A6F6-8E785CB37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CBEC694-5E34-BD76-99AE-5EF11DD8BA6B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D3BDB0-D102-981A-7C78-B83D0631DB0D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087D106-97AD-30FB-37AA-5A6F327E3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9778"/>
            <a:ext cx="9144000" cy="4482240"/>
          </a:xfrm>
          <a:prstGeom prst="rect">
            <a:avLst/>
          </a:prstGeom>
        </p:spPr>
      </p:pic>
      <p:sp>
        <p:nvSpPr>
          <p:cNvPr id="9" name="Arrow: Left 8">
            <a:hlinkClick r:id="rId3" action="ppaction://hlinksldjump"/>
            <a:extLst>
              <a:ext uri="{FF2B5EF4-FFF2-40B4-BE49-F238E27FC236}">
                <a16:creationId xmlns:a16="http://schemas.microsoft.com/office/drawing/2014/main" id="{DEB6C75F-05FF-0831-900C-979044BA2B5E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2811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C9DE3-A30F-CB88-E2E0-30597B1A1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0ED85-9266-1951-270D-1E708549B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83" y="121360"/>
            <a:ext cx="8460000" cy="402101"/>
          </a:xfrm>
        </p:spPr>
        <p:txBody>
          <a:bodyPr anchor="ctr"/>
          <a:lstStyle/>
          <a:p>
            <a:pPr algn="ctr"/>
            <a:r>
              <a:rPr lang="en-US" dirty="0"/>
              <a:t>KQKD_</a:t>
            </a:r>
            <a:r>
              <a:rPr lang="en-US" dirty="0">
                <a:solidFill>
                  <a:srgbClr val="0000FF"/>
                </a:solidFill>
              </a:rPr>
              <a:t>DTR</a:t>
            </a:r>
            <a:r>
              <a:rPr lang="en-US" dirty="0"/>
              <a:t> THÁNG 3, NĂM 2026 - </a:t>
            </a:r>
            <a:r>
              <a:rPr lang="en-US" dirty="0">
                <a:solidFill>
                  <a:srgbClr val="FF0000"/>
                </a:solidFill>
              </a:rPr>
              <a:t>KH&amp;SP </a:t>
            </a:r>
            <a:r>
              <a:rPr lang="en-US" dirty="0" err="1">
                <a:solidFill>
                  <a:srgbClr val="FF0000"/>
                </a:solidFill>
              </a:rPr>
              <a:t>rPP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EBB276-4791-6D4D-A815-CA3101CAE6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49D4D3DA-602B-FD44-46D0-98B990ECF725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E631EB-CF39-220F-BBF0-B442E092B02A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3AE3B9-AA41-CDFA-AB14-D16B6997C3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0" y="514044"/>
            <a:ext cx="9144000" cy="4508096"/>
          </a:xfrm>
          <a:prstGeom prst="rect">
            <a:avLst/>
          </a:prstGeom>
        </p:spPr>
      </p:pic>
      <p:sp>
        <p:nvSpPr>
          <p:cNvPr id="9" name="Arrow: Left 8">
            <a:hlinkClick r:id="rId3" action="ppaction://hlinksldjump"/>
            <a:extLst>
              <a:ext uri="{FF2B5EF4-FFF2-40B4-BE49-F238E27FC236}">
                <a16:creationId xmlns:a16="http://schemas.microsoft.com/office/drawing/2014/main" id="{439987A3-7440-FF83-BD85-C9502FCC05E9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6294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F5D3B4F-002D-409B-2342-EED09F17D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70A85-2711-6FB8-2AC6-2C758E787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452"/>
            <a:ext cx="8738881" cy="337163"/>
          </a:xfrm>
        </p:spPr>
        <p:txBody>
          <a:bodyPr anchor="ctr"/>
          <a:lstStyle/>
          <a:p>
            <a:pPr algn="ctr"/>
            <a:r>
              <a:rPr lang="en-US" sz="2400" b="1">
                <a:solidFill>
                  <a:srgbClr val="119303"/>
                </a:solidFill>
              </a:rPr>
              <a:t>3.1. KẾT QUẢ HOẠT ĐỘNG KINH DOANH – </a:t>
            </a:r>
            <a:r>
              <a:rPr lang="en-US" sz="2400" b="1">
                <a:solidFill>
                  <a:schemeClr val="accent2">
                    <a:lumMod val="75000"/>
                  </a:schemeClr>
                </a:solidFill>
              </a:rPr>
              <a:t>LÃI LỖ THÁNG 03 – DTR</a:t>
            </a:r>
            <a:endParaRPr lang="en-US" sz="2200" b="1">
              <a:solidFill>
                <a:schemeClr val="accent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1B8BC1F-8859-1F27-476B-02E0B26750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12759"/>
            <a:ext cx="9144000" cy="4427166"/>
          </a:xfrm>
          <a:prstGeom prst="rect">
            <a:avLst/>
          </a:prstGeom>
        </p:spPr>
      </p:pic>
      <p:sp>
        <p:nvSpPr>
          <p:cNvPr id="3" name="Arrow: Left 2">
            <a:hlinkClick r:id="rId4" action="ppaction://hlinksldjump"/>
            <a:extLst>
              <a:ext uri="{FF2B5EF4-FFF2-40B4-BE49-F238E27FC236}">
                <a16:creationId xmlns:a16="http://schemas.microsoft.com/office/drawing/2014/main" id="{151E3BCB-E303-C623-A0A4-E1657266A207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5753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8DC3E62-F273-018C-E333-A3985A1BE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EE103-BE30-6BC1-5184-EF084CD4B6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5534"/>
            <a:ext cx="9143999" cy="337163"/>
          </a:xfrm>
        </p:spPr>
        <p:txBody>
          <a:bodyPr anchor="ctr"/>
          <a:lstStyle/>
          <a:p>
            <a:pPr algn="ctr"/>
            <a:r>
              <a:rPr lang="en-US" sz="2400" b="1">
                <a:solidFill>
                  <a:srgbClr val="119303"/>
                </a:solidFill>
              </a:rPr>
              <a:t>3.1. KẾT QUẢ HOẠT ĐỘNG KINH DOANH – </a:t>
            </a:r>
            <a:r>
              <a:rPr lang="en-US" sz="2400" b="1">
                <a:solidFill>
                  <a:schemeClr val="accent2">
                    <a:lumMod val="75000"/>
                  </a:schemeClr>
                </a:solidFill>
              </a:rPr>
              <a:t>LÃI LỖ THÁNG 03 – 3 TRẠM</a:t>
            </a:r>
            <a:endParaRPr lang="en-US" sz="2200" b="1">
              <a:solidFill>
                <a:schemeClr val="accent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AEA094E-C872-BA35-A70B-160EB0656C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9677"/>
            <a:ext cx="9144000" cy="4558737"/>
          </a:xfrm>
          <a:prstGeom prst="rect">
            <a:avLst/>
          </a:prstGeom>
        </p:spPr>
      </p:pic>
      <p:sp>
        <p:nvSpPr>
          <p:cNvPr id="3" name="Arrow: Left 2">
            <a:hlinkClick r:id="rId4" action="ppaction://hlinksldjump"/>
            <a:extLst>
              <a:ext uri="{FF2B5EF4-FFF2-40B4-BE49-F238E27FC236}">
                <a16:creationId xmlns:a16="http://schemas.microsoft.com/office/drawing/2014/main" id="{88F8B192-9564-D244-E095-916E53A8BEB2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4276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F1069-A6E7-141D-0B07-AE4A4E1C1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898A6A7-30C3-9951-E884-FBCDACD14A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8586018"/>
              </p:ext>
            </p:extLst>
          </p:nvPr>
        </p:nvGraphicFramePr>
        <p:xfrm>
          <a:off x="58194" y="588234"/>
          <a:ext cx="9085805" cy="4313478"/>
        </p:xfrm>
        <a:graphic>
          <a:graphicData uri="http://schemas.openxmlformats.org/drawingml/2006/table">
            <a:tbl>
              <a:tblPr firstRow="1" bandRow="1">
                <a:tableStyleId>{6A077030-E235-474E-B3E8-3EB61F41259E}</a:tableStyleId>
              </a:tblPr>
              <a:tblGrid>
                <a:gridCol w="6640454">
                  <a:extLst>
                    <a:ext uri="{9D8B030D-6E8A-4147-A177-3AD203B41FA5}">
                      <a16:colId xmlns:a16="http://schemas.microsoft.com/office/drawing/2014/main" val="569245144"/>
                    </a:ext>
                  </a:extLst>
                </a:gridCol>
                <a:gridCol w="2445351">
                  <a:extLst>
                    <a:ext uri="{9D8B030D-6E8A-4147-A177-3AD203B41FA5}">
                      <a16:colId xmlns:a16="http://schemas.microsoft.com/office/drawing/2014/main" val="653644736"/>
                    </a:ext>
                  </a:extLst>
                </a:gridCol>
              </a:tblGrid>
              <a:tr h="2007994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u="sng" dirty="0"/>
                        <a:t>NGUYÊN NHÂN GỐC RỄ</a:t>
                      </a:r>
                    </a:p>
                    <a:p>
                      <a:pPr algn="ctr"/>
                      <a:endParaRPr lang="en-US" sz="1200" u="sng" dirty="0"/>
                    </a:p>
                    <a:p>
                      <a:pPr marL="0" indent="0" algn="l">
                        <a:buFontTx/>
                        <a:buNone/>
                      </a:pPr>
                      <a:r>
                        <a:rPr lang="en-US" sz="1000" u="none" dirty="0"/>
                        <a:t>Doanh </a:t>
                      </a:r>
                      <a:r>
                        <a:rPr lang="en-US" sz="1000" u="none" dirty="0" err="1"/>
                        <a:t>thu</a:t>
                      </a:r>
                      <a:r>
                        <a:rPr lang="en-US" sz="1000" u="none" dirty="0"/>
                        <a:t> </a:t>
                      </a:r>
                      <a:r>
                        <a:rPr lang="en-US" sz="1000" u="none" err="1"/>
                        <a:t>thuần</a:t>
                      </a:r>
                      <a:r>
                        <a:rPr lang="en-US" sz="1000" u="none"/>
                        <a:t> T03 </a:t>
                      </a:r>
                      <a:r>
                        <a:rPr lang="en-US" sz="1000" u="none" err="1"/>
                        <a:t>đạt</a:t>
                      </a:r>
                      <a:r>
                        <a:rPr lang="en-US" sz="1000" u="none"/>
                        <a:t> </a:t>
                      </a:r>
                      <a:r>
                        <a:rPr lang="en-US" sz="1200" b="1" u="none"/>
                        <a:t>173</a:t>
                      </a:r>
                      <a:r>
                        <a:rPr lang="en-US" sz="1000" u="none"/>
                        <a:t>/142 </a:t>
                      </a:r>
                      <a:r>
                        <a:rPr lang="en-US" sz="1000" u="none" err="1"/>
                        <a:t>tỷ</a:t>
                      </a:r>
                      <a:r>
                        <a:rPr lang="en-US" sz="1000" u="none"/>
                        <a:t> (vượt 22.4%). Vượt Ngân sách chủ yếu là do sản lượng tăng:</a:t>
                      </a:r>
                    </a:p>
                    <a:p>
                      <a:pPr marL="0" indent="0" algn="l">
                        <a:buFontTx/>
                        <a:buNone/>
                      </a:pPr>
                      <a:endParaRPr lang="en-US" sz="1000" u="none"/>
                    </a:p>
                    <a:p>
                      <a:pPr marL="0" indent="0" algn="l">
                        <a:buFontTx/>
                        <a:buNone/>
                      </a:pPr>
                      <a:r>
                        <a:rPr lang="en-US" sz="1000" u="none"/>
                        <a:t>+ </a:t>
                      </a:r>
                      <a:r>
                        <a:rPr lang="en-US" sz="1000" b="1" u="none"/>
                        <a:t>Kênh xuất khẩu</a:t>
                      </a:r>
                      <a:r>
                        <a:rPr lang="en-US" sz="1000" u="none"/>
                        <a:t>: Outeirinho lấy hàng lại (đạt 990/330 tấn iSS01G); Premium Water (đạt 220/- tấn WSS03G). </a:t>
                      </a:r>
                    </a:p>
                    <a:p>
                      <a:pPr marL="0" indent="0" algn="l">
                        <a:buFontTx/>
                        <a:buNone/>
                      </a:pPr>
                      <a:endParaRPr lang="en-US" sz="1000" u="none"/>
                    </a:p>
                    <a:p>
                      <a:pPr marL="0" indent="0" algn="l">
                        <a:buFontTx/>
                        <a:buNone/>
                      </a:pPr>
                      <a:r>
                        <a:rPr lang="en-US" sz="1000" u="none"/>
                        <a:t>+ </a:t>
                      </a:r>
                      <a:r>
                        <a:rPr lang="en-US" sz="1000" b="1" u="none"/>
                        <a:t>Kênh nội địa</a:t>
                      </a:r>
                      <a:r>
                        <a:rPr lang="en-US" sz="1000" u="none"/>
                        <a:t>: Suntory đạt 594/330 tấn (iSS1084G); Uy Kiệt 440/- tấn (WSS03G); Unilever 330/275 tấn (WSS01G)</a:t>
                      </a:r>
                      <a:endParaRPr lang="en-US" sz="1000" b="1" i="1" u="non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659027"/>
                  </a:ext>
                </a:extLst>
              </a:tr>
              <a:tr h="230548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979701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BD14D59-E52C-4AEC-E23F-A01EDF0CB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5534"/>
            <a:ext cx="9085805" cy="572700"/>
          </a:xfrm>
        </p:spPr>
        <p:txBody>
          <a:bodyPr/>
          <a:lstStyle/>
          <a:p>
            <a:pPr algn="ctr"/>
            <a:r>
              <a:rPr lang="en-US" sz="2000" b="1">
                <a:solidFill>
                  <a:srgbClr val="119303"/>
                </a:solidFill>
              </a:rPr>
              <a:t>3.1</a:t>
            </a:r>
            <a:r>
              <a:rPr lang="en-US" sz="2300" b="1">
                <a:solidFill>
                  <a:srgbClr val="119303"/>
                </a:solidFill>
              </a:rPr>
              <a:t>. KẾT QUẢ HOẠT ĐỘNG KINH DOANH – </a:t>
            </a:r>
            <a:r>
              <a:rPr lang="en-US" sz="2300" b="1">
                <a:solidFill>
                  <a:schemeClr val="accent2">
                    <a:lumMod val="75000"/>
                  </a:schemeClr>
                </a:solidFill>
              </a:rPr>
              <a:t>GIẢI TRÌNH DOANH THU</a:t>
            </a:r>
            <a:endParaRPr lang="en-US" sz="2300" b="1">
              <a:solidFill>
                <a:schemeClr val="tx1">
                  <a:lumMod val="65000"/>
                  <a:lumOff val="35000"/>
                </a:schemeClr>
              </a:solidFill>
              <a:latin typeface="+mn-lt"/>
            </a:endParaRP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E130BEDC-8830-AA2C-D6CE-032D1317508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85869273"/>
              </p:ext>
            </p:extLst>
          </p:nvPr>
        </p:nvGraphicFramePr>
        <p:xfrm>
          <a:off x="58195" y="806598"/>
          <a:ext cx="6608736" cy="19093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5B237680-819E-EC6E-D41F-B19E93EC7702}"/>
              </a:ext>
            </a:extLst>
          </p:cNvPr>
          <p:cNvSpPr/>
          <p:nvPr/>
        </p:nvSpPr>
        <p:spPr>
          <a:xfrm>
            <a:off x="58195" y="588234"/>
            <a:ext cx="6608736" cy="21836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b="1">
                <a:solidFill>
                  <a:schemeClr val="tx1"/>
                </a:solidFill>
              </a:rPr>
              <a:t>DOANH THU THUẦN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10EA6F-2D53-E4B7-293E-26704F295D36}"/>
              </a:ext>
            </a:extLst>
          </p:cNvPr>
          <p:cNvSpPr/>
          <p:nvPr/>
        </p:nvSpPr>
        <p:spPr>
          <a:xfrm>
            <a:off x="58195" y="2699975"/>
            <a:ext cx="6608736" cy="21836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b="1">
                <a:solidFill>
                  <a:schemeClr val="tx1"/>
                </a:solidFill>
              </a:rPr>
              <a:t>LŨY KẾ DOANH THU THUẦN</a:t>
            </a:r>
          </a:p>
        </p:txBody>
      </p:sp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424E2B08-E421-0097-BABF-0E47D73A24B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05423196"/>
              </p:ext>
            </p:extLst>
          </p:nvPr>
        </p:nvGraphicFramePr>
        <p:xfrm>
          <a:off x="58195" y="2913373"/>
          <a:ext cx="6608736" cy="19093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95E6761-BEB0-E07D-620F-3E30380E5176}"/>
              </a:ext>
            </a:extLst>
          </p:cNvPr>
          <p:cNvSpPr txBox="1"/>
          <p:nvPr/>
        </p:nvSpPr>
        <p:spPr>
          <a:xfrm>
            <a:off x="5896612" y="586941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i="1" err="1"/>
              <a:t>Đvt</a:t>
            </a:r>
            <a:r>
              <a:rPr lang="en-US" sz="700" i="1"/>
              <a:t>: </a:t>
            </a:r>
            <a:r>
              <a:rPr lang="en-US" sz="700" i="1" err="1"/>
              <a:t>tỷ</a:t>
            </a:r>
            <a:r>
              <a:rPr lang="en-US" sz="700" i="1"/>
              <a:t> </a:t>
            </a:r>
            <a:r>
              <a:rPr lang="en-US" sz="700" i="1" err="1"/>
              <a:t>đồng</a:t>
            </a:r>
            <a:endParaRPr lang="en-US" sz="700" i="1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91F701-DD65-569C-8158-7E7319F27F65}"/>
              </a:ext>
            </a:extLst>
          </p:cNvPr>
          <p:cNvSpPr txBox="1"/>
          <p:nvPr/>
        </p:nvSpPr>
        <p:spPr>
          <a:xfrm>
            <a:off x="5896613" y="2704445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i="1" err="1"/>
              <a:t>Đvt</a:t>
            </a:r>
            <a:r>
              <a:rPr lang="en-US" sz="700" i="1"/>
              <a:t>: </a:t>
            </a:r>
            <a:r>
              <a:rPr lang="en-US" sz="700" i="1" err="1"/>
              <a:t>tỷ</a:t>
            </a:r>
            <a:r>
              <a:rPr lang="en-US" sz="700" i="1"/>
              <a:t> </a:t>
            </a:r>
            <a:r>
              <a:rPr lang="en-US" sz="700" i="1" err="1"/>
              <a:t>đồng</a:t>
            </a:r>
            <a:endParaRPr lang="en-US" sz="700" i="1"/>
          </a:p>
        </p:txBody>
      </p:sp>
      <p:sp>
        <p:nvSpPr>
          <p:cNvPr id="3" name="Arrow: Left 2">
            <a:hlinkClick r:id="rId5" action="ppaction://hlinksldjump"/>
            <a:extLst>
              <a:ext uri="{FF2B5EF4-FFF2-40B4-BE49-F238E27FC236}">
                <a16:creationId xmlns:a16="http://schemas.microsoft.com/office/drawing/2014/main" id="{3F862B76-DBA4-1A3D-9DF5-FC8C3125A338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066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86D3C-6B53-9E20-A567-D13417F7C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B82A03C-439F-533F-8D5E-F869F659F6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2584863"/>
              </p:ext>
            </p:extLst>
          </p:nvPr>
        </p:nvGraphicFramePr>
        <p:xfrm>
          <a:off x="58194" y="588234"/>
          <a:ext cx="9085805" cy="4313478"/>
        </p:xfrm>
        <a:graphic>
          <a:graphicData uri="http://schemas.openxmlformats.org/drawingml/2006/table">
            <a:tbl>
              <a:tblPr firstRow="1" bandRow="1">
                <a:tableStyleId>{6A077030-E235-474E-B3E8-3EB61F41259E}</a:tableStyleId>
              </a:tblPr>
              <a:tblGrid>
                <a:gridCol w="6640454">
                  <a:extLst>
                    <a:ext uri="{9D8B030D-6E8A-4147-A177-3AD203B41FA5}">
                      <a16:colId xmlns:a16="http://schemas.microsoft.com/office/drawing/2014/main" val="569245144"/>
                    </a:ext>
                  </a:extLst>
                </a:gridCol>
                <a:gridCol w="2445351">
                  <a:extLst>
                    <a:ext uri="{9D8B030D-6E8A-4147-A177-3AD203B41FA5}">
                      <a16:colId xmlns:a16="http://schemas.microsoft.com/office/drawing/2014/main" val="653644736"/>
                    </a:ext>
                  </a:extLst>
                </a:gridCol>
              </a:tblGrid>
              <a:tr h="2007994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u="sng" dirty="0"/>
                        <a:t>NGUYÊN NHÂN GỐC RỄ</a:t>
                      </a:r>
                    </a:p>
                    <a:p>
                      <a:pPr algn="ctr"/>
                      <a:endParaRPr lang="en-US" sz="1200" u="sng" dirty="0"/>
                    </a:p>
                    <a:p>
                      <a:pPr marL="0" indent="0" algn="l">
                        <a:buFontTx/>
                        <a:buNone/>
                      </a:pPr>
                      <a:r>
                        <a:rPr lang="en-US" sz="1000" u="none"/>
                        <a:t>Lợi nhuận sau thuế T03 </a:t>
                      </a:r>
                      <a:r>
                        <a:rPr lang="en-US" sz="1000" u="none" err="1"/>
                        <a:t>đạt</a:t>
                      </a:r>
                      <a:r>
                        <a:rPr lang="en-US" sz="1000" u="none"/>
                        <a:t> </a:t>
                      </a:r>
                      <a:r>
                        <a:rPr lang="en-US" sz="1200" b="1" u="none"/>
                        <a:t>-6.7</a:t>
                      </a:r>
                      <a:r>
                        <a:rPr lang="en-US" sz="1000" u="none"/>
                        <a:t>/128 </a:t>
                      </a:r>
                      <a:r>
                        <a:rPr lang="en-US" sz="1000" u="none" err="1"/>
                        <a:t>tỷ</a:t>
                      </a:r>
                      <a:r>
                        <a:rPr lang="en-US" sz="1000" u="none"/>
                        <a:t> Nguyên </a:t>
                      </a:r>
                      <a:r>
                        <a:rPr lang="en-US" sz="1000" u="none" dirty="0" err="1"/>
                        <a:t>nhân</a:t>
                      </a:r>
                      <a:r>
                        <a:rPr lang="en-US" sz="1000" u="none" dirty="0"/>
                        <a:t> </a:t>
                      </a:r>
                      <a:r>
                        <a:rPr lang="en-US" sz="1000" u="none" dirty="0" err="1"/>
                        <a:t>không</a:t>
                      </a:r>
                      <a:r>
                        <a:rPr lang="en-US" sz="1000" u="none" dirty="0"/>
                        <a:t> </a:t>
                      </a:r>
                      <a:r>
                        <a:rPr lang="en-US" sz="1000" u="none" dirty="0" err="1"/>
                        <a:t>đạt</a:t>
                      </a:r>
                      <a:r>
                        <a:rPr lang="en-US" sz="1000" u="none" dirty="0"/>
                        <a:t> </a:t>
                      </a:r>
                      <a:r>
                        <a:rPr lang="en-US" sz="1000" u="none" dirty="0" err="1"/>
                        <a:t>là</a:t>
                      </a:r>
                      <a:r>
                        <a:rPr lang="en-US" sz="1000" u="none" dirty="0"/>
                        <a:t> do:</a:t>
                      </a:r>
                    </a:p>
                    <a:p>
                      <a:pPr marL="0" indent="0" algn="l">
                        <a:buFontTx/>
                        <a:buNone/>
                      </a:pPr>
                      <a:endParaRPr lang="en-US" sz="1000" u="none" dirty="0"/>
                    </a:p>
                    <a:p>
                      <a:pPr marL="0" indent="0" algn="l">
                        <a:buFontTx/>
                        <a:buNone/>
                      </a:pPr>
                      <a:r>
                        <a:rPr lang="en-US" sz="1000" u="none"/>
                        <a:t>+ Nhóm ngành hàng </a:t>
                      </a:r>
                      <a:r>
                        <a:rPr lang="en-US" sz="1000" b="1" u="none"/>
                        <a:t>rHD ép lỗ</a:t>
                      </a:r>
                      <a:r>
                        <a:rPr lang="en-US" sz="1000" u="none"/>
                        <a:t>: tác động </a:t>
                      </a:r>
                      <a:r>
                        <a:rPr lang="en-US" sz="1000" b="1" u="none"/>
                        <a:t>giảm 3.3 tỷ</a:t>
                      </a:r>
                      <a:r>
                        <a:rPr lang="en-US" sz="1000" b="1" i="1" u="none"/>
                        <a:t> </a:t>
                      </a:r>
                      <a:r>
                        <a:rPr lang="en-US" sz="1000" b="0" i="1" u="none"/>
                        <a:t>(Ngân sách không lập bán nhóm hàng này);</a:t>
                      </a:r>
                      <a:endParaRPr lang="en-US" sz="1000" i="1" u="none"/>
                    </a:p>
                    <a:p>
                      <a:pPr marL="0" indent="0" algn="l">
                        <a:buFontTx/>
                        <a:buNone/>
                      </a:pPr>
                      <a:endParaRPr lang="en-US" sz="1000" b="1" i="0" u="none"/>
                    </a:p>
                    <a:p>
                      <a:pPr marL="0" indent="0" algn="l">
                        <a:buFontTx/>
                        <a:buNone/>
                      </a:pPr>
                      <a:r>
                        <a:rPr lang="en-US" sz="1000" b="0" i="0" u="none"/>
                        <a:t>+</a:t>
                      </a:r>
                      <a:r>
                        <a:rPr lang="en-US" sz="1000" b="1" i="0" u="none"/>
                        <a:t> Đẩy mạnh </a:t>
                      </a:r>
                      <a:r>
                        <a:rPr lang="en-US" sz="1000" b="0" i="0" u="none"/>
                        <a:t>bán nhóm hàng </a:t>
                      </a:r>
                      <a:r>
                        <a:rPr lang="en-US" sz="1000" b="1" i="0" u="none"/>
                        <a:t>xơ sợi </a:t>
                      </a:r>
                      <a:r>
                        <a:rPr lang="en-US" sz="1000" b="0" i="0" u="none"/>
                        <a:t>tồn kho lâu: tác động </a:t>
                      </a:r>
                      <a:r>
                        <a:rPr lang="en-US" sz="1000" b="1" i="0" u="none"/>
                        <a:t>giảm 3.4 tỷ </a:t>
                      </a:r>
                      <a:r>
                        <a:rPr lang="en-US" sz="1000" b="0" i="0" u="none"/>
                        <a:t>(</a:t>
                      </a:r>
                      <a:r>
                        <a:rPr lang="en-US" sz="1000" b="0" i="1" u="none"/>
                        <a:t>Ngân sách lập bán 86.6 tấn; thực tế bán 363.5 tấn)</a:t>
                      </a:r>
                      <a:r>
                        <a:rPr lang="en-US" sz="1000" b="0" i="0" u="none"/>
                        <a:t>;</a:t>
                      </a:r>
                    </a:p>
                    <a:p>
                      <a:pPr marL="0" indent="0" algn="l">
                        <a:buFontTx/>
                        <a:buNone/>
                      </a:pPr>
                      <a:endParaRPr lang="en-US" sz="1000" b="0" i="0" u="none"/>
                    </a:p>
                    <a:p>
                      <a:pPr marL="0" indent="0" algn="l">
                        <a:buFontTx/>
                        <a:buNone/>
                      </a:pPr>
                      <a:r>
                        <a:rPr lang="en-US" sz="1000" b="0" i="0" u="none"/>
                        <a:t>+ </a:t>
                      </a:r>
                      <a:r>
                        <a:rPr lang="en-US" sz="1000" b="1" i="0" u="none"/>
                        <a:t>Dây đai PET và bụi tank lỗ</a:t>
                      </a:r>
                      <a:r>
                        <a:rPr lang="en-US" sz="1000" b="0" i="0" u="none"/>
                        <a:t>: tác động lần lượt </a:t>
                      </a:r>
                      <a:r>
                        <a:rPr lang="en-US" sz="1000" b="1" i="0" u="none"/>
                        <a:t>giảm 0.79 tỷ và 0.6 tỷ</a:t>
                      </a:r>
                      <a:r>
                        <a:rPr lang="en-US" sz="1000" b="0" i="0" u="none"/>
                        <a:t>;</a:t>
                      </a:r>
                      <a:endParaRPr lang="en-US" sz="1000" b="1" i="0" u="none"/>
                    </a:p>
                    <a:p>
                      <a:pPr marL="0" indent="0" algn="l">
                        <a:buFontTx/>
                        <a:buNone/>
                      </a:pPr>
                      <a:endParaRPr lang="en-US" sz="1000" b="1" i="0" u="none"/>
                    </a:p>
                    <a:p>
                      <a:pPr marL="0" indent="0" algn="l">
                        <a:buFontTx/>
                        <a:buNone/>
                      </a:pPr>
                      <a:r>
                        <a:rPr lang="en-US" sz="1000" b="0" i="0" u="none"/>
                        <a:t>+ </a:t>
                      </a:r>
                      <a:r>
                        <a:rPr lang="en-US" sz="1000" b="1" i="0" u="none"/>
                        <a:t>Tỷ giá</a:t>
                      </a:r>
                      <a:r>
                        <a:rPr lang="en-US" sz="1000" b="0" i="0" u="none"/>
                        <a:t> thực tế trung bình đạt 26,209/26,500 Ngân sách: tác động </a:t>
                      </a:r>
                      <a:r>
                        <a:rPr lang="en-US" sz="1000" b="1" i="0" u="none"/>
                        <a:t>giảm 1.7 tỷ</a:t>
                      </a:r>
                    </a:p>
                    <a:p>
                      <a:pPr marL="0" indent="0" algn="l">
                        <a:buFontTx/>
                        <a:buNone/>
                      </a:pPr>
                      <a:endParaRPr lang="en-US" sz="1000" b="1" i="0" u="none"/>
                    </a:p>
                    <a:p>
                      <a:pPr marL="0" indent="0" algn="l">
                        <a:buFontTx/>
                        <a:buNone/>
                      </a:pPr>
                      <a:r>
                        <a:rPr lang="en-US" sz="1000" b="0" i="0" u="none"/>
                        <a:t>+</a:t>
                      </a:r>
                      <a:r>
                        <a:rPr lang="en-US" sz="1000" b="1" i="0" u="none"/>
                        <a:t> </a:t>
                      </a:r>
                      <a:r>
                        <a:rPr lang="en-US" sz="1000" b="0" i="0" u="none"/>
                        <a:t>Điều chỉnh thuê xưởng-thuê máy theo yêu cầu kiểm toán: tác động </a:t>
                      </a:r>
                      <a:r>
                        <a:rPr lang="en-US" sz="1000" b="1" i="0" u="none"/>
                        <a:t>giảm 1.1 tỷ</a:t>
                      </a:r>
                    </a:p>
                    <a:p>
                      <a:pPr marL="0" indent="0" algn="l">
                        <a:buFontTx/>
                        <a:buNone/>
                      </a:pPr>
                      <a:endParaRPr lang="en-US" sz="1000" b="1" i="0" u="none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Tx/>
                        <a:buNone/>
                        <a:tabLst/>
                        <a:defRPr/>
                      </a:pPr>
                      <a:endParaRPr lang="en-US" sz="1000" b="1" i="1" u="non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659027"/>
                  </a:ext>
                </a:extLst>
              </a:tr>
              <a:tr h="230548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979701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ED114226-FCD5-D76C-BE5E-85BE58C7C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5534"/>
            <a:ext cx="9085805" cy="572700"/>
          </a:xfrm>
        </p:spPr>
        <p:txBody>
          <a:bodyPr/>
          <a:lstStyle/>
          <a:p>
            <a:pPr algn="ctr"/>
            <a:r>
              <a:rPr lang="en-US" sz="2000" b="1">
                <a:solidFill>
                  <a:srgbClr val="119303"/>
                </a:solidFill>
              </a:rPr>
              <a:t>3.1</a:t>
            </a:r>
            <a:r>
              <a:rPr lang="en-US" sz="2300" b="1">
                <a:solidFill>
                  <a:srgbClr val="119303"/>
                </a:solidFill>
              </a:rPr>
              <a:t>. </a:t>
            </a:r>
            <a:r>
              <a:rPr lang="en-US" sz="2200" b="1">
                <a:solidFill>
                  <a:srgbClr val="119303"/>
                </a:solidFill>
              </a:rPr>
              <a:t>KẾT QUẢ HOẠT ĐỘNG KINH DOANH – </a:t>
            </a:r>
            <a:r>
              <a:rPr lang="en-US" sz="2200" b="1">
                <a:solidFill>
                  <a:schemeClr val="accent2">
                    <a:lumMod val="75000"/>
                  </a:schemeClr>
                </a:solidFill>
              </a:rPr>
              <a:t>GIẢI TRÌNH LỢI NHUẬN SAU THUẾ</a:t>
            </a:r>
            <a:endParaRPr lang="en-US" sz="2200" b="1">
              <a:solidFill>
                <a:schemeClr val="tx1">
                  <a:lumMod val="65000"/>
                  <a:lumOff val="35000"/>
                </a:schemeClr>
              </a:solidFill>
              <a:latin typeface="+mn-lt"/>
            </a:endParaRP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378D21C2-38BB-5517-6B04-B71DDE370E3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98973190"/>
              </p:ext>
            </p:extLst>
          </p:nvPr>
        </p:nvGraphicFramePr>
        <p:xfrm>
          <a:off x="58195" y="806598"/>
          <a:ext cx="6608736" cy="19093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A42DD51F-2EB1-6F56-73EF-55033ABF68F5}"/>
              </a:ext>
            </a:extLst>
          </p:cNvPr>
          <p:cNvSpPr/>
          <p:nvPr/>
        </p:nvSpPr>
        <p:spPr>
          <a:xfrm>
            <a:off x="58195" y="588234"/>
            <a:ext cx="6608736" cy="21836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b="1">
                <a:solidFill>
                  <a:schemeClr val="tx1"/>
                </a:solidFill>
              </a:rPr>
              <a:t>LỢI NHUẬN SAU THUẾ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897BFB3-082D-5455-8391-A06836253DCA}"/>
              </a:ext>
            </a:extLst>
          </p:cNvPr>
          <p:cNvSpPr/>
          <p:nvPr/>
        </p:nvSpPr>
        <p:spPr>
          <a:xfrm>
            <a:off x="66119" y="2710540"/>
            <a:ext cx="6608736" cy="21836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b="1">
                <a:solidFill>
                  <a:schemeClr val="tx1"/>
                </a:solidFill>
              </a:rPr>
              <a:t>LŨY KẾ LỢI NHUẬN SAU THUẾ</a:t>
            </a:r>
          </a:p>
        </p:txBody>
      </p:sp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2085B7AD-86DA-B33F-93C7-F418DF64BA9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44035374"/>
              </p:ext>
            </p:extLst>
          </p:nvPr>
        </p:nvGraphicFramePr>
        <p:xfrm>
          <a:off x="58195" y="2913373"/>
          <a:ext cx="6608736" cy="19093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7D6023-4704-48F0-E690-4977B6468BE1}"/>
              </a:ext>
            </a:extLst>
          </p:cNvPr>
          <p:cNvSpPr txBox="1"/>
          <p:nvPr/>
        </p:nvSpPr>
        <p:spPr>
          <a:xfrm>
            <a:off x="5896612" y="586941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i="1" err="1"/>
              <a:t>Đvt</a:t>
            </a:r>
            <a:r>
              <a:rPr lang="en-US" sz="700" i="1"/>
              <a:t>: </a:t>
            </a:r>
            <a:r>
              <a:rPr lang="en-US" sz="700" i="1" err="1"/>
              <a:t>tỷ</a:t>
            </a:r>
            <a:r>
              <a:rPr lang="en-US" sz="700" i="1"/>
              <a:t> </a:t>
            </a:r>
            <a:r>
              <a:rPr lang="en-US" sz="700" i="1" err="1"/>
              <a:t>đồng</a:t>
            </a:r>
            <a:endParaRPr lang="en-US" sz="700" i="1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DF5D8C5-F4E0-E66B-0A9A-0441E96AA25F}"/>
              </a:ext>
            </a:extLst>
          </p:cNvPr>
          <p:cNvSpPr txBox="1"/>
          <p:nvPr/>
        </p:nvSpPr>
        <p:spPr>
          <a:xfrm>
            <a:off x="5896613" y="2704445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i="1" err="1"/>
              <a:t>Đvt</a:t>
            </a:r>
            <a:r>
              <a:rPr lang="en-US" sz="700" i="1"/>
              <a:t>: </a:t>
            </a:r>
            <a:r>
              <a:rPr lang="en-US" sz="700" i="1" err="1"/>
              <a:t>tỷ</a:t>
            </a:r>
            <a:r>
              <a:rPr lang="en-US" sz="700" i="1"/>
              <a:t> </a:t>
            </a:r>
            <a:r>
              <a:rPr lang="en-US" sz="700" i="1" err="1"/>
              <a:t>đồng</a:t>
            </a:r>
            <a:endParaRPr lang="en-US" sz="700" i="1"/>
          </a:p>
        </p:txBody>
      </p:sp>
      <p:sp>
        <p:nvSpPr>
          <p:cNvPr id="3" name="Arrow: Left 2">
            <a:hlinkClick r:id="rId5" action="ppaction://hlinksldjump"/>
            <a:extLst>
              <a:ext uri="{FF2B5EF4-FFF2-40B4-BE49-F238E27FC236}">
                <a16:creationId xmlns:a16="http://schemas.microsoft.com/office/drawing/2014/main" id="{687A15F4-8DBA-A444-50F6-CA2AD901C227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4055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091B2FE0-30F2-11AF-B20A-6A9FF6AC62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3691"/>
            <a:ext cx="9144000" cy="45798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22DE1A1-2B3E-8A44-EA21-6B32CBC49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6767"/>
            <a:ext cx="9144000" cy="33344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119303"/>
                </a:solidFill>
              </a:rPr>
              <a:t>3.1</a:t>
            </a:r>
            <a:r>
              <a:rPr lang="en-US" sz="2200" b="1">
                <a:solidFill>
                  <a:srgbClr val="119303"/>
                </a:solidFill>
              </a:rPr>
              <a:t>. KẾT QUẢ HOẠT ĐỘNG KINH DOANH – </a:t>
            </a:r>
            <a:r>
              <a:rPr lang="en-US" sz="2200" b="1">
                <a:solidFill>
                  <a:schemeClr val="accent2">
                    <a:lumMod val="75000"/>
                  </a:schemeClr>
                </a:solidFill>
              </a:rPr>
              <a:t>GIÁ BÁN</a:t>
            </a:r>
            <a:endParaRPr lang="en-US" sz="2200" b="1">
              <a:solidFill>
                <a:schemeClr val="tx1">
                  <a:lumMod val="65000"/>
                  <a:lumOff val="35000"/>
                </a:schemeClr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AC6F4F-DCC0-F9AC-B309-0D22409660BC}"/>
              </a:ext>
            </a:extLst>
          </p:cNvPr>
          <p:cNvSpPr txBox="1"/>
          <p:nvPr/>
        </p:nvSpPr>
        <p:spPr>
          <a:xfrm>
            <a:off x="0" y="4701859"/>
            <a:ext cx="116570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u="sng" err="1">
                <a:solidFill>
                  <a:schemeClr val="bg1">
                    <a:lumMod val="75000"/>
                  </a:schemeClr>
                </a:solidFill>
              </a:rPr>
              <a:t>Ghi</a:t>
            </a:r>
            <a:r>
              <a:rPr lang="en-US" sz="800" i="1" u="sng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sz="800" i="1" u="sng" err="1">
                <a:solidFill>
                  <a:schemeClr val="bg1">
                    <a:lumMod val="75000"/>
                  </a:schemeClr>
                </a:solidFill>
              </a:rPr>
              <a:t>chú</a:t>
            </a:r>
            <a:r>
              <a:rPr lang="en-US" sz="800" i="1">
                <a:solidFill>
                  <a:schemeClr val="bg1">
                    <a:lumMod val="75000"/>
                  </a:schemeClr>
                </a:solidFill>
              </a:rPr>
              <a:t>: </a:t>
            </a:r>
            <a:r>
              <a:rPr lang="en-US" sz="800" i="1" err="1">
                <a:solidFill>
                  <a:schemeClr val="bg1">
                    <a:lumMod val="75000"/>
                  </a:schemeClr>
                </a:solidFill>
              </a:rPr>
              <a:t>lấy</a:t>
            </a:r>
            <a:r>
              <a:rPr lang="en-US" sz="800" i="1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sz="800" i="1" err="1">
                <a:solidFill>
                  <a:schemeClr val="bg1">
                    <a:lumMod val="75000"/>
                  </a:schemeClr>
                </a:solidFill>
              </a:rPr>
              <a:t>hạt</a:t>
            </a:r>
            <a:r>
              <a:rPr lang="en-US" sz="800" i="1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sz="800" i="1" err="1">
                <a:solidFill>
                  <a:schemeClr val="bg1">
                    <a:lumMod val="75000"/>
                  </a:schemeClr>
                </a:solidFill>
              </a:rPr>
              <a:t>rPET</a:t>
            </a:r>
            <a:endParaRPr lang="en-US" sz="800" i="1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Arrow: Right 2">
            <a:hlinkClick r:id="rId3" action="ppaction://hlinksldjump"/>
            <a:extLst>
              <a:ext uri="{FF2B5EF4-FFF2-40B4-BE49-F238E27FC236}">
                <a16:creationId xmlns:a16="http://schemas.microsoft.com/office/drawing/2014/main" id="{084995DB-C4C6-F5E0-EC0E-301489496DEF}"/>
              </a:ext>
            </a:extLst>
          </p:cNvPr>
          <p:cNvSpPr/>
          <p:nvPr/>
        </p:nvSpPr>
        <p:spPr>
          <a:xfrm>
            <a:off x="8534400" y="129540"/>
            <a:ext cx="403860" cy="1804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Arrow: Left 4">
            <a:hlinkClick r:id="rId4" action="ppaction://hlinksldjump"/>
            <a:extLst>
              <a:ext uri="{FF2B5EF4-FFF2-40B4-BE49-F238E27FC236}">
                <a16:creationId xmlns:a16="http://schemas.microsoft.com/office/drawing/2014/main" id="{0B07F8C4-AD33-F8DC-0D12-BF4AFCE92E1B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7247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00A90-5405-EB02-E8A6-C76DA193C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8957F-5186-1C98-EE4C-9C59C2AC2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67521" cy="348975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119303"/>
                </a:solidFill>
              </a:rPr>
              <a:t>3.1. KẾT QUẢ HOẠT ĐỘNG KINH DOANH – </a:t>
            </a:r>
            <a:r>
              <a:rPr lang="en-US" sz="2000" b="1">
                <a:solidFill>
                  <a:schemeClr val="accent2">
                    <a:lumMod val="75000"/>
                  </a:schemeClr>
                </a:solidFill>
              </a:rPr>
              <a:t>BIẾN ĐỘNG D.THU THEO YẾU TỐ</a:t>
            </a:r>
            <a:endParaRPr lang="en-US" sz="2000" b="1">
              <a:solidFill>
                <a:schemeClr val="tx1">
                  <a:lumMod val="65000"/>
                  <a:lumOff val="35000"/>
                </a:schemeClr>
              </a:solidFill>
              <a:latin typeface="+mn-lt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00BE8B6-6083-B7AE-2EFA-0BF3D21709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254927"/>
              </p:ext>
            </p:extLst>
          </p:nvPr>
        </p:nvGraphicFramePr>
        <p:xfrm>
          <a:off x="4648200" y="2627178"/>
          <a:ext cx="4407310" cy="2280344"/>
        </p:xfrm>
        <a:graphic>
          <a:graphicData uri="http://schemas.openxmlformats.org/drawingml/2006/table">
            <a:tbl>
              <a:tblPr firstRow="1" bandRow="1">
                <a:tableStyleId>{6A077030-E235-474E-B3E8-3EB61F41259E}</a:tableStyleId>
              </a:tblPr>
              <a:tblGrid>
                <a:gridCol w="881462">
                  <a:extLst>
                    <a:ext uri="{9D8B030D-6E8A-4147-A177-3AD203B41FA5}">
                      <a16:colId xmlns:a16="http://schemas.microsoft.com/office/drawing/2014/main" val="1717908629"/>
                    </a:ext>
                  </a:extLst>
                </a:gridCol>
                <a:gridCol w="881462">
                  <a:extLst>
                    <a:ext uri="{9D8B030D-6E8A-4147-A177-3AD203B41FA5}">
                      <a16:colId xmlns:a16="http://schemas.microsoft.com/office/drawing/2014/main" val="3559197361"/>
                    </a:ext>
                  </a:extLst>
                </a:gridCol>
                <a:gridCol w="881462">
                  <a:extLst>
                    <a:ext uri="{9D8B030D-6E8A-4147-A177-3AD203B41FA5}">
                      <a16:colId xmlns:a16="http://schemas.microsoft.com/office/drawing/2014/main" val="3363158761"/>
                    </a:ext>
                  </a:extLst>
                </a:gridCol>
                <a:gridCol w="881462">
                  <a:extLst>
                    <a:ext uri="{9D8B030D-6E8A-4147-A177-3AD203B41FA5}">
                      <a16:colId xmlns:a16="http://schemas.microsoft.com/office/drawing/2014/main" val="1671578071"/>
                    </a:ext>
                  </a:extLst>
                </a:gridCol>
                <a:gridCol w="881462">
                  <a:extLst>
                    <a:ext uri="{9D8B030D-6E8A-4147-A177-3AD203B41FA5}">
                      <a16:colId xmlns:a16="http://schemas.microsoft.com/office/drawing/2014/main" val="337286103"/>
                    </a:ext>
                  </a:extLst>
                </a:gridCol>
              </a:tblGrid>
              <a:tr h="622083">
                <a:tc>
                  <a:txBody>
                    <a:bodyPr/>
                    <a:lstStyle/>
                    <a:p>
                      <a:pPr algn="ctr"/>
                      <a:r>
                        <a:rPr lang="en-US" sz="1300" b="1" err="1">
                          <a:solidFill>
                            <a:schemeClr val="bg1"/>
                          </a:solidFill>
                          <a:latin typeface="Aptos Narrow" panose="020B0004020202020204" pitchFamily="34" charset="0"/>
                        </a:rPr>
                        <a:t>Đơn</a:t>
                      </a:r>
                      <a:r>
                        <a:rPr lang="en-US" sz="1300" b="1">
                          <a:solidFill>
                            <a:schemeClr val="bg1"/>
                          </a:solidFill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300" b="1" err="1">
                          <a:solidFill>
                            <a:schemeClr val="bg1"/>
                          </a:solidFill>
                          <a:latin typeface="Aptos Narrow" panose="020B0004020202020204" pitchFamily="34" charset="0"/>
                        </a:rPr>
                        <a:t>giá</a:t>
                      </a:r>
                      <a:r>
                        <a:rPr lang="en-US" sz="1300" b="1">
                          <a:solidFill>
                            <a:schemeClr val="bg1"/>
                          </a:solidFill>
                          <a:latin typeface="Aptos Narrow" panose="020B0004020202020204" pitchFamily="34" charset="0"/>
                        </a:rPr>
                        <a:t> EXW </a:t>
                      </a:r>
                      <a:r>
                        <a:rPr lang="en-US" sz="900" b="1" i="1">
                          <a:solidFill>
                            <a:schemeClr val="bg1"/>
                          </a:solidFill>
                          <a:latin typeface="Aptos Narrow" panose="020B0004020202020204" pitchFamily="34" charset="0"/>
                        </a:rPr>
                        <a:t>(USD/</a:t>
                      </a:r>
                      <a:r>
                        <a:rPr lang="en-US" sz="900" b="1" i="1" err="1">
                          <a:solidFill>
                            <a:schemeClr val="bg1"/>
                          </a:solidFill>
                          <a:latin typeface="Aptos Narrow" panose="020B0004020202020204" pitchFamily="34" charset="0"/>
                        </a:rPr>
                        <a:t>tấn</a:t>
                      </a:r>
                      <a:r>
                        <a:rPr lang="en-US" sz="900" b="1" i="1">
                          <a:solidFill>
                            <a:schemeClr val="bg1"/>
                          </a:solidFill>
                          <a:latin typeface="Aptos Narrow" panose="020B0004020202020204" pitchFamily="34" charset="0"/>
                        </a:rPr>
                        <a:t>)</a:t>
                      </a: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1930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err="1">
                          <a:solidFill>
                            <a:schemeClr val="bg1"/>
                          </a:solidFill>
                          <a:latin typeface="Aptos Narrow" panose="020B0004020202020204" pitchFamily="34" charset="0"/>
                        </a:rPr>
                        <a:t>Kế</a:t>
                      </a:r>
                      <a:r>
                        <a:rPr lang="en-US" b="1">
                          <a:solidFill>
                            <a:schemeClr val="bg1"/>
                          </a:solidFill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b="1" err="1">
                          <a:solidFill>
                            <a:schemeClr val="bg1"/>
                          </a:solidFill>
                          <a:latin typeface="Aptos Narrow" panose="020B0004020202020204" pitchFamily="34" charset="0"/>
                        </a:rPr>
                        <a:t>hoạch</a:t>
                      </a:r>
                      <a:endParaRPr lang="en-US" b="1">
                        <a:solidFill>
                          <a:schemeClr val="bg1"/>
                        </a:solidFill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1930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err="1">
                          <a:solidFill>
                            <a:schemeClr val="bg1"/>
                          </a:solidFill>
                          <a:latin typeface="Aptos Narrow" panose="020B0004020202020204" pitchFamily="34" charset="0"/>
                        </a:rPr>
                        <a:t>Thực</a:t>
                      </a:r>
                      <a:r>
                        <a:rPr lang="en-US" b="1">
                          <a:solidFill>
                            <a:schemeClr val="bg1"/>
                          </a:solidFill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b="1" err="1">
                          <a:solidFill>
                            <a:schemeClr val="bg1"/>
                          </a:solidFill>
                          <a:latin typeface="Aptos Narrow" panose="020B0004020202020204" pitchFamily="34" charset="0"/>
                        </a:rPr>
                        <a:t>tế</a:t>
                      </a:r>
                      <a:endParaRPr lang="en-US" b="1">
                        <a:solidFill>
                          <a:schemeClr val="bg1"/>
                        </a:solidFill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1930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bg1"/>
                          </a:solidFill>
                          <a:latin typeface="Aptos Narrow" panose="020B0004020202020204" pitchFamily="34" charset="0"/>
                        </a:rPr>
                        <a:t>+/-</a:t>
                      </a: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1930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bg1"/>
                          </a:solidFill>
                          <a:latin typeface="Aptos Narrow" panose="020B0004020202020204" pitchFamily="34" charset="0"/>
                        </a:rPr>
                        <a:t>%+/-</a:t>
                      </a: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1930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4691827"/>
                  </a:ext>
                </a:extLst>
              </a:tr>
              <a:tr h="291664">
                <a:tc>
                  <a:txBody>
                    <a:bodyPr/>
                    <a:lstStyle/>
                    <a:p>
                      <a:pPr algn="ctr"/>
                      <a:r>
                        <a:rPr lang="en-US" err="1">
                          <a:latin typeface="Aptos Narrow" panose="020B0004020202020204" pitchFamily="34" charset="0"/>
                        </a:rPr>
                        <a:t>rPET</a:t>
                      </a:r>
                      <a:endParaRPr lang="en-US"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>
                          <a:latin typeface="Aptos Narrow" panose="020B0004020202020204" pitchFamily="34" charset="0"/>
                        </a:rPr>
                        <a:t>$1,118</a:t>
                      </a:r>
                      <a:endParaRPr lang="en-US" dirty="0"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>
                          <a:latin typeface="Aptos Narrow" panose="020B0004020202020204" pitchFamily="34" charset="0"/>
                        </a:rPr>
                        <a:t>$1,111</a:t>
                      </a:r>
                      <a:endParaRPr lang="en-US" dirty="0"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000">
                          <a:solidFill>
                            <a:schemeClr val="tx1"/>
                          </a:solidFill>
                          <a:latin typeface="Aptos Narrow" panose="020B0004020202020204" pitchFamily="34" charset="0"/>
                        </a:rPr>
                        <a:t>-$7</a:t>
                      </a:r>
                      <a:endParaRPr lang="en-US" sz="1000" dirty="0">
                        <a:solidFill>
                          <a:schemeClr val="tx1"/>
                        </a:solidFill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000">
                          <a:solidFill>
                            <a:schemeClr val="tx1"/>
                          </a:solidFill>
                          <a:latin typeface="Aptos Narrow" panose="020B0004020202020204" pitchFamily="34" charset="0"/>
                        </a:rPr>
                        <a:t>-0.6%</a:t>
                      </a:r>
                      <a:endParaRPr lang="en-US" sz="1000" dirty="0">
                        <a:solidFill>
                          <a:schemeClr val="tx1"/>
                        </a:solidFill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53171756"/>
                  </a:ext>
                </a:extLst>
              </a:tr>
              <a:tr h="436304">
                <a:tc>
                  <a:txBody>
                    <a:bodyPr/>
                    <a:lstStyle/>
                    <a:p>
                      <a:pPr algn="ctr"/>
                      <a:r>
                        <a:rPr lang="en-US" sz="1200" err="1">
                          <a:latin typeface="Aptos Narrow" panose="020B0004020202020204" pitchFamily="34" charset="0"/>
                        </a:rPr>
                        <a:t>rHDPE</a:t>
                      </a:r>
                      <a:r>
                        <a:rPr lang="en-US" sz="1200"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200" err="1">
                          <a:latin typeface="Aptos Narrow" panose="020B0004020202020204" pitchFamily="34" charset="0"/>
                        </a:rPr>
                        <a:t>thổi</a:t>
                      </a:r>
                      <a:endParaRPr lang="en-US" sz="1200"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>
                          <a:latin typeface="Aptos Narrow" panose="020B0004020202020204" pitchFamily="34" charset="0"/>
                        </a:rPr>
                        <a:t>$1,179</a:t>
                      </a:r>
                      <a:endParaRPr lang="en-US" dirty="0"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>
                          <a:latin typeface="Aptos Narrow" panose="020B0004020202020204" pitchFamily="34" charset="0"/>
                        </a:rPr>
                        <a:t>$1,179</a:t>
                      </a:r>
                      <a:endParaRPr lang="en-US" dirty="0"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000">
                          <a:solidFill>
                            <a:schemeClr val="tx1"/>
                          </a:solidFill>
                          <a:latin typeface="Aptos Narrow" panose="020B0004020202020204" pitchFamily="34" charset="0"/>
                        </a:rPr>
                        <a:t>$0</a:t>
                      </a:r>
                      <a:endParaRPr lang="en-US" sz="1000" dirty="0">
                        <a:solidFill>
                          <a:schemeClr val="tx1"/>
                        </a:solidFill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000">
                          <a:solidFill>
                            <a:schemeClr val="tx1"/>
                          </a:solidFill>
                          <a:latin typeface="Aptos Narrow" panose="020B0004020202020204" pitchFamily="34" charset="0"/>
                        </a:rPr>
                        <a:t>0.0%</a:t>
                      </a:r>
                      <a:endParaRPr lang="en-US" sz="1000" dirty="0">
                        <a:solidFill>
                          <a:schemeClr val="tx1"/>
                        </a:solidFill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27950092"/>
                  </a:ext>
                </a:extLst>
              </a:tr>
              <a:tr h="29166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err="1">
                          <a:latin typeface="Aptos Narrow" panose="020B0004020202020204" pitchFamily="34" charset="0"/>
                        </a:rPr>
                        <a:t>rHDPE</a:t>
                      </a:r>
                      <a:r>
                        <a:rPr lang="en-US" sz="1200"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200" err="1">
                          <a:latin typeface="Aptos Narrow" panose="020B0004020202020204" pitchFamily="34" charset="0"/>
                        </a:rPr>
                        <a:t>ép</a:t>
                      </a:r>
                      <a:endParaRPr lang="en-US" sz="1200"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vi-VN">
                          <a:latin typeface="Aptos Narrow" panose="020B0004020202020204" pitchFamily="34" charset="0"/>
                        </a:rPr>
                        <a:t>-</a:t>
                      </a:r>
                      <a:endParaRPr lang="en-US" dirty="0"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vi-VN">
                          <a:latin typeface="Aptos Narrow" panose="020B0004020202020204" pitchFamily="34" charset="0"/>
                        </a:rPr>
                        <a:t>$674</a:t>
                      </a:r>
                      <a:endParaRPr lang="en-US" dirty="0"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solidFill>
                          <a:schemeClr val="tx1"/>
                        </a:solidFill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solidFill>
                          <a:schemeClr val="tx1"/>
                        </a:solidFill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07803400"/>
                  </a:ext>
                </a:extLst>
              </a:tr>
              <a:tr h="291664">
                <a:tc>
                  <a:txBody>
                    <a:bodyPr/>
                    <a:lstStyle/>
                    <a:p>
                      <a:pPr algn="ctr"/>
                      <a:r>
                        <a:rPr lang="en-US" err="1">
                          <a:latin typeface="Aptos Narrow" panose="020B0004020202020204" pitchFamily="34" charset="0"/>
                        </a:rPr>
                        <a:t>rPP</a:t>
                      </a:r>
                      <a:endParaRPr lang="en-US"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vi-VN">
                          <a:latin typeface="Aptos Narrow" panose="020B0004020202020204" pitchFamily="34" charset="0"/>
                        </a:rPr>
                        <a:t>$692</a:t>
                      </a:r>
                      <a:endParaRPr lang="en-US" dirty="0"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>
                          <a:latin typeface="Aptos Narrow" panose="020B0004020202020204" pitchFamily="34" charset="0"/>
                        </a:rPr>
                        <a:t>$665</a:t>
                      </a:r>
                      <a:endParaRPr lang="en-US" dirty="0"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000">
                          <a:solidFill>
                            <a:schemeClr val="tx1"/>
                          </a:solidFill>
                          <a:latin typeface="Aptos Narrow" panose="020B0004020202020204" pitchFamily="34" charset="0"/>
                        </a:rPr>
                        <a:t>-$27</a:t>
                      </a:r>
                      <a:endParaRPr lang="en-US" sz="1000" dirty="0">
                        <a:solidFill>
                          <a:schemeClr val="tx1"/>
                        </a:solidFill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000">
                          <a:solidFill>
                            <a:schemeClr val="tx1"/>
                          </a:solidFill>
                          <a:latin typeface="Aptos Narrow" panose="020B0004020202020204" pitchFamily="34" charset="0"/>
                        </a:rPr>
                        <a:t>-3.9%</a:t>
                      </a:r>
                      <a:endParaRPr lang="en-US" sz="1000" dirty="0">
                        <a:solidFill>
                          <a:schemeClr val="tx1"/>
                        </a:solidFill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61698325"/>
                  </a:ext>
                </a:extLst>
              </a:tr>
              <a:tr h="291664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Aptos Narrow" panose="020B0004020202020204" pitchFamily="34" charset="0"/>
                        </a:rPr>
                        <a:t>Xơ</a:t>
                      </a:r>
                      <a:r>
                        <a:rPr lang="en-US" dirty="0"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dirty="0" err="1">
                          <a:latin typeface="Aptos Narrow" panose="020B0004020202020204" pitchFamily="34" charset="0"/>
                        </a:rPr>
                        <a:t>sợi</a:t>
                      </a:r>
                      <a:endParaRPr lang="en-US" dirty="0"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>
                          <a:latin typeface="Aptos Narrow" panose="020B0004020202020204" pitchFamily="34" charset="0"/>
                        </a:rPr>
                        <a:t>$619</a:t>
                      </a:r>
                      <a:endParaRPr lang="en-US" dirty="0"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>
                          <a:latin typeface="Aptos Narrow" panose="020B0004020202020204" pitchFamily="34" charset="0"/>
                        </a:rPr>
                        <a:t>$630</a:t>
                      </a:r>
                      <a:endParaRPr lang="en-US" dirty="0"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000">
                          <a:solidFill>
                            <a:schemeClr val="tx1"/>
                          </a:solidFill>
                          <a:latin typeface="Aptos Narrow" panose="020B0004020202020204" pitchFamily="34" charset="0"/>
                        </a:rPr>
                        <a:t>$11</a:t>
                      </a:r>
                      <a:endParaRPr lang="en-US" sz="1000" dirty="0">
                        <a:solidFill>
                          <a:schemeClr val="tx1"/>
                        </a:solidFill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000">
                          <a:solidFill>
                            <a:schemeClr val="tx1"/>
                          </a:solidFill>
                          <a:latin typeface="Aptos Narrow" panose="020B0004020202020204" pitchFamily="34" charset="0"/>
                        </a:rPr>
                        <a:t>1.8%</a:t>
                      </a:r>
                      <a:endParaRPr lang="en-US" sz="1000" dirty="0">
                        <a:solidFill>
                          <a:schemeClr val="tx1"/>
                        </a:solidFill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74600945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F7CCD1E7-60EB-CEB9-F6D5-4D1C0243D0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1" y="2627178"/>
            <a:ext cx="4564379" cy="22774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9BB4FE9-D201-B3B8-4A4E-A821FD87B8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0370"/>
            <a:ext cx="9144000" cy="2277438"/>
          </a:xfrm>
          <a:prstGeom prst="rect">
            <a:avLst/>
          </a:prstGeom>
        </p:spPr>
      </p:pic>
      <p:sp>
        <p:nvSpPr>
          <p:cNvPr id="3" name="Arrow: Left 2">
            <a:hlinkClick r:id="rId5" action="ppaction://hlinksldjump"/>
            <a:extLst>
              <a:ext uri="{FF2B5EF4-FFF2-40B4-BE49-F238E27FC236}">
                <a16:creationId xmlns:a16="http://schemas.microsoft.com/office/drawing/2014/main" id="{431917D3-E09A-67D5-C715-C4765AB2D433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7063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2FDD3-7510-78FD-575E-2C825D4C7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46F3F-20E5-63CB-1983-7C9780A44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67521" cy="348975"/>
          </a:xfrm>
        </p:spPr>
        <p:txBody>
          <a:bodyPr anchor="ctr"/>
          <a:lstStyle/>
          <a:p>
            <a:pPr algn="ctr"/>
            <a:r>
              <a:rPr lang="en-US" sz="1600" b="1">
                <a:solidFill>
                  <a:srgbClr val="119303"/>
                </a:solidFill>
              </a:rPr>
              <a:t>3.1. KẾT QUẢ HOẠT ĐỘNG KINH DOANH – </a:t>
            </a:r>
            <a:r>
              <a:rPr lang="en-US" sz="1600" b="1">
                <a:solidFill>
                  <a:schemeClr val="accent2">
                    <a:lumMod val="75000"/>
                  </a:schemeClr>
                </a:solidFill>
              </a:rPr>
              <a:t>BIẾN ĐỘNG DOANH THU THEO YẾU TỐ &amp; NGÀNH</a:t>
            </a:r>
            <a:endParaRPr lang="en-US" sz="1600" b="1">
              <a:solidFill>
                <a:schemeClr val="tx1">
                  <a:lumMod val="65000"/>
                  <a:lumOff val="35000"/>
                </a:schemeClr>
              </a:solidFill>
              <a:latin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48C975-1F6E-4A51-7B7D-8AA3948B7BFF}"/>
              </a:ext>
            </a:extLst>
          </p:cNvPr>
          <p:cNvSpPr txBox="1"/>
          <p:nvPr/>
        </p:nvSpPr>
        <p:spPr>
          <a:xfrm>
            <a:off x="-23521" y="4769799"/>
            <a:ext cx="9167521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700" b="0" i="1" u="sng" strike="noStrike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Ghi chú:</a:t>
            </a:r>
            <a:r>
              <a:rPr lang="vi-VN" sz="700" b="0" i="1" u="none" strike="noStrike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 </a:t>
            </a:r>
            <a:r>
              <a:rPr lang="en-US" sz="700" i="1">
                <a:latin typeface="Aptos Display" panose="020B0004020202020204" pitchFamily="34" charset="0"/>
              </a:rPr>
              <a:t>Tác </a:t>
            </a:r>
            <a:r>
              <a:rPr lang="en-US" sz="700" i="1" err="1">
                <a:latin typeface="Aptos Display" panose="020B0004020202020204" pitchFamily="34" charset="0"/>
              </a:rPr>
              <a:t>động</a:t>
            </a:r>
            <a:r>
              <a:rPr lang="en-US" sz="700" i="1">
                <a:latin typeface="Aptos Display" panose="020B0004020202020204" pitchFamily="34" charset="0"/>
              </a:rPr>
              <a:t> </a:t>
            </a:r>
            <a:r>
              <a:rPr lang="en-US" sz="700" i="1" err="1">
                <a:latin typeface="Aptos Display" panose="020B0004020202020204" pitchFamily="34" charset="0"/>
              </a:rPr>
              <a:t>đang</a:t>
            </a:r>
            <a:r>
              <a:rPr lang="en-US" sz="700" i="1">
                <a:latin typeface="Aptos Display" panose="020B0004020202020204" pitchFamily="34" charset="0"/>
              </a:rPr>
              <a:t> </a:t>
            </a:r>
            <a:r>
              <a:rPr lang="en-US" sz="700" i="1" err="1">
                <a:latin typeface="Aptos Display" panose="020B0004020202020204" pitchFamily="34" charset="0"/>
              </a:rPr>
              <a:t>tính</a:t>
            </a:r>
            <a:r>
              <a:rPr lang="en-US" sz="700" i="1">
                <a:latin typeface="Aptos Display" panose="020B0004020202020204" pitchFamily="34" charset="0"/>
              </a:rPr>
              <a:t> </a:t>
            </a:r>
            <a:r>
              <a:rPr lang="en-US" sz="700" i="1" err="1">
                <a:latin typeface="Aptos Display" panose="020B0004020202020204" pitchFamily="34" charset="0"/>
              </a:rPr>
              <a:t>theo</a:t>
            </a:r>
            <a:r>
              <a:rPr lang="en-US" sz="700" i="1">
                <a:latin typeface="Aptos Display" panose="020B0004020202020204" pitchFamily="34" charset="0"/>
              </a:rPr>
              <a:t> </a:t>
            </a:r>
            <a:r>
              <a:rPr lang="en-US" sz="700" i="1" err="1">
                <a:latin typeface="Aptos Display" panose="020B0004020202020204" pitchFamily="34" charset="0"/>
              </a:rPr>
              <a:t>nhóm</a:t>
            </a:r>
            <a:r>
              <a:rPr lang="en-US" sz="700" i="1">
                <a:latin typeface="Aptos Display" panose="020B0004020202020204" pitchFamily="34" charset="0"/>
              </a:rPr>
              <a:t> </a:t>
            </a:r>
            <a:r>
              <a:rPr lang="en-US" sz="700" i="1" err="1">
                <a:latin typeface="Aptos Display" panose="020B0004020202020204" pitchFamily="34" charset="0"/>
              </a:rPr>
              <a:t>sản</a:t>
            </a:r>
            <a:r>
              <a:rPr lang="en-US" sz="700" i="1">
                <a:latin typeface="Aptos Display" panose="020B0004020202020204" pitchFamily="34" charset="0"/>
              </a:rPr>
              <a:t> </a:t>
            </a:r>
            <a:r>
              <a:rPr lang="en-US" sz="700" i="1" err="1">
                <a:latin typeface="Aptos Display" panose="020B0004020202020204" pitchFamily="34" charset="0"/>
              </a:rPr>
              <a:t>phẩm</a:t>
            </a:r>
            <a:r>
              <a:rPr lang="en-US" sz="700" i="1">
                <a:latin typeface="Aptos Display" panose="020B0004020202020204" pitchFamily="34" charset="0"/>
              </a:rPr>
              <a:t>.</a:t>
            </a:r>
            <a:endParaRPr lang="en-US" sz="7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19C0234-3EBE-6D2C-0FC4-7B25E88DDE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7532"/>
            <a:ext cx="9144000" cy="4517636"/>
          </a:xfrm>
          <a:prstGeom prst="rect">
            <a:avLst/>
          </a:prstGeom>
        </p:spPr>
      </p:pic>
      <p:sp>
        <p:nvSpPr>
          <p:cNvPr id="4" name="Arrow: Left 3">
            <a:hlinkClick r:id="rId4" action="ppaction://hlinksldjump"/>
            <a:extLst>
              <a:ext uri="{FF2B5EF4-FFF2-40B4-BE49-F238E27FC236}">
                <a16:creationId xmlns:a16="http://schemas.microsoft.com/office/drawing/2014/main" id="{5CEA6E00-3501-A647-8E12-BB7852F0FC14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7939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263B6-16A5-03EB-A670-87E4EAE67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9643C-48A3-7F34-838C-26D1E1609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5119" y="-6767"/>
            <a:ext cx="8460000" cy="33344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119303"/>
                </a:solidFill>
              </a:rPr>
              <a:t>3.1. KẾT QUẢ HOẠT ĐỘNG KINH DOANH – </a:t>
            </a:r>
            <a:r>
              <a:rPr lang="en-US" sz="2000" b="1">
                <a:solidFill>
                  <a:schemeClr val="accent2">
                    <a:lumMod val="75000"/>
                  </a:schemeClr>
                </a:solidFill>
              </a:rPr>
              <a:t>BIẾN ĐỘNG </a:t>
            </a:r>
            <a:r>
              <a:rPr lang="vi-VN" sz="2000" b="1">
                <a:solidFill>
                  <a:schemeClr val="accent2">
                    <a:lumMod val="75000"/>
                  </a:schemeClr>
                </a:solidFill>
              </a:rPr>
              <a:t>LÃI GỘP </a:t>
            </a:r>
            <a:r>
              <a:rPr lang="en-US" sz="2000" b="1">
                <a:solidFill>
                  <a:schemeClr val="accent2">
                    <a:lumMod val="75000"/>
                  </a:schemeClr>
                </a:solidFill>
              </a:rPr>
              <a:t>THEO YẾU TỐ</a:t>
            </a:r>
            <a:endParaRPr lang="en-US" sz="2000" b="1">
              <a:solidFill>
                <a:schemeClr val="tx1">
                  <a:lumMod val="65000"/>
                  <a:lumOff val="35000"/>
                </a:schemeClr>
              </a:solidFill>
              <a:latin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F92294-18AC-1B71-42FC-0DD0F529155B}"/>
              </a:ext>
            </a:extLst>
          </p:cNvPr>
          <p:cNvSpPr txBox="1"/>
          <p:nvPr/>
        </p:nvSpPr>
        <p:spPr>
          <a:xfrm>
            <a:off x="-23521" y="4770799"/>
            <a:ext cx="9167521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700" b="0" i="1" u="sng" strike="noStrike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Ghi chú:</a:t>
            </a:r>
            <a:r>
              <a:rPr lang="vi-VN" sz="700" b="0" i="1" u="none" strike="noStrike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 </a:t>
            </a:r>
            <a:r>
              <a:rPr lang="en-US" sz="700" b="0" i="1" u="none" strike="noStrike" err="1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Lãi</a:t>
            </a:r>
            <a:r>
              <a:rPr lang="en-US" sz="700" b="0" i="1" u="none" strike="noStrike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 </a:t>
            </a:r>
            <a:r>
              <a:rPr lang="en-US" sz="700" b="0" i="1" u="none" strike="noStrike" err="1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gộp</a:t>
            </a:r>
            <a:r>
              <a:rPr lang="en-US" sz="700" b="0" i="1" u="none" strike="noStrike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 </a:t>
            </a:r>
            <a:r>
              <a:rPr lang="en-US" sz="700" b="0" i="1" u="none" strike="noStrike" err="1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đơn</a:t>
            </a:r>
            <a:r>
              <a:rPr lang="en-US" sz="700" b="0" i="1" u="none" strike="noStrike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 </a:t>
            </a:r>
            <a:r>
              <a:rPr lang="en-US" sz="700" b="0" i="1" u="none" strike="noStrike" err="1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vị</a:t>
            </a:r>
            <a:r>
              <a:rPr lang="en-US" sz="700" b="0" i="1" u="none" strike="noStrike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 = (Doanh </a:t>
            </a:r>
            <a:r>
              <a:rPr lang="en-US" sz="700" b="0" i="1" u="none" strike="noStrike" err="1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thu</a:t>
            </a:r>
            <a:r>
              <a:rPr lang="en-US" sz="700" b="0" i="1" u="none" strike="noStrike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 EXW </a:t>
            </a:r>
            <a:r>
              <a:rPr lang="en-US" sz="700" b="0" i="1" u="none" strike="noStrike" err="1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trừ</a:t>
            </a:r>
            <a:r>
              <a:rPr lang="en-US" sz="700" b="0" i="1" u="none" strike="noStrike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 </a:t>
            </a:r>
            <a:r>
              <a:rPr lang="en-US" sz="700" b="0" i="1" u="none" strike="noStrike" err="1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cho</a:t>
            </a:r>
            <a:r>
              <a:rPr lang="en-US" sz="700" b="0" i="1" u="none" strike="noStrike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 </a:t>
            </a:r>
            <a:r>
              <a:rPr lang="en-US" sz="700" b="0" i="1" u="none" strike="noStrike" err="1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giá</a:t>
            </a:r>
            <a:r>
              <a:rPr lang="en-US" sz="700" b="0" i="1" u="none" strike="noStrike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 </a:t>
            </a:r>
            <a:r>
              <a:rPr lang="en-US" sz="700" b="0" i="1" u="none" strike="noStrike" err="1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vốn</a:t>
            </a:r>
            <a:r>
              <a:rPr lang="en-US" sz="700" b="0" i="1" u="none" strike="noStrike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 </a:t>
            </a:r>
            <a:r>
              <a:rPr lang="en-US" sz="700" b="0" i="1" u="none" strike="noStrike" err="1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xuất</a:t>
            </a:r>
            <a:r>
              <a:rPr lang="en-US" sz="700" b="0" i="1" u="none" strike="noStrike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 </a:t>
            </a:r>
            <a:r>
              <a:rPr lang="en-US" sz="700" b="0" i="1" u="none" strike="noStrike" err="1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kho</a:t>
            </a:r>
            <a:r>
              <a:rPr lang="en-US" sz="700" i="1">
                <a:latin typeface="Aptos Display" panose="020B0004020202020204" pitchFamily="34" charset="0"/>
              </a:rPr>
              <a:t>)/</a:t>
            </a:r>
            <a:r>
              <a:rPr lang="en-US" sz="700" i="1" err="1">
                <a:latin typeface="Aptos Display" panose="020B0004020202020204" pitchFamily="34" charset="0"/>
              </a:rPr>
              <a:t>Sản</a:t>
            </a:r>
            <a:r>
              <a:rPr lang="en-US" sz="700" i="1">
                <a:latin typeface="Aptos Display" panose="020B0004020202020204" pitchFamily="34" charset="0"/>
              </a:rPr>
              <a:t> </a:t>
            </a:r>
            <a:r>
              <a:rPr lang="en-US" sz="700" i="1" err="1">
                <a:latin typeface="Aptos Display" panose="020B0004020202020204" pitchFamily="34" charset="0"/>
              </a:rPr>
              <a:t>lượng</a:t>
            </a:r>
            <a:r>
              <a:rPr lang="en-US" sz="700" i="1">
                <a:latin typeface="Aptos Display" panose="020B0004020202020204" pitchFamily="34" charset="0"/>
              </a:rPr>
              <a:t> </a:t>
            </a:r>
            <a:r>
              <a:rPr lang="en-US" sz="700" i="1" err="1">
                <a:latin typeface="Aptos Display" panose="020B0004020202020204" pitchFamily="34" charset="0"/>
              </a:rPr>
              <a:t>bán</a:t>
            </a:r>
            <a:r>
              <a:rPr lang="en-US" sz="700" i="1">
                <a:latin typeface="Aptos Display" panose="020B0004020202020204" pitchFamily="34" charset="0"/>
              </a:rPr>
              <a:t>. </a:t>
            </a:r>
            <a:r>
              <a:rPr lang="en-US" sz="700" i="1" err="1">
                <a:latin typeface="Aptos Display" panose="020B0004020202020204" pitchFamily="34" charset="0"/>
              </a:rPr>
              <a:t>Tác</a:t>
            </a:r>
            <a:r>
              <a:rPr lang="en-US" sz="700" i="1">
                <a:latin typeface="Aptos Display" panose="020B0004020202020204" pitchFamily="34" charset="0"/>
              </a:rPr>
              <a:t> </a:t>
            </a:r>
            <a:r>
              <a:rPr lang="en-US" sz="700" i="1" err="1">
                <a:latin typeface="Aptos Display" panose="020B0004020202020204" pitchFamily="34" charset="0"/>
              </a:rPr>
              <a:t>động</a:t>
            </a:r>
            <a:r>
              <a:rPr lang="en-US" sz="700" i="1">
                <a:latin typeface="Aptos Display" panose="020B0004020202020204" pitchFamily="34" charset="0"/>
              </a:rPr>
              <a:t> </a:t>
            </a:r>
            <a:r>
              <a:rPr lang="en-US" sz="700" i="1" err="1">
                <a:latin typeface="Aptos Display" panose="020B0004020202020204" pitchFamily="34" charset="0"/>
              </a:rPr>
              <a:t>đang</a:t>
            </a:r>
            <a:r>
              <a:rPr lang="en-US" sz="700" i="1">
                <a:latin typeface="Aptos Display" panose="020B0004020202020204" pitchFamily="34" charset="0"/>
              </a:rPr>
              <a:t> </a:t>
            </a:r>
            <a:r>
              <a:rPr lang="en-US" sz="700" i="1" err="1">
                <a:latin typeface="Aptos Display" panose="020B0004020202020204" pitchFamily="34" charset="0"/>
              </a:rPr>
              <a:t>tính</a:t>
            </a:r>
            <a:r>
              <a:rPr lang="en-US" sz="700" i="1">
                <a:latin typeface="Aptos Display" panose="020B0004020202020204" pitchFamily="34" charset="0"/>
              </a:rPr>
              <a:t> </a:t>
            </a:r>
            <a:r>
              <a:rPr lang="en-US" sz="700" i="1" err="1">
                <a:latin typeface="Aptos Display" panose="020B0004020202020204" pitchFamily="34" charset="0"/>
              </a:rPr>
              <a:t>theo</a:t>
            </a:r>
            <a:r>
              <a:rPr lang="en-US" sz="700" i="1">
                <a:latin typeface="Aptos Display" panose="020B0004020202020204" pitchFamily="34" charset="0"/>
              </a:rPr>
              <a:t> </a:t>
            </a:r>
            <a:r>
              <a:rPr lang="en-US" sz="700" i="1" err="1">
                <a:latin typeface="Aptos Display" panose="020B0004020202020204" pitchFamily="34" charset="0"/>
              </a:rPr>
              <a:t>nhóm</a:t>
            </a:r>
            <a:r>
              <a:rPr lang="en-US" sz="700" i="1">
                <a:latin typeface="Aptos Display" panose="020B0004020202020204" pitchFamily="34" charset="0"/>
              </a:rPr>
              <a:t> </a:t>
            </a:r>
            <a:r>
              <a:rPr lang="en-US" sz="700" i="1" err="1">
                <a:latin typeface="Aptos Display" panose="020B0004020202020204" pitchFamily="34" charset="0"/>
              </a:rPr>
              <a:t>sản</a:t>
            </a:r>
            <a:r>
              <a:rPr lang="en-US" sz="700" i="1">
                <a:latin typeface="Aptos Display" panose="020B0004020202020204" pitchFamily="34" charset="0"/>
              </a:rPr>
              <a:t> </a:t>
            </a:r>
            <a:r>
              <a:rPr lang="en-US" sz="700" i="1" err="1">
                <a:latin typeface="Aptos Display" panose="020B0004020202020204" pitchFamily="34" charset="0"/>
              </a:rPr>
              <a:t>phẩm</a:t>
            </a:r>
            <a:r>
              <a:rPr lang="en-US" sz="700" i="1">
                <a:latin typeface="Aptos Display" panose="020B0004020202020204" pitchFamily="34" charset="0"/>
              </a:rPr>
              <a:t>. </a:t>
            </a:r>
            <a:r>
              <a:rPr lang="en-US" sz="700" i="1" err="1">
                <a:latin typeface="Aptos Display" panose="020B0004020202020204" pitchFamily="34" charset="0"/>
              </a:rPr>
              <a:t>Phần</a:t>
            </a:r>
            <a:r>
              <a:rPr lang="en-US" sz="700" i="1">
                <a:latin typeface="Aptos Display" panose="020B0004020202020204" pitchFamily="34" charset="0"/>
              </a:rPr>
              <a:t> </a:t>
            </a:r>
            <a:r>
              <a:rPr lang="en-US" sz="700" i="1" err="1">
                <a:latin typeface="Aptos Display" panose="020B0004020202020204" pitchFamily="34" charset="0"/>
              </a:rPr>
              <a:t>ghi</a:t>
            </a:r>
            <a:r>
              <a:rPr lang="en-US" sz="700" i="1">
                <a:latin typeface="Aptos Display" panose="020B0004020202020204" pitchFamily="34" charset="0"/>
              </a:rPr>
              <a:t> </a:t>
            </a:r>
            <a:r>
              <a:rPr lang="en-US" sz="700" i="1" err="1">
                <a:latin typeface="Aptos Display" panose="020B0004020202020204" pitchFamily="34" charset="0"/>
              </a:rPr>
              <a:t>chú</a:t>
            </a:r>
            <a:r>
              <a:rPr lang="en-US" sz="700" i="1">
                <a:latin typeface="Aptos Display" panose="020B0004020202020204" pitchFamily="34" charset="0"/>
              </a:rPr>
              <a:t> LG EXW (</a:t>
            </a:r>
            <a:r>
              <a:rPr lang="en-US" sz="700" i="1" err="1">
                <a:latin typeface="Aptos Display" panose="020B0004020202020204" pitchFamily="34" charset="0"/>
              </a:rPr>
              <a:t>tỷ</a:t>
            </a:r>
            <a:r>
              <a:rPr lang="en-US" sz="700" i="1">
                <a:latin typeface="Aptos Display" panose="020B0004020202020204" pitchFamily="34" charset="0"/>
              </a:rPr>
              <a:t> VND) </a:t>
            </a:r>
            <a:r>
              <a:rPr lang="en-US" sz="700" i="1" u="sng" err="1">
                <a:latin typeface="Aptos Display" panose="020B0004020202020204" pitchFamily="34" charset="0"/>
              </a:rPr>
              <a:t>đã</a:t>
            </a:r>
            <a:r>
              <a:rPr lang="en-US" sz="700" i="1" u="sng">
                <a:latin typeface="Aptos Display" panose="020B0004020202020204" pitchFamily="34" charset="0"/>
              </a:rPr>
              <a:t> </a:t>
            </a:r>
            <a:r>
              <a:rPr lang="en-US" sz="700" i="1" u="sng" err="1">
                <a:latin typeface="Aptos Display" panose="020B0004020202020204" pitchFamily="34" charset="0"/>
              </a:rPr>
              <a:t>loại</a:t>
            </a:r>
            <a:r>
              <a:rPr lang="en-US" sz="700" i="1" u="sng">
                <a:latin typeface="Aptos Display" panose="020B0004020202020204" pitchFamily="34" charset="0"/>
              </a:rPr>
              <a:t> </a:t>
            </a:r>
            <a:r>
              <a:rPr lang="en-US" sz="700" i="1" u="sng" err="1">
                <a:latin typeface="Aptos Display" panose="020B0004020202020204" pitchFamily="34" charset="0"/>
              </a:rPr>
              <a:t>trừ</a:t>
            </a:r>
            <a:r>
              <a:rPr lang="en-US" sz="700" i="1" u="sng">
                <a:latin typeface="Aptos Display" panose="020B0004020202020204" pitchFamily="34" charset="0"/>
              </a:rPr>
              <a:t> </a:t>
            </a:r>
            <a:r>
              <a:rPr lang="en-US" sz="700" i="1" err="1">
                <a:latin typeface="Aptos Display" panose="020B0004020202020204" pitchFamily="34" charset="0"/>
              </a:rPr>
              <a:t>phần</a:t>
            </a:r>
            <a:r>
              <a:rPr lang="en-US" sz="700" i="1">
                <a:latin typeface="Aptos Display" panose="020B0004020202020204" pitchFamily="34" charset="0"/>
              </a:rPr>
              <a:t> </a:t>
            </a:r>
            <a:r>
              <a:rPr lang="en-US" sz="700" i="1" err="1">
                <a:latin typeface="Aptos Display" panose="020B0004020202020204" pitchFamily="34" charset="0"/>
              </a:rPr>
              <a:t>chênh</a:t>
            </a:r>
            <a:r>
              <a:rPr lang="en-US" sz="700" i="1">
                <a:latin typeface="Aptos Display" panose="020B0004020202020204" pitchFamily="34" charset="0"/>
              </a:rPr>
              <a:t> </a:t>
            </a:r>
            <a:r>
              <a:rPr lang="en-US" sz="700" i="1" err="1">
                <a:latin typeface="Aptos Display" panose="020B0004020202020204" pitchFamily="34" charset="0"/>
              </a:rPr>
              <a:t>lệch</a:t>
            </a:r>
            <a:r>
              <a:rPr lang="en-US" sz="700" i="1">
                <a:latin typeface="Aptos Display" panose="020B0004020202020204" pitchFamily="34" charset="0"/>
              </a:rPr>
              <a:t> </a:t>
            </a:r>
            <a:r>
              <a:rPr lang="en-US" sz="700" i="1" err="1">
                <a:latin typeface="Aptos Display" panose="020B0004020202020204" pitchFamily="34" charset="0"/>
              </a:rPr>
              <a:t>tỷ</a:t>
            </a:r>
            <a:r>
              <a:rPr lang="en-US" sz="700" i="1">
                <a:latin typeface="Aptos Display" panose="020B0004020202020204" pitchFamily="34" charset="0"/>
              </a:rPr>
              <a:t> </a:t>
            </a:r>
            <a:r>
              <a:rPr lang="en-US" sz="700" i="1" err="1">
                <a:latin typeface="Aptos Display" panose="020B0004020202020204" pitchFamily="34" charset="0"/>
              </a:rPr>
              <a:t>giá</a:t>
            </a:r>
            <a:r>
              <a:rPr lang="en-US" sz="700" i="1">
                <a:latin typeface="Aptos Display" panose="020B0004020202020204" pitchFamily="34" charset="0"/>
              </a:rPr>
              <a:t>.</a:t>
            </a:r>
            <a:endParaRPr lang="en-US" sz="70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8BF7FD8-C5A2-6F47-2642-7771E34F80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7143"/>
            <a:ext cx="9144000" cy="4516514"/>
          </a:xfrm>
          <a:prstGeom prst="rect">
            <a:avLst/>
          </a:prstGeom>
        </p:spPr>
      </p:pic>
      <p:sp>
        <p:nvSpPr>
          <p:cNvPr id="4" name="Arrow: Left 3">
            <a:hlinkClick r:id="rId4" action="ppaction://hlinksldjump"/>
            <a:extLst>
              <a:ext uri="{FF2B5EF4-FFF2-40B4-BE49-F238E27FC236}">
                <a16:creationId xmlns:a16="http://schemas.microsoft.com/office/drawing/2014/main" id="{22B07600-7895-5A20-E82A-1934CC8CA211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0937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8AFA9-8F67-7E7E-1CC8-EA9814031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799AB-999F-4AFF-78C8-117DA812F6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6767"/>
            <a:ext cx="9144000" cy="33344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119303"/>
                </a:solidFill>
              </a:rPr>
              <a:t>3.1</a:t>
            </a:r>
            <a:r>
              <a:rPr lang="en-US" sz="2200" b="1">
                <a:solidFill>
                  <a:srgbClr val="119303"/>
                </a:solidFill>
              </a:rPr>
              <a:t>. KẾT QUẢ HOẠT ĐỘNG KINH DOANH – </a:t>
            </a:r>
            <a:r>
              <a:rPr lang="en-US" sz="2200" b="1">
                <a:solidFill>
                  <a:schemeClr val="accent2">
                    <a:lumMod val="75000"/>
                  </a:schemeClr>
                </a:solidFill>
              </a:rPr>
              <a:t>BIẾN ĐỘNG LỢI NHUẬN SAU THUẾ</a:t>
            </a:r>
            <a:endParaRPr lang="en-US" sz="2200" b="1">
              <a:solidFill>
                <a:schemeClr val="tx1">
                  <a:lumMod val="65000"/>
                  <a:lumOff val="35000"/>
                </a:schemeClr>
              </a:solidFill>
              <a:latin typeface="+mn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88D789-AB75-CE1E-6AB8-BADB2A74196E}"/>
              </a:ext>
            </a:extLst>
          </p:cNvPr>
          <p:cNvSpPr txBox="1"/>
          <p:nvPr/>
        </p:nvSpPr>
        <p:spPr>
          <a:xfrm>
            <a:off x="-97350" y="4750157"/>
            <a:ext cx="9167521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700" b="0" i="1" u="sng" strike="noStrike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Ghi chú:</a:t>
            </a:r>
            <a:r>
              <a:rPr lang="vi-VN" sz="700" b="0" i="1" u="none" strike="noStrike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 </a:t>
            </a:r>
            <a:r>
              <a:rPr lang="en-US" sz="700" i="1">
                <a:latin typeface="Aptos Display" panose="020B0004020202020204" pitchFamily="34" charset="0"/>
              </a:rPr>
              <a:t>LG EXW </a:t>
            </a:r>
            <a:r>
              <a:rPr lang="en-US" sz="700" b="0" i="1" u="none" strike="noStrike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= Doanh thu thuần trừ cho các biến phí bán hàng (chi </a:t>
            </a:r>
            <a:r>
              <a:rPr lang="en-US" sz="700" b="0" i="1" u="none" strike="noStrike" err="1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phí</a:t>
            </a:r>
            <a:r>
              <a:rPr lang="en-US" sz="700" b="0" i="1" u="none" strike="noStrike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 </a:t>
            </a:r>
            <a:r>
              <a:rPr lang="en-US" sz="700" b="0" i="1" u="none" strike="noStrike" err="1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xuất</a:t>
            </a:r>
            <a:r>
              <a:rPr lang="en-US" sz="700" b="0" i="1" u="none" strike="noStrike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 </a:t>
            </a:r>
            <a:r>
              <a:rPr lang="en-US" sz="700" b="0" i="1" u="none" strike="noStrike" err="1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khẩu</a:t>
            </a:r>
            <a:r>
              <a:rPr lang="en-US" sz="700" b="0" i="1" u="none" strike="noStrike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, chi </a:t>
            </a:r>
            <a:r>
              <a:rPr lang="en-US" sz="700" b="0" i="1" u="none" strike="noStrike" err="1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phí</a:t>
            </a:r>
            <a:r>
              <a:rPr lang="en-US" sz="700" b="0" i="1" u="none" strike="noStrike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 </a:t>
            </a:r>
            <a:r>
              <a:rPr lang="en-US" sz="700" b="0" i="1" u="none" strike="noStrike" err="1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thuê</a:t>
            </a:r>
            <a:r>
              <a:rPr lang="en-US" sz="700" b="0" i="1" u="none" strike="noStrike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 </a:t>
            </a:r>
            <a:r>
              <a:rPr lang="en-US" sz="700" b="0" i="1" u="none" strike="noStrike" err="1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xe</a:t>
            </a:r>
            <a:r>
              <a:rPr lang="en-US" sz="700" b="0" i="1" u="none" strike="noStrike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, </a:t>
            </a:r>
            <a:r>
              <a:rPr lang="en-US" sz="700" b="0" i="1" u="none" strike="noStrike" err="1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hoa</a:t>
            </a:r>
            <a:r>
              <a:rPr lang="en-US" sz="700" b="0" i="1" u="none" strike="noStrike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 </a:t>
            </a:r>
            <a:r>
              <a:rPr lang="en-US" sz="700" b="0" i="1" u="none" strike="noStrike" err="1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hồng</a:t>
            </a:r>
            <a:r>
              <a:rPr lang="en-US" sz="700" b="0" i="1" u="none" strike="noStrike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 </a:t>
            </a:r>
            <a:r>
              <a:rPr lang="en-US" sz="700" b="0" i="1" u="none" strike="noStrike" err="1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và</a:t>
            </a:r>
            <a:r>
              <a:rPr lang="en-US" sz="700" b="0" i="1" u="none" strike="noStrike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 pallet </a:t>
            </a:r>
            <a:r>
              <a:rPr lang="en-US" sz="700" b="0" i="1" u="none" strike="noStrike" err="1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xuất</a:t>
            </a:r>
            <a:r>
              <a:rPr lang="en-US" sz="700" b="0" i="1" u="none" strike="noStrike">
                <a:solidFill>
                  <a:srgbClr val="000000"/>
                </a:solidFill>
                <a:effectLst/>
                <a:latin typeface="Aptos Display" panose="020B0004020202020204" pitchFamily="34" charset="0"/>
              </a:rPr>
              <a:t> hàng) và Giá vốn hàng bán</a:t>
            </a:r>
            <a:endParaRPr lang="en-US" sz="7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19C2F6-1096-6867-F7E3-28C3DEE3A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21" y="321499"/>
            <a:ext cx="9144000" cy="4428658"/>
          </a:xfrm>
          <a:prstGeom prst="rect">
            <a:avLst/>
          </a:prstGeom>
        </p:spPr>
      </p:pic>
      <p:sp>
        <p:nvSpPr>
          <p:cNvPr id="3" name="Arrow: Left 2">
            <a:hlinkClick r:id="rId4" action="ppaction://hlinksldjump"/>
            <a:extLst>
              <a:ext uri="{FF2B5EF4-FFF2-40B4-BE49-F238E27FC236}">
                <a16:creationId xmlns:a16="http://schemas.microsoft.com/office/drawing/2014/main" id="{450698FD-C3A5-A592-DB61-02DC3AB05AB1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9856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3BBCA39-C18A-1A0D-1902-AF921523A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6767"/>
            <a:ext cx="9144000" cy="333440"/>
          </a:xfrm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119303"/>
                </a:solidFill>
              </a:rPr>
              <a:t>3.1</a:t>
            </a:r>
            <a:r>
              <a:rPr lang="en-US" sz="2200" b="1" dirty="0">
                <a:solidFill>
                  <a:srgbClr val="119303"/>
                </a:solidFill>
              </a:rPr>
              <a:t>. KẾT QUẢ HOẠT ĐỘNG KINH DOANH </a:t>
            </a:r>
            <a:r>
              <a:rPr lang="en-US" sz="2200" b="1" dirty="0">
                <a:solidFill>
                  <a:srgbClr val="FF0000"/>
                </a:solidFill>
              </a:rPr>
              <a:t>T3 </a:t>
            </a:r>
            <a:r>
              <a:rPr lang="en-US" sz="2200" b="1" dirty="0">
                <a:solidFill>
                  <a:srgbClr val="119303"/>
                </a:solidFill>
              </a:rPr>
              <a:t>– </a:t>
            </a:r>
            <a:r>
              <a:rPr lang="en-US" sz="2200" b="1" dirty="0">
                <a:solidFill>
                  <a:schemeClr val="accent2">
                    <a:lumMod val="75000"/>
                  </a:schemeClr>
                </a:solidFill>
              </a:rPr>
              <a:t>KHÁCH HÀNG-SẢN PHẨM LỖ</a:t>
            </a:r>
            <a:endParaRPr lang="en-US" sz="2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43D97C7-5394-4C49-7EB5-2456C9DFD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6308"/>
            <a:ext cx="9144000" cy="4501805"/>
          </a:xfrm>
          <a:prstGeom prst="rect">
            <a:avLst/>
          </a:prstGeom>
        </p:spPr>
      </p:pic>
      <p:sp>
        <p:nvSpPr>
          <p:cNvPr id="2" name="Arrow: Left 1">
            <a:hlinkClick r:id="rId3" action="ppaction://hlinksldjump"/>
            <a:extLst>
              <a:ext uri="{FF2B5EF4-FFF2-40B4-BE49-F238E27FC236}">
                <a16:creationId xmlns:a16="http://schemas.microsoft.com/office/drawing/2014/main" id="{97E4ABD0-9C31-0C91-B7BD-C88BA8D0D18F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3032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23D81-70D2-7F9F-B75C-EA1654DF0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87BFE-815C-615F-B644-76B304CE4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9530"/>
            <a:ext cx="9126329" cy="395111"/>
          </a:xfrm>
        </p:spPr>
        <p:txBody>
          <a:bodyPr/>
          <a:lstStyle/>
          <a:p>
            <a:pPr algn="ctr"/>
            <a:r>
              <a:rPr lang="en-US" sz="1800" b="1">
                <a:solidFill>
                  <a:srgbClr val="119303"/>
                </a:solidFill>
              </a:rPr>
              <a:t>3.2. CHI PHÍ – </a:t>
            </a:r>
            <a:r>
              <a:rPr lang="en-US" sz="1800" b="1">
                <a:solidFill>
                  <a:schemeClr val="accent2">
                    <a:lumMod val="75000"/>
                  </a:schemeClr>
                </a:solidFill>
              </a:rPr>
              <a:t>TỔNG CHI PHÍ TRONG THÁNG 03 </a:t>
            </a:r>
            <a:r>
              <a:rPr lang="en-US" sz="1800" b="1" i="1">
                <a:solidFill>
                  <a:schemeClr val="accent2">
                    <a:lumMod val="75000"/>
                  </a:schemeClr>
                </a:solidFill>
              </a:rPr>
              <a:t>(</a:t>
            </a:r>
            <a:r>
              <a:rPr lang="en-US" sz="1800" b="1" i="1" err="1">
                <a:solidFill>
                  <a:schemeClr val="accent2">
                    <a:lumMod val="75000"/>
                  </a:schemeClr>
                </a:solidFill>
              </a:rPr>
              <a:t>triệu</a:t>
            </a:r>
            <a:r>
              <a:rPr lang="en-US" sz="1800" b="1" i="1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en-US" sz="1800" b="1" i="1" err="1">
                <a:solidFill>
                  <a:schemeClr val="accent2">
                    <a:lumMod val="75000"/>
                  </a:schemeClr>
                </a:solidFill>
              </a:rPr>
              <a:t>đồng</a:t>
            </a:r>
            <a:r>
              <a:rPr lang="en-US" sz="1800" b="1" i="1">
                <a:solidFill>
                  <a:schemeClr val="accent2">
                    <a:lumMod val="75000"/>
                  </a:schemeClr>
                </a:solidFill>
              </a:rPr>
              <a:t>)</a:t>
            </a:r>
            <a:endParaRPr lang="en-US" sz="1800" i="1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1E2252-842F-B8CD-C22C-65CAF6EF6E09}"/>
              </a:ext>
            </a:extLst>
          </p:cNvPr>
          <p:cNvSpPr txBox="1"/>
          <p:nvPr/>
        </p:nvSpPr>
        <p:spPr>
          <a:xfrm>
            <a:off x="-54593" y="4734539"/>
            <a:ext cx="6503159" cy="81253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  <a:p>
            <a:endParaRPr lang="en-US" sz="900" i="1" u="sng">
              <a:latin typeface="+mn-lt"/>
            </a:endParaRPr>
          </a:p>
          <a:p>
            <a:endParaRPr lang="en-US" sz="900" b="0" i="1" u="sng" strike="noStrike">
              <a:solidFill>
                <a:srgbClr val="000000"/>
              </a:solidFill>
              <a:effectLst/>
              <a:latin typeface="+mn-lt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E4BF067-C833-EF8B-6785-23BD01D625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3236"/>
            <a:ext cx="9144000" cy="4584323"/>
          </a:xfrm>
          <a:prstGeom prst="rect">
            <a:avLst/>
          </a:prstGeom>
        </p:spPr>
      </p:pic>
      <p:sp>
        <p:nvSpPr>
          <p:cNvPr id="3" name="Arrow: Left 2">
            <a:hlinkClick r:id="rId4" action="ppaction://hlinksldjump"/>
            <a:extLst>
              <a:ext uri="{FF2B5EF4-FFF2-40B4-BE49-F238E27FC236}">
                <a16:creationId xmlns:a16="http://schemas.microsoft.com/office/drawing/2014/main" id="{CAA4F869-D0B3-11B2-F801-C9267DC86DD0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0786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84431-5FCB-FAC0-41C8-6F19602E1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65962-D058-F07F-DC04-EFA665BB7B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4596"/>
            <a:ext cx="9143999" cy="395111"/>
          </a:xfrm>
        </p:spPr>
        <p:txBody>
          <a:bodyPr/>
          <a:lstStyle/>
          <a:p>
            <a:pPr algn="ctr"/>
            <a:r>
              <a:rPr lang="en-US" sz="2000" b="1">
                <a:solidFill>
                  <a:srgbClr val="119303"/>
                </a:solidFill>
              </a:rPr>
              <a:t>3.2. CHI PHÍ – </a:t>
            </a:r>
            <a:r>
              <a:rPr lang="en-US" sz="2000" b="1">
                <a:solidFill>
                  <a:schemeClr val="accent2">
                    <a:lumMod val="75000"/>
                  </a:schemeClr>
                </a:solidFill>
              </a:rPr>
              <a:t>CHI PHÍ TRÊN TẤN </a:t>
            </a:r>
            <a:r>
              <a:rPr lang="en-US" sz="2000" b="1" i="1">
                <a:solidFill>
                  <a:schemeClr val="accent2">
                    <a:lumMod val="75000"/>
                  </a:schemeClr>
                </a:solidFill>
              </a:rPr>
              <a:t>(</a:t>
            </a:r>
            <a:r>
              <a:rPr lang="en-US" sz="2000" b="1" i="1" err="1">
                <a:solidFill>
                  <a:schemeClr val="accent2">
                    <a:lumMod val="75000"/>
                  </a:schemeClr>
                </a:solidFill>
              </a:rPr>
              <a:t>triệu</a:t>
            </a:r>
            <a:r>
              <a:rPr lang="en-US" sz="2000" b="1" i="1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en-US" sz="2000" b="1" i="1" err="1">
                <a:solidFill>
                  <a:schemeClr val="accent2">
                    <a:lumMod val="75000"/>
                  </a:schemeClr>
                </a:solidFill>
              </a:rPr>
              <a:t>đồng</a:t>
            </a:r>
            <a:r>
              <a:rPr lang="en-US" sz="2000" b="1" i="1">
                <a:solidFill>
                  <a:schemeClr val="accent2">
                    <a:lumMod val="75000"/>
                  </a:schemeClr>
                </a:solidFill>
              </a:rPr>
              <a:t>/</a:t>
            </a:r>
            <a:r>
              <a:rPr lang="en-US" sz="2000" b="1" i="1" err="1">
                <a:solidFill>
                  <a:schemeClr val="accent2">
                    <a:lumMod val="75000"/>
                  </a:schemeClr>
                </a:solidFill>
              </a:rPr>
              <a:t>tấn</a:t>
            </a:r>
            <a:r>
              <a:rPr lang="en-US" sz="2000" b="1" i="1">
                <a:solidFill>
                  <a:schemeClr val="accent2">
                    <a:lumMod val="75000"/>
                  </a:schemeClr>
                </a:solidFill>
              </a:rPr>
              <a:t>)</a:t>
            </a:r>
            <a:endParaRPr lang="en-US" sz="1500">
              <a:solidFill>
                <a:srgbClr val="00B050"/>
              </a:solidFill>
              <a:latin typeface="+mn-lt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924FE8E-FA41-50F7-B6D9-64447AE4DA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5559"/>
            <a:ext cx="9144000" cy="4553325"/>
          </a:xfrm>
          <a:prstGeom prst="rect">
            <a:avLst/>
          </a:prstGeom>
        </p:spPr>
      </p:pic>
      <p:sp>
        <p:nvSpPr>
          <p:cNvPr id="3" name="Arrow: Left 2">
            <a:hlinkClick r:id="rId4" action="ppaction://hlinksldjump"/>
            <a:extLst>
              <a:ext uri="{FF2B5EF4-FFF2-40B4-BE49-F238E27FC236}">
                <a16:creationId xmlns:a16="http://schemas.microsoft.com/office/drawing/2014/main" id="{700071AD-C256-F010-5CD5-0AB18E73964F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2823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BA4B8-CE3A-010D-D81A-D65D79E09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56372-A22E-C300-03BE-857E86678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9530"/>
            <a:ext cx="9144000" cy="395111"/>
          </a:xfrm>
        </p:spPr>
        <p:txBody>
          <a:bodyPr/>
          <a:lstStyle/>
          <a:p>
            <a:pPr algn="ctr"/>
            <a:r>
              <a:rPr lang="en-US" sz="2000" b="1">
                <a:solidFill>
                  <a:srgbClr val="119303"/>
                </a:solidFill>
              </a:rPr>
              <a:t>3.2. CHI PHÍ – </a:t>
            </a:r>
            <a:r>
              <a:rPr lang="en-US" sz="2000" b="1">
                <a:solidFill>
                  <a:schemeClr val="accent2">
                    <a:lumMod val="75000"/>
                  </a:schemeClr>
                </a:solidFill>
              </a:rPr>
              <a:t>TỶ TRỌNG CHI PHÍ TRÊN TẤN</a:t>
            </a:r>
            <a:endParaRPr lang="en-US" sz="1500">
              <a:solidFill>
                <a:srgbClr val="00B050"/>
              </a:solidFill>
              <a:latin typeface="+mn-lt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EC911ED-7BFC-B135-4AE3-6343CA901F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72" y="326496"/>
            <a:ext cx="9035055" cy="4572396"/>
          </a:xfrm>
          <a:prstGeom prst="rect">
            <a:avLst/>
          </a:prstGeom>
        </p:spPr>
      </p:pic>
      <p:sp>
        <p:nvSpPr>
          <p:cNvPr id="3" name="Arrow: Left 2">
            <a:hlinkClick r:id="rId4" action="ppaction://hlinksldjump"/>
            <a:extLst>
              <a:ext uri="{FF2B5EF4-FFF2-40B4-BE49-F238E27FC236}">
                <a16:creationId xmlns:a16="http://schemas.microsoft.com/office/drawing/2014/main" id="{89A866C6-E676-E962-6C7E-B0CC6DF76A25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893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B6FAC-1F56-D86C-172B-14C75A2AD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D65CEFF-EC41-A226-7607-B551F4DCD2E1}"/>
              </a:ext>
            </a:extLst>
          </p:cNvPr>
          <p:cNvSpPr/>
          <p:nvPr/>
        </p:nvSpPr>
        <p:spPr>
          <a:xfrm>
            <a:off x="0" y="4490571"/>
            <a:ext cx="9144000" cy="40315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>
                <a:solidFill>
                  <a:schemeClr val="tx1"/>
                </a:solidFill>
              </a:rPr>
              <a:t>- </a:t>
            </a:r>
            <a:r>
              <a:rPr lang="en-US" sz="1000" b="1" err="1">
                <a:solidFill>
                  <a:schemeClr val="tx1"/>
                </a:solidFill>
              </a:rPr>
              <a:t>Giá</a:t>
            </a:r>
            <a:r>
              <a:rPr lang="en-US" sz="1000" b="1">
                <a:solidFill>
                  <a:schemeClr val="tx1"/>
                </a:solidFill>
              </a:rPr>
              <a:t> </a:t>
            </a:r>
            <a:r>
              <a:rPr lang="en-US" sz="1000" b="1" err="1">
                <a:solidFill>
                  <a:schemeClr val="tx1"/>
                </a:solidFill>
              </a:rPr>
              <a:t>mua</a:t>
            </a:r>
            <a:r>
              <a:rPr lang="en-US" sz="1000" b="1">
                <a:solidFill>
                  <a:schemeClr val="tx1"/>
                </a:solidFill>
              </a:rPr>
              <a:t> chai B1 trung </a:t>
            </a:r>
            <a:r>
              <a:rPr lang="en-US" sz="1000" b="1" err="1">
                <a:solidFill>
                  <a:schemeClr val="tx1"/>
                </a:solidFill>
              </a:rPr>
              <a:t>bình</a:t>
            </a:r>
            <a:r>
              <a:rPr lang="en-US" sz="1000" b="1">
                <a:solidFill>
                  <a:schemeClr val="tx1"/>
                </a:solidFill>
              </a:rPr>
              <a:t> T03</a:t>
            </a:r>
            <a:r>
              <a:rPr lang="en-US" sz="1000">
                <a:solidFill>
                  <a:schemeClr val="tx1"/>
                </a:solidFill>
              </a:rPr>
              <a:t>: </a:t>
            </a:r>
            <a:r>
              <a:rPr lang="en-US" sz="1000" b="1">
                <a:solidFill>
                  <a:schemeClr val="tx1"/>
                </a:solidFill>
              </a:rPr>
              <a:t>14,704 đ/kg </a:t>
            </a:r>
            <a:r>
              <a:rPr lang="en-US" sz="1000">
                <a:solidFill>
                  <a:schemeClr val="tx1"/>
                </a:solidFill>
              </a:rPr>
              <a:t>(KH </a:t>
            </a:r>
            <a:r>
              <a:rPr lang="en-US" sz="1000" err="1">
                <a:solidFill>
                  <a:schemeClr val="tx1"/>
                </a:solidFill>
              </a:rPr>
              <a:t>là</a:t>
            </a:r>
            <a:r>
              <a:rPr lang="en-US" sz="1000">
                <a:solidFill>
                  <a:schemeClr val="tx1"/>
                </a:solidFill>
              </a:rPr>
              <a:t> 15,000 đ/kg ~ </a:t>
            </a:r>
            <a:r>
              <a:rPr lang="en-US" sz="1000" i="1">
                <a:solidFill>
                  <a:schemeClr val="tx1"/>
                </a:solidFill>
              </a:rPr>
              <a:t>-296 đ/kg; -2.0%</a:t>
            </a:r>
            <a:r>
              <a:rPr lang="en-US" sz="1000">
                <a:solidFill>
                  <a:schemeClr val="tx1"/>
                </a:solidFill>
              </a:rPr>
              <a:t>). </a:t>
            </a:r>
          </a:p>
          <a:p>
            <a:r>
              <a:rPr lang="en-US" sz="1000">
                <a:solidFill>
                  <a:schemeClr val="tx1"/>
                </a:solidFill>
              </a:rPr>
              <a:t>- </a:t>
            </a:r>
            <a:r>
              <a:rPr lang="en-US" sz="1000" b="1" err="1">
                <a:solidFill>
                  <a:schemeClr val="tx1"/>
                </a:solidFill>
              </a:rPr>
              <a:t>Lũy</a:t>
            </a:r>
            <a:r>
              <a:rPr lang="en-US" sz="1000" b="1">
                <a:solidFill>
                  <a:schemeClr val="tx1"/>
                </a:solidFill>
              </a:rPr>
              <a:t> </a:t>
            </a:r>
            <a:r>
              <a:rPr lang="en-US" sz="1000" b="1" err="1">
                <a:solidFill>
                  <a:schemeClr val="tx1"/>
                </a:solidFill>
              </a:rPr>
              <a:t>kế</a:t>
            </a:r>
            <a:r>
              <a:rPr lang="en-US" sz="1000" b="1">
                <a:solidFill>
                  <a:schemeClr val="tx1"/>
                </a:solidFill>
              </a:rPr>
              <a:t> </a:t>
            </a:r>
            <a:r>
              <a:rPr lang="en-US" sz="1000" b="1" err="1">
                <a:solidFill>
                  <a:schemeClr val="tx1"/>
                </a:solidFill>
              </a:rPr>
              <a:t>từ</a:t>
            </a:r>
            <a:r>
              <a:rPr lang="en-US" sz="1000" b="1">
                <a:solidFill>
                  <a:schemeClr val="tx1"/>
                </a:solidFill>
              </a:rPr>
              <a:t> </a:t>
            </a:r>
            <a:r>
              <a:rPr lang="en-US" sz="1000" b="1" err="1">
                <a:solidFill>
                  <a:schemeClr val="tx1"/>
                </a:solidFill>
              </a:rPr>
              <a:t>đầu</a:t>
            </a:r>
            <a:r>
              <a:rPr lang="en-US" sz="1000" b="1">
                <a:solidFill>
                  <a:schemeClr val="tx1"/>
                </a:solidFill>
              </a:rPr>
              <a:t> </a:t>
            </a:r>
            <a:r>
              <a:rPr lang="en-US" sz="1000" b="1" err="1">
                <a:solidFill>
                  <a:schemeClr val="tx1"/>
                </a:solidFill>
              </a:rPr>
              <a:t>năm</a:t>
            </a:r>
            <a:r>
              <a:rPr lang="en-US" sz="1000" b="1">
                <a:solidFill>
                  <a:schemeClr val="tx1"/>
                </a:solidFill>
              </a:rPr>
              <a:t> </a:t>
            </a:r>
            <a:r>
              <a:rPr lang="en-US" sz="1000" b="1" err="1">
                <a:solidFill>
                  <a:schemeClr val="tx1"/>
                </a:solidFill>
              </a:rPr>
              <a:t>đến</a:t>
            </a:r>
            <a:r>
              <a:rPr lang="en-US" sz="1000" b="1">
                <a:solidFill>
                  <a:schemeClr val="tx1"/>
                </a:solidFill>
              </a:rPr>
              <a:t> T03, </a:t>
            </a:r>
            <a:r>
              <a:rPr lang="en-US" sz="1000" err="1">
                <a:solidFill>
                  <a:schemeClr val="tx1"/>
                </a:solidFill>
              </a:rPr>
              <a:t>giá</a:t>
            </a:r>
            <a:r>
              <a:rPr lang="en-US" sz="1000">
                <a:solidFill>
                  <a:schemeClr val="tx1"/>
                </a:solidFill>
              </a:rPr>
              <a:t> </a:t>
            </a:r>
            <a:r>
              <a:rPr lang="en-US" sz="1000" err="1">
                <a:solidFill>
                  <a:schemeClr val="tx1"/>
                </a:solidFill>
              </a:rPr>
              <a:t>mua</a:t>
            </a:r>
            <a:r>
              <a:rPr lang="en-US" sz="1000">
                <a:solidFill>
                  <a:schemeClr val="tx1"/>
                </a:solidFill>
              </a:rPr>
              <a:t> B1 </a:t>
            </a:r>
            <a:r>
              <a:rPr lang="en-US" sz="1000" err="1">
                <a:solidFill>
                  <a:schemeClr val="tx1"/>
                </a:solidFill>
              </a:rPr>
              <a:t>trung</a:t>
            </a:r>
            <a:r>
              <a:rPr lang="en-US" sz="1000">
                <a:solidFill>
                  <a:schemeClr val="tx1"/>
                </a:solidFill>
              </a:rPr>
              <a:t> </a:t>
            </a:r>
            <a:r>
              <a:rPr lang="en-US" sz="1000" err="1">
                <a:solidFill>
                  <a:schemeClr val="tx1"/>
                </a:solidFill>
              </a:rPr>
              <a:t>bình</a:t>
            </a:r>
            <a:r>
              <a:rPr lang="en-US" sz="1000">
                <a:solidFill>
                  <a:schemeClr val="tx1"/>
                </a:solidFill>
              </a:rPr>
              <a:t> </a:t>
            </a:r>
            <a:r>
              <a:rPr lang="en-US" sz="1000" err="1">
                <a:solidFill>
                  <a:schemeClr val="tx1"/>
                </a:solidFill>
              </a:rPr>
              <a:t>là</a:t>
            </a:r>
            <a:r>
              <a:rPr lang="en-US" sz="1000">
                <a:solidFill>
                  <a:schemeClr val="tx1"/>
                </a:solidFill>
              </a:rPr>
              <a:t> </a:t>
            </a:r>
            <a:r>
              <a:rPr lang="en-US" sz="1000" b="1">
                <a:solidFill>
                  <a:schemeClr val="tx1"/>
                </a:solidFill>
              </a:rPr>
              <a:t>14,941 đ/kg </a:t>
            </a:r>
            <a:r>
              <a:rPr lang="en-US" sz="1000">
                <a:solidFill>
                  <a:schemeClr val="tx1"/>
                </a:solidFill>
              </a:rPr>
              <a:t>(KH </a:t>
            </a:r>
            <a:r>
              <a:rPr lang="en-US" sz="1000" err="1">
                <a:solidFill>
                  <a:schemeClr val="tx1"/>
                </a:solidFill>
              </a:rPr>
              <a:t>là</a:t>
            </a:r>
            <a:r>
              <a:rPr lang="en-US" sz="1000">
                <a:solidFill>
                  <a:schemeClr val="tx1"/>
                </a:solidFill>
              </a:rPr>
              <a:t> 15,000 đ/kg ~ </a:t>
            </a:r>
            <a:r>
              <a:rPr lang="en-US" sz="1000" i="1">
                <a:solidFill>
                  <a:schemeClr val="tx1"/>
                </a:solidFill>
              </a:rPr>
              <a:t>-59 đ/kg; -0.4%</a:t>
            </a:r>
            <a:r>
              <a:rPr lang="en-US" sz="100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E58BC5-3373-4576-436B-0280D68C57A8}"/>
              </a:ext>
            </a:extLst>
          </p:cNvPr>
          <p:cNvSpPr txBox="1"/>
          <p:nvPr/>
        </p:nvSpPr>
        <p:spPr>
          <a:xfrm>
            <a:off x="0" y="-20940"/>
            <a:ext cx="9144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>
                <a:solidFill>
                  <a:srgbClr val="119303"/>
                </a:solidFill>
              </a:rPr>
              <a:t>3.2</a:t>
            </a:r>
            <a:r>
              <a:rPr lang="en-US" sz="1400" b="1">
                <a:solidFill>
                  <a:srgbClr val="119303"/>
                </a:solidFill>
              </a:rPr>
              <a:t>. CHI PHÍ – </a:t>
            </a:r>
            <a:r>
              <a:rPr lang="en-US" sz="1400" b="1">
                <a:solidFill>
                  <a:schemeClr val="accent2">
                    <a:lumMod val="75000"/>
                  </a:schemeClr>
                </a:solidFill>
              </a:rPr>
              <a:t>GIÁ NGUYÊN VẬT LIỆU</a:t>
            </a:r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519E5DA-18D9-3147-64AD-EDD92E484021}"/>
              </a:ext>
            </a:extLst>
          </p:cNvPr>
          <p:cNvSpPr/>
          <p:nvPr/>
        </p:nvSpPr>
        <p:spPr>
          <a:xfrm>
            <a:off x="9202010" y="1404173"/>
            <a:ext cx="2592977" cy="6414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UPDATED: 16/03/2026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21F8FBE-D6DF-DEAF-74AE-5ED76B4172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9779"/>
            <a:ext cx="9144000" cy="4208293"/>
          </a:xfrm>
          <a:prstGeom prst="rect">
            <a:avLst/>
          </a:prstGeom>
        </p:spPr>
      </p:pic>
      <p:sp>
        <p:nvSpPr>
          <p:cNvPr id="4" name="Arrow: Left 3">
            <a:hlinkClick r:id="rId4" action="ppaction://hlinksldjump"/>
            <a:extLst>
              <a:ext uri="{FF2B5EF4-FFF2-40B4-BE49-F238E27FC236}">
                <a16:creationId xmlns:a16="http://schemas.microsoft.com/office/drawing/2014/main" id="{86D601E0-A6E2-59FE-0208-2C3078A7F724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3280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8DAED6E-468F-A7BD-636D-B6B94CBDCE90}"/>
              </a:ext>
            </a:extLst>
          </p:cNvPr>
          <p:cNvSpPr/>
          <p:nvPr/>
        </p:nvSpPr>
        <p:spPr>
          <a:xfrm>
            <a:off x="0" y="4480790"/>
            <a:ext cx="9144000" cy="42877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>
                <a:solidFill>
                  <a:schemeClr val="tx1"/>
                </a:solidFill>
              </a:rPr>
              <a:t>- </a:t>
            </a:r>
            <a:r>
              <a:rPr lang="en-US" sz="1000" b="1" err="1">
                <a:solidFill>
                  <a:schemeClr val="tx1"/>
                </a:solidFill>
              </a:rPr>
              <a:t>Giá</a:t>
            </a:r>
            <a:r>
              <a:rPr lang="en-US" sz="1000" b="1">
                <a:solidFill>
                  <a:schemeClr val="tx1"/>
                </a:solidFill>
              </a:rPr>
              <a:t> </a:t>
            </a:r>
            <a:r>
              <a:rPr lang="en-US" sz="1000" b="1" err="1">
                <a:solidFill>
                  <a:schemeClr val="tx1"/>
                </a:solidFill>
              </a:rPr>
              <a:t>mua</a:t>
            </a:r>
            <a:r>
              <a:rPr lang="en-US" sz="1000" b="1">
                <a:solidFill>
                  <a:schemeClr val="tx1"/>
                </a:solidFill>
              </a:rPr>
              <a:t> </a:t>
            </a:r>
            <a:r>
              <a:rPr lang="en-US" sz="1000" b="1" err="1">
                <a:solidFill>
                  <a:schemeClr val="tx1"/>
                </a:solidFill>
              </a:rPr>
              <a:t>Vảy</a:t>
            </a:r>
            <a:r>
              <a:rPr lang="en-US" sz="1000" b="1">
                <a:solidFill>
                  <a:schemeClr val="tx1"/>
                </a:solidFill>
              </a:rPr>
              <a:t> B1 trung bình T03</a:t>
            </a:r>
            <a:r>
              <a:rPr lang="en-US" sz="1000">
                <a:solidFill>
                  <a:schemeClr val="tx1"/>
                </a:solidFill>
              </a:rPr>
              <a:t>: </a:t>
            </a:r>
            <a:r>
              <a:rPr lang="en-US" sz="1000" b="1">
                <a:solidFill>
                  <a:schemeClr val="tx1"/>
                </a:solidFill>
              </a:rPr>
              <a:t>16,121 đ/kg </a:t>
            </a:r>
            <a:r>
              <a:rPr lang="en-US" sz="1000">
                <a:solidFill>
                  <a:schemeClr val="tx1"/>
                </a:solidFill>
              </a:rPr>
              <a:t>(KH </a:t>
            </a:r>
            <a:r>
              <a:rPr lang="en-US" sz="1000" err="1">
                <a:solidFill>
                  <a:schemeClr val="tx1"/>
                </a:solidFill>
              </a:rPr>
              <a:t>là</a:t>
            </a:r>
            <a:r>
              <a:rPr lang="en-US" sz="1000">
                <a:solidFill>
                  <a:schemeClr val="tx1"/>
                </a:solidFill>
              </a:rPr>
              <a:t> 16,500 đ/kg ~ </a:t>
            </a:r>
            <a:r>
              <a:rPr lang="en-US" sz="1000" i="1">
                <a:solidFill>
                  <a:schemeClr val="tx1"/>
                </a:solidFill>
              </a:rPr>
              <a:t>-569 đ/kg; -3.5%</a:t>
            </a:r>
            <a:r>
              <a:rPr lang="en-US" sz="1000">
                <a:solidFill>
                  <a:schemeClr val="tx1"/>
                </a:solidFill>
              </a:rPr>
              <a:t>)</a:t>
            </a:r>
          </a:p>
          <a:p>
            <a:r>
              <a:rPr lang="en-US" sz="1000">
                <a:solidFill>
                  <a:schemeClr val="tx1"/>
                </a:solidFill>
              </a:rPr>
              <a:t>- </a:t>
            </a:r>
            <a:r>
              <a:rPr lang="en-US" sz="1000" b="1" err="1">
                <a:solidFill>
                  <a:schemeClr val="tx1"/>
                </a:solidFill>
              </a:rPr>
              <a:t>Lũy</a:t>
            </a:r>
            <a:r>
              <a:rPr lang="en-US" sz="1000" b="1">
                <a:solidFill>
                  <a:schemeClr val="tx1"/>
                </a:solidFill>
              </a:rPr>
              <a:t> </a:t>
            </a:r>
            <a:r>
              <a:rPr lang="en-US" sz="1000" b="1" err="1">
                <a:solidFill>
                  <a:schemeClr val="tx1"/>
                </a:solidFill>
              </a:rPr>
              <a:t>kế</a:t>
            </a:r>
            <a:r>
              <a:rPr lang="en-US" sz="1000" b="1">
                <a:solidFill>
                  <a:schemeClr val="tx1"/>
                </a:solidFill>
              </a:rPr>
              <a:t> </a:t>
            </a:r>
            <a:r>
              <a:rPr lang="en-US" sz="1000" b="1" err="1">
                <a:solidFill>
                  <a:schemeClr val="tx1"/>
                </a:solidFill>
              </a:rPr>
              <a:t>từ</a:t>
            </a:r>
            <a:r>
              <a:rPr lang="en-US" sz="1000" b="1">
                <a:solidFill>
                  <a:schemeClr val="tx1"/>
                </a:solidFill>
              </a:rPr>
              <a:t> </a:t>
            </a:r>
            <a:r>
              <a:rPr lang="en-US" sz="1000" b="1" err="1">
                <a:solidFill>
                  <a:schemeClr val="tx1"/>
                </a:solidFill>
              </a:rPr>
              <a:t>đầu</a:t>
            </a:r>
            <a:r>
              <a:rPr lang="en-US" sz="1000" b="1">
                <a:solidFill>
                  <a:schemeClr val="tx1"/>
                </a:solidFill>
              </a:rPr>
              <a:t> </a:t>
            </a:r>
            <a:r>
              <a:rPr lang="en-US" sz="1000" b="1" err="1">
                <a:solidFill>
                  <a:schemeClr val="tx1"/>
                </a:solidFill>
              </a:rPr>
              <a:t>năm</a:t>
            </a:r>
            <a:r>
              <a:rPr lang="en-US" sz="1000" b="1">
                <a:solidFill>
                  <a:schemeClr val="tx1"/>
                </a:solidFill>
              </a:rPr>
              <a:t> </a:t>
            </a:r>
            <a:r>
              <a:rPr lang="en-US" sz="1000" b="1" err="1">
                <a:solidFill>
                  <a:schemeClr val="tx1"/>
                </a:solidFill>
              </a:rPr>
              <a:t>đến</a:t>
            </a:r>
            <a:r>
              <a:rPr lang="en-US" sz="1000" b="1">
                <a:solidFill>
                  <a:schemeClr val="tx1"/>
                </a:solidFill>
              </a:rPr>
              <a:t> T02, </a:t>
            </a:r>
            <a:r>
              <a:rPr lang="en-US" sz="1000" err="1">
                <a:solidFill>
                  <a:schemeClr val="tx1"/>
                </a:solidFill>
              </a:rPr>
              <a:t>giá</a:t>
            </a:r>
            <a:r>
              <a:rPr lang="en-US" sz="1000">
                <a:solidFill>
                  <a:schemeClr val="tx1"/>
                </a:solidFill>
              </a:rPr>
              <a:t> </a:t>
            </a:r>
            <a:r>
              <a:rPr lang="en-US" sz="1000" err="1">
                <a:solidFill>
                  <a:schemeClr val="tx1"/>
                </a:solidFill>
              </a:rPr>
              <a:t>mua</a:t>
            </a:r>
            <a:r>
              <a:rPr lang="en-US" sz="1000">
                <a:solidFill>
                  <a:schemeClr val="tx1"/>
                </a:solidFill>
              </a:rPr>
              <a:t> </a:t>
            </a:r>
            <a:r>
              <a:rPr lang="en-US" sz="1000" err="1">
                <a:solidFill>
                  <a:schemeClr val="tx1"/>
                </a:solidFill>
              </a:rPr>
              <a:t>Vảy</a:t>
            </a:r>
            <a:r>
              <a:rPr lang="en-US" sz="1000">
                <a:solidFill>
                  <a:schemeClr val="tx1"/>
                </a:solidFill>
              </a:rPr>
              <a:t> </a:t>
            </a:r>
            <a:r>
              <a:rPr lang="en-US" sz="1000" err="1">
                <a:solidFill>
                  <a:schemeClr val="tx1"/>
                </a:solidFill>
              </a:rPr>
              <a:t>trung</a:t>
            </a:r>
            <a:r>
              <a:rPr lang="en-US" sz="1000">
                <a:solidFill>
                  <a:schemeClr val="tx1"/>
                </a:solidFill>
              </a:rPr>
              <a:t> </a:t>
            </a:r>
            <a:r>
              <a:rPr lang="en-US" sz="1000" err="1">
                <a:solidFill>
                  <a:schemeClr val="tx1"/>
                </a:solidFill>
              </a:rPr>
              <a:t>bình</a:t>
            </a:r>
            <a:r>
              <a:rPr lang="en-US" sz="1000">
                <a:solidFill>
                  <a:schemeClr val="tx1"/>
                </a:solidFill>
              </a:rPr>
              <a:t> </a:t>
            </a:r>
            <a:r>
              <a:rPr lang="en-US" sz="1000" err="1">
                <a:solidFill>
                  <a:schemeClr val="tx1"/>
                </a:solidFill>
              </a:rPr>
              <a:t>là</a:t>
            </a:r>
            <a:r>
              <a:rPr lang="en-US" sz="1000">
                <a:solidFill>
                  <a:schemeClr val="tx1"/>
                </a:solidFill>
              </a:rPr>
              <a:t> </a:t>
            </a:r>
            <a:r>
              <a:rPr lang="en-US" sz="1000" b="1">
                <a:solidFill>
                  <a:schemeClr val="tx1"/>
                </a:solidFill>
              </a:rPr>
              <a:t>15,939</a:t>
            </a:r>
            <a:r>
              <a:rPr lang="en-US" sz="1000">
                <a:solidFill>
                  <a:schemeClr val="tx1"/>
                </a:solidFill>
              </a:rPr>
              <a:t> đ/kg (KH </a:t>
            </a:r>
            <a:r>
              <a:rPr lang="en-US" sz="1000" err="1">
                <a:solidFill>
                  <a:schemeClr val="tx1"/>
                </a:solidFill>
              </a:rPr>
              <a:t>là</a:t>
            </a:r>
            <a:r>
              <a:rPr lang="en-US" sz="1000">
                <a:solidFill>
                  <a:schemeClr val="tx1"/>
                </a:solidFill>
              </a:rPr>
              <a:t> 16,500 đ/kg ~ </a:t>
            </a:r>
            <a:r>
              <a:rPr lang="en-US" sz="1000" i="1">
                <a:solidFill>
                  <a:schemeClr val="tx1"/>
                </a:solidFill>
              </a:rPr>
              <a:t>-561 đ/kg; -3.4%</a:t>
            </a:r>
            <a:r>
              <a:rPr lang="en-US" sz="100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16480B-76E8-2CA7-FA98-9974A68CEA81}"/>
              </a:ext>
            </a:extLst>
          </p:cNvPr>
          <p:cNvSpPr txBox="1"/>
          <p:nvPr/>
        </p:nvSpPr>
        <p:spPr>
          <a:xfrm>
            <a:off x="0" y="-20940"/>
            <a:ext cx="9144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>
                <a:solidFill>
                  <a:srgbClr val="119303"/>
                </a:solidFill>
              </a:rPr>
              <a:t>3.2</a:t>
            </a:r>
            <a:r>
              <a:rPr lang="en-US" sz="1400" b="1">
                <a:solidFill>
                  <a:srgbClr val="119303"/>
                </a:solidFill>
              </a:rPr>
              <a:t>. CHI PHÍ – </a:t>
            </a:r>
            <a:r>
              <a:rPr lang="en-US" sz="1400" b="1">
                <a:solidFill>
                  <a:schemeClr val="accent2">
                    <a:lumMod val="75000"/>
                  </a:schemeClr>
                </a:solidFill>
              </a:rPr>
              <a:t>GIÁ NGUYÊN VẬT LIỆU</a:t>
            </a: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ED3F55-C554-FD72-4154-22A4412DC715}"/>
              </a:ext>
            </a:extLst>
          </p:cNvPr>
          <p:cNvSpPr/>
          <p:nvPr/>
        </p:nvSpPr>
        <p:spPr>
          <a:xfrm>
            <a:off x="9379472" y="1577399"/>
            <a:ext cx="2592977" cy="6414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UPDATED: 11/04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3308D61-C47A-D06B-B58A-81AD873B4E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7949"/>
            <a:ext cx="9144000" cy="4195162"/>
          </a:xfrm>
          <a:prstGeom prst="rect">
            <a:avLst/>
          </a:prstGeom>
        </p:spPr>
      </p:pic>
      <p:sp>
        <p:nvSpPr>
          <p:cNvPr id="3" name="Arrow: Left 2">
            <a:hlinkClick r:id="rId3" action="ppaction://hlinksldjump"/>
            <a:extLst>
              <a:ext uri="{FF2B5EF4-FFF2-40B4-BE49-F238E27FC236}">
                <a16:creationId xmlns:a16="http://schemas.microsoft.com/office/drawing/2014/main" id="{8475A1FB-A708-F2A6-DDF0-E21C88B95AAB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9097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DFEC5418-8A64-3D2E-C59C-E98E780AE4D9}"/>
              </a:ext>
            </a:extLst>
          </p:cNvPr>
          <p:cNvSpPr/>
          <p:nvPr/>
        </p:nvSpPr>
        <p:spPr>
          <a:xfrm>
            <a:off x="3313043" y="1686710"/>
            <a:ext cx="2458279" cy="1043796"/>
          </a:xfrm>
          <a:prstGeom prst="rightArrow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000" b="1" dirty="0">
                <a:latin typeface="Aptos Display" panose="020B0004020202020204" pitchFamily="34" charset="0"/>
              </a:rPr>
              <a:t>PHỤ LỤC</a:t>
            </a:r>
          </a:p>
        </p:txBody>
      </p:sp>
      <p:sp>
        <p:nvSpPr>
          <p:cNvPr id="3" name="Arrow: Left 2">
            <a:hlinkClick r:id="rId2" action="ppaction://hlinksldjump"/>
            <a:extLst>
              <a:ext uri="{FF2B5EF4-FFF2-40B4-BE49-F238E27FC236}">
                <a16:creationId xmlns:a16="http://schemas.microsoft.com/office/drawing/2014/main" id="{F6EBC576-82A3-5AB1-82D3-3CA059DF3F19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97760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0FBA3-30E3-824F-B88E-12C29102E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402FDA6-8A34-0FB1-E022-846564AD2B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1197798"/>
              </p:ext>
            </p:extLst>
          </p:nvPr>
        </p:nvGraphicFramePr>
        <p:xfrm>
          <a:off x="58194" y="588234"/>
          <a:ext cx="9085805" cy="4313478"/>
        </p:xfrm>
        <a:graphic>
          <a:graphicData uri="http://schemas.openxmlformats.org/drawingml/2006/table">
            <a:tbl>
              <a:tblPr firstRow="1" bandRow="1">
                <a:tableStyleId>{6A077030-E235-474E-B3E8-3EB61F41259E}</a:tableStyleId>
              </a:tblPr>
              <a:tblGrid>
                <a:gridCol w="6640454">
                  <a:extLst>
                    <a:ext uri="{9D8B030D-6E8A-4147-A177-3AD203B41FA5}">
                      <a16:colId xmlns:a16="http://schemas.microsoft.com/office/drawing/2014/main" val="569245144"/>
                    </a:ext>
                  </a:extLst>
                </a:gridCol>
                <a:gridCol w="2445351">
                  <a:extLst>
                    <a:ext uri="{9D8B030D-6E8A-4147-A177-3AD203B41FA5}">
                      <a16:colId xmlns:a16="http://schemas.microsoft.com/office/drawing/2014/main" val="653644736"/>
                    </a:ext>
                  </a:extLst>
                </a:gridCol>
              </a:tblGrid>
              <a:tr h="2007994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u="sng" dirty="0"/>
                        <a:t>NGUYÊN NHÂN GỐC RỄ</a:t>
                      </a:r>
                    </a:p>
                    <a:p>
                      <a:pPr algn="ctr"/>
                      <a:endParaRPr lang="en-US" sz="1200" u="sng" dirty="0"/>
                    </a:p>
                    <a:p>
                      <a:pPr marL="0" indent="0" algn="l">
                        <a:buFontTx/>
                        <a:buNone/>
                      </a:pPr>
                      <a:r>
                        <a:rPr lang="en-US" sz="1000" u="none" dirty="0"/>
                        <a:t>Doanh </a:t>
                      </a:r>
                      <a:r>
                        <a:rPr lang="en-US" sz="1000" u="none" dirty="0" err="1"/>
                        <a:t>thu</a:t>
                      </a:r>
                      <a:r>
                        <a:rPr lang="en-US" sz="1000" u="none" dirty="0"/>
                        <a:t> </a:t>
                      </a:r>
                      <a:r>
                        <a:rPr lang="en-US" sz="1000" u="none" dirty="0" err="1"/>
                        <a:t>thuần</a:t>
                      </a:r>
                      <a:r>
                        <a:rPr lang="en-US" sz="1000" u="none" dirty="0"/>
                        <a:t> T03 </a:t>
                      </a:r>
                      <a:r>
                        <a:rPr lang="en-US" sz="1000" u="none" dirty="0" err="1"/>
                        <a:t>đạt</a:t>
                      </a:r>
                      <a:r>
                        <a:rPr lang="en-US" sz="1000" u="none" dirty="0"/>
                        <a:t> </a:t>
                      </a:r>
                      <a:r>
                        <a:rPr lang="en-US" sz="1200" b="1" u="none" dirty="0"/>
                        <a:t>173</a:t>
                      </a:r>
                      <a:r>
                        <a:rPr lang="en-US" sz="1000" u="none" dirty="0"/>
                        <a:t>/142 </a:t>
                      </a:r>
                      <a:r>
                        <a:rPr lang="en-US" sz="1000" u="none" dirty="0" err="1"/>
                        <a:t>tỷ</a:t>
                      </a:r>
                      <a:r>
                        <a:rPr lang="en-US" sz="1000" u="none" dirty="0"/>
                        <a:t> (</a:t>
                      </a:r>
                      <a:r>
                        <a:rPr lang="en-US" sz="1000" u="none" dirty="0" err="1"/>
                        <a:t>vượt</a:t>
                      </a:r>
                      <a:r>
                        <a:rPr lang="en-US" sz="1000" u="none" dirty="0"/>
                        <a:t> 22.4%). </a:t>
                      </a:r>
                      <a:r>
                        <a:rPr lang="en-US" sz="1000" u="none" dirty="0" err="1"/>
                        <a:t>Vượt</a:t>
                      </a:r>
                      <a:r>
                        <a:rPr lang="en-US" sz="1000" u="none" dirty="0"/>
                        <a:t> Ngân </a:t>
                      </a:r>
                      <a:r>
                        <a:rPr lang="en-US" sz="1000" u="none" dirty="0" err="1"/>
                        <a:t>sách</a:t>
                      </a:r>
                      <a:r>
                        <a:rPr lang="en-US" sz="1000" u="none" dirty="0"/>
                        <a:t> </a:t>
                      </a:r>
                      <a:r>
                        <a:rPr lang="en-US" sz="1000" u="none" dirty="0" err="1"/>
                        <a:t>chủ</a:t>
                      </a:r>
                      <a:r>
                        <a:rPr lang="en-US" sz="1000" u="none" dirty="0"/>
                        <a:t> </a:t>
                      </a:r>
                      <a:r>
                        <a:rPr lang="en-US" sz="1000" u="none" dirty="0" err="1"/>
                        <a:t>yếu</a:t>
                      </a:r>
                      <a:r>
                        <a:rPr lang="en-US" sz="1000" u="none" dirty="0"/>
                        <a:t> </a:t>
                      </a:r>
                      <a:r>
                        <a:rPr lang="en-US" sz="1000" u="none" dirty="0" err="1"/>
                        <a:t>là</a:t>
                      </a:r>
                      <a:r>
                        <a:rPr lang="en-US" sz="1000" u="none" dirty="0"/>
                        <a:t> do </a:t>
                      </a:r>
                      <a:r>
                        <a:rPr lang="en-US" sz="1000" u="none" dirty="0" err="1"/>
                        <a:t>sản</a:t>
                      </a:r>
                      <a:r>
                        <a:rPr lang="en-US" sz="1000" u="none" dirty="0"/>
                        <a:t> </a:t>
                      </a:r>
                      <a:r>
                        <a:rPr lang="en-US" sz="1000" u="none" dirty="0" err="1"/>
                        <a:t>lượng</a:t>
                      </a:r>
                      <a:r>
                        <a:rPr lang="en-US" sz="1000" u="none" dirty="0"/>
                        <a:t> </a:t>
                      </a:r>
                      <a:r>
                        <a:rPr lang="en-US" sz="1000" u="none" dirty="0" err="1"/>
                        <a:t>tăng</a:t>
                      </a:r>
                      <a:r>
                        <a:rPr lang="en-US" sz="1000" u="none" dirty="0"/>
                        <a:t>:</a:t>
                      </a:r>
                    </a:p>
                    <a:p>
                      <a:pPr marL="0" indent="0" algn="l">
                        <a:buFontTx/>
                        <a:buNone/>
                      </a:pPr>
                      <a:endParaRPr lang="en-US" sz="1000" u="none" dirty="0"/>
                    </a:p>
                    <a:p>
                      <a:pPr marL="0" indent="0" algn="l">
                        <a:buFontTx/>
                        <a:buNone/>
                      </a:pPr>
                      <a:r>
                        <a:rPr lang="en-US" sz="1000" u="none" dirty="0"/>
                        <a:t>+ </a:t>
                      </a:r>
                      <a:r>
                        <a:rPr lang="en-US" sz="1000" b="1" u="none" dirty="0" err="1"/>
                        <a:t>Kênh</a:t>
                      </a:r>
                      <a:r>
                        <a:rPr lang="en-US" sz="1000" b="1" u="none" dirty="0"/>
                        <a:t> </a:t>
                      </a:r>
                      <a:r>
                        <a:rPr lang="en-US" sz="1000" b="1" u="none" dirty="0" err="1"/>
                        <a:t>xuất</a:t>
                      </a:r>
                      <a:r>
                        <a:rPr lang="en-US" sz="1000" b="1" u="none" dirty="0"/>
                        <a:t> </a:t>
                      </a:r>
                      <a:r>
                        <a:rPr lang="en-US" sz="1000" b="1" u="none" dirty="0" err="1"/>
                        <a:t>khẩu</a:t>
                      </a:r>
                      <a:r>
                        <a:rPr lang="en-US" sz="1000" u="none" dirty="0"/>
                        <a:t>: </a:t>
                      </a:r>
                      <a:r>
                        <a:rPr lang="en-US" sz="1000" u="none" dirty="0" err="1"/>
                        <a:t>Outeirinho</a:t>
                      </a:r>
                      <a:r>
                        <a:rPr lang="en-US" sz="1000" u="none" dirty="0"/>
                        <a:t> </a:t>
                      </a:r>
                      <a:r>
                        <a:rPr lang="en-US" sz="1000" u="none" dirty="0" err="1"/>
                        <a:t>lấy</a:t>
                      </a:r>
                      <a:r>
                        <a:rPr lang="en-US" sz="1000" u="none" dirty="0"/>
                        <a:t> </a:t>
                      </a:r>
                      <a:r>
                        <a:rPr lang="en-US" sz="1000" u="none" dirty="0" err="1"/>
                        <a:t>hàng</a:t>
                      </a:r>
                      <a:r>
                        <a:rPr lang="en-US" sz="1000" u="none" dirty="0"/>
                        <a:t> </a:t>
                      </a:r>
                      <a:r>
                        <a:rPr lang="en-US" sz="1000" u="none" dirty="0" err="1"/>
                        <a:t>lại</a:t>
                      </a:r>
                      <a:r>
                        <a:rPr lang="en-US" sz="1000" u="none" dirty="0"/>
                        <a:t> (</a:t>
                      </a:r>
                      <a:r>
                        <a:rPr lang="en-US" sz="1000" u="none" dirty="0" err="1"/>
                        <a:t>đạt</a:t>
                      </a:r>
                      <a:r>
                        <a:rPr lang="en-US" sz="1000" u="none" dirty="0"/>
                        <a:t> 990/330 </a:t>
                      </a:r>
                      <a:r>
                        <a:rPr lang="en-US" sz="1000" u="none" dirty="0" err="1"/>
                        <a:t>tấn</a:t>
                      </a:r>
                      <a:r>
                        <a:rPr lang="en-US" sz="1000" u="none" dirty="0"/>
                        <a:t> iSS01G); Premium Water (</a:t>
                      </a:r>
                      <a:r>
                        <a:rPr lang="en-US" sz="1000" u="none" dirty="0" err="1"/>
                        <a:t>đạt</a:t>
                      </a:r>
                      <a:r>
                        <a:rPr lang="en-US" sz="1000" u="none" dirty="0"/>
                        <a:t> 220/- </a:t>
                      </a:r>
                      <a:r>
                        <a:rPr lang="en-US" sz="1000" u="none" dirty="0" err="1"/>
                        <a:t>tấn</a:t>
                      </a:r>
                      <a:r>
                        <a:rPr lang="en-US" sz="1000" u="none" dirty="0"/>
                        <a:t> WSS03G). </a:t>
                      </a:r>
                    </a:p>
                    <a:p>
                      <a:pPr marL="0" indent="0" algn="l">
                        <a:buFontTx/>
                        <a:buNone/>
                      </a:pPr>
                      <a:endParaRPr lang="en-US" sz="1000" u="none" dirty="0"/>
                    </a:p>
                    <a:p>
                      <a:pPr marL="0" indent="0" algn="l">
                        <a:buFontTx/>
                        <a:buNone/>
                      </a:pPr>
                      <a:r>
                        <a:rPr lang="en-US" sz="1000" u="none" dirty="0"/>
                        <a:t>+ </a:t>
                      </a:r>
                      <a:r>
                        <a:rPr lang="en-US" sz="1000" b="1" u="none" dirty="0" err="1"/>
                        <a:t>Kênh</a:t>
                      </a:r>
                      <a:r>
                        <a:rPr lang="en-US" sz="1000" b="1" u="none" dirty="0"/>
                        <a:t> </a:t>
                      </a:r>
                      <a:r>
                        <a:rPr lang="en-US" sz="1000" b="1" u="none" dirty="0" err="1"/>
                        <a:t>nội</a:t>
                      </a:r>
                      <a:r>
                        <a:rPr lang="en-US" sz="1000" b="1" u="none" dirty="0"/>
                        <a:t> </a:t>
                      </a:r>
                      <a:r>
                        <a:rPr lang="en-US" sz="1000" b="1" u="none" dirty="0" err="1"/>
                        <a:t>địa</a:t>
                      </a:r>
                      <a:r>
                        <a:rPr lang="en-US" sz="1000" u="none" dirty="0"/>
                        <a:t>: Suntory </a:t>
                      </a:r>
                      <a:r>
                        <a:rPr lang="en-US" sz="1000" u="none" dirty="0" err="1"/>
                        <a:t>đạt</a:t>
                      </a:r>
                      <a:r>
                        <a:rPr lang="en-US" sz="1000" u="none" dirty="0"/>
                        <a:t> 594/330 </a:t>
                      </a:r>
                      <a:r>
                        <a:rPr lang="en-US" sz="1000" u="none" dirty="0" err="1"/>
                        <a:t>tấn</a:t>
                      </a:r>
                      <a:r>
                        <a:rPr lang="en-US" sz="1000" u="none" dirty="0"/>
                        <a:t> (iSS1084G); Uy Kiệt 440/- </a:t>
                      </a:r>
                      <a:r>
                        <a:rPr lang="en-US" sz="1000" u="none" dirty="0" err="1"/>
                        <a:t>tấn</a:t>
                      </a:r>
                      <a:r>
                        <a:rPr lang="en-US" sz="1000" u="none" dirty="0"/>
                        <a:t> (WSS03G); Unilever 330/275 </a:t>
                      </a:r>
                      <a:r>
                        <a:rPr lang="en-US" sz="1000" u="none" dirty="0" err="1"/>
                        <a:t>tấn</a:t>
                      </a:r>
                      <a:r>
                        <a:rPr lang="en-US" sz="1000" u="none" dirty="0"/>
                        <a:t> (WSS01G)</a:t>
                      </a:r>
                      <a:endParaRPr lang="en-US" sz="1000" b="1" i="1" u="non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659027"/>
                  </a:ext>
                </a:extLst>
              </a:tr>
              <a:tr h="230548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979701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AAF8F9C-CBA6-AB57-2658-B84247417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5534"/>
            <a:ext cx="9085805" cy="572700"/>
          </a:xfrm>
        </p:spPr>
        <p:txBody>
          <a:bodyPr/>
          <a:lstStyle/>
          <a:p>
            <a:pPr algn="ctr"/>
            <a:r>
              <a:rPr lang="en-US" sz="2000" b="1">
                <a:solidFill>
                  <a:srgbClr val="119303"/>
                </a:solidFill>
              </a:rPr>
              <a:t>3.1</a:t>
            </a:r>
            <a:r>
              <a:rPr lang="en-US" sz="2300" b="1">
                <a:solidFill>
                  <a:srgbClr val="119303"/>
                </a:solidFill>
              </a:rPr>
              <a:t>. KẾT QUẢ HOẠT ĐỘNG KINH DOANH – </a:t>
            </a:r>
            <a:r>
              <a:rPr lang="en-US" sz="2300" b="1">
                <a:solidFill>
                  <a:schemeClr val="accent2">
                    <a:lumMod val="75000"/>
                  </a:schemeClr>
                </a:solidFill>
              </a:rPr>
              <a:t>GIẢI TRÌNH DOANH THU</a:t>
            </a:r>
            <a:endParaRPr lang="en-US" sz="2300" b="1">
              <a:solidFill>
                <a:schemeClr val="tx1">
                  <a:lumMod val="65000"/>
                  <a:lumOff val="35000"/>
                </a:schemeClr>
              </a:solidFill>
              <a:latin typeface="+mn-lt"/>
            </a:endParaRP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C6BBCF59-7CD8-EB3F-0981-6D6BDF8457E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16950504"/>
              </p:ext>
            </p:extLst>
          </p:nvPr>
        </p:nvGraphicFramePr>
        <p:xfrm>
          <a:off x="58195" y="806598"/>
          <a:ext cx="6608736" cy="19093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739FC926-4BBC-89BC-A892-CC18FC6A8C29}"/>
              </a:ext>
            </a:extLst>
          </p:cNvPr>
          <p:cNvSpPr/>
          <p:nvPr/>
        </p:nvSpPr>
        <p:spPr>
          <a:xfrm>
            <a:off x="58195" y="588234"/>
            <a:ext cx="6608736" cy="21836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b="1">
                <a:solidFill>
                  <a:schemeClr val="tx1"/>
                </a:solidFill>
              </a:rPr>
              <a:t>DOANH THU THUẦN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DBEAF3-9514-1167-CFFA-4EDE2212564C}"/>
              </a:ext>
            </a:extLst>
          </p:cNvPr>
          <p:cNvSpPr/>
          <p:nvPr/>
        </p:nvSpPr>
        <p:spPr>
          <a:xfrm>
            <a:off x="65009" y="2695075"/>
            <a:ext cx="6608736" cy="21836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b="1">
                <a:solidFill>
                  <a:schemeClr val="tx1"/>
                </a:solidFill>
              </a:rPr>
              <a:t>LŨY KẾ DOANH THU THUẦN</a:t>
            </a:r>
          </a:p>
        </p:txBody>
      </p:sp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B2C2BAF4-634F-CBF7-CD79-5480446A1DD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48506191"/>
              </p:ext>
            </p:extLst>
          </p:nvPr>
        </p:nvGraphicFramePr>
        <p:xfrm>
          <a:off x="58195" y="2913373"/>
          <a:ext cx="6608736" cy="19093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3ACB340B-9F3E-EC8F-B1F2-367F86F2B20C}"/>
              </a:ext>
            </a:extLst>
          </p:cNvPr>
          <p:cNvSpPr txBox="1"/>
          <p:nvPr/>
        </p:nvSpPr>
        <p:spPr>
          <a:xfrm>
            <a:off x="5896612" y="586941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i="1" err="1"/>
              <a:t>Đvt</a:t>
            </a:r>
            <a:r>
              <a:rPr lang="en-US" sz="700" i="1"/>
              <a:t>: </a:t>
            </a:r>
            <a:r>
              <a:rPr lang="en-US" sz="700" i="1" err="1"/>
              <a:t>tỷ</a:t>
            </a:r>
            <a:r>
              <a:rPr lang="en-US" sz="700" i="1"/>
              <a:t> </a:t>
            </a:r>
            <a:r>
              <a:rPr lang="en-US" sz="700" i="1" err="1"/>
              <a:t>đồng</a:t>
            </a:r>
            <a:endParaRPr lang="en-US" sz="700" i="1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005907-3090-150E-F683-4745A6D4F40B}"/>
              </a:ext>
            </a:extLst>
          </p:cNvPr>
          <p:cNvSpPr txBox="1"/>
          <p:nvPr/>
        </p:nvSpPr>
        <p:spPr>
          <a:xfrm>
            <a:off x="5896613" y="2704445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i="1" err="1"/>
              <a:t>Đvt</a:t>
            </a:r>
            <a:r>
              <a:rPr lang="en-US" sz="700" i="1"/>
              <a:t>: </a:t>
            </a:r>
            <a:r>
              <a:rPr lang="en-US" sz="700" i="1" err="1"/>
              <a:t>tỷ</a:t>
            </a:r>
            <a:r>
              <a:rPr lang="en-US" sz="700" i="1"/>
              <a:t> </a:t>
            </a:r>
            <a:r>
              <a:rPr lang="en-US" sz="700" i="1" err="1"/>
              <a:t>đồng</a:t>
            </a:r>
            <a:endParaRPr lang="en-US" sz="700" i="1"/>
          </a:p>
        </p:txBody>
      </p:sp>
      <p:sp>
        <p:nvSpPr>
          <p:cNvPr id="3" name="Arrow: Left 2">
            <a:hlinkClick r:id="rId5" action="ppaction://hlinksldjump"/>
            <a:extLst>
              <a:ext uri="{FF2B5EF4-FFF2-40B4-BE49-F238E27FC236}">
                <a16:creationId xmlns:a16="http://schemas.microsoft.com/office/drawing/2014/main" id="{ACF3CCC2-7588-42D7-13EB-8A4FAFAB76B9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16484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D2466-0F30-AC4A-4AA3-981957944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394CFCC-0D98-9796-6CA7-F106BF69A8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1603783"/>
              </p:ext>
            </p:extLst>
          </p:nvPr>
        </p:nvGraphicFramePr>
        <p:xfrm>
          <a:off x="58194" y="588234"/>
          <a:ext cx="9085805" cy="4313478"/>
        </p:xfrm>
        <a:graphic>
          <a:graphicData uri="http://schemas.openxmlformats.org/drawingml/2006/table">
            <a:tbl>
              <a:tblPr firstRow="1" bandRow="1">
                <a:tableStyleId>{6A077030-E235-474E-B3E8-3EB61F41259E}</a:tableStyleId>
              </a:tblPr>
              <a:tblGrid>
                <a:gridCol w="6640454">
                  <a:extLst>
                    <a:ext uri="{9D8B030D-6E8A-4147-A177-3AD203B41FA5}">
                      <a16:colId xmlns:a16="http://schemas.microsoft.com/office/drawing/2014/main" val="569245144"/>
                    </a:ext>
                  </a:extLst>
                </a:gridCol>
                <a:gridCol w="2445351">
                  <a:extLst>
                    <a:ext uri="{9D8B030D-6E8A-4147-A177-3AD203B41FA5}">
                      <a16:colId xmlns:a16="http://schemas.microsoft.com/office/drawing/2014/main" val="653644736"/>
                    </a:ext>
                  </a:extLst>
                </a:gridCol>
              </a:tblGrid>
              <a:tr h="2007994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u="sng" dirty="0"/>
                        <a:t>NGUYÊN NHÂN GỐC RỄ</a:t>
                      </a:r>
                    </a:p>
                    <a:p>
                      <a:pPr algn="ctr"/>
                      <a:endParaRPr lang="en-US" sz="1200" u="sng" dirty="0"/>
                    </a:p>
                    <a:p>
                      <a:pPr marL="0" indent="0" algn="l">
                        <a:buFontTx/>
                        <a:buNone/>
                      </a:pPr>
                      <a:r>
                        <a:rPr lang="en-US" sz="1000" u="none" dirty="0"/>
                        <a:t>Lợi </a:t>
                      </a:r>
                      <a:r>
                        <a:rPr lang="en-US" sz="1000" u="none" dirty="0" err="1"/>
                        <a:t>nhuận</a:t>
                      </a:r>
                      <a:r>
                        <a:rPr lang="en-US" sz="1000" u="none" dirty="0"/>
                        <a:t> </a:t>
                      </a:r>
                      <a:r>
                        <a:rPr lang="en-US" sz="1000" u="none" dirty="0" err="1"/>
                        <a:t>sau</a:t>
                      </a:r>
                      <a:r>
                        <a:rPr lang="en-US" sz="1000" u="none" dirty="0"/>
                        <a:t> </a:t>
                      </a:r>
                      <a:r>
                        <a:rPr lang="en-US" sz="1000" u="none" dirty="0" err="1"/>
                        <a:t>thuế</a:t>
                      </a:r>
                      <a:r>
                        <a:rPr lang="en-US" sz="1000" u="none" dirty="0"/>
                        <a:t> T03 </a:t>
                      </a:r>
                      <a:r>
                        <a:rPr lang="en-US" sz="1000" u="none" dirty="0" err="1"/>
                        <a:t>đạt</a:t>
                      </a:r>
                      <a:r>
                        <a:rPr lang="en-US" sz="1000" u="none" dirty="0"/>
                        <a:t> </a:t>
                      </a:r>
                      <a:r>
                        <a:rPr lang="en-US" sz="1200" b="1" u="none" dirty="0"/>
                        <a:t>-6.7</a:t>
                      </a:r>
                      <a:r>
                        <a:rPr lang="en-US" sz="1000" u="none" dirty="0"/>
                        <a:t>/128 </a:t>
                      </a:r>
                      <a:r>
                        <a:rPr lang="en-US" sz="1000" u="none" dirty="0" err="1"/>
                        <a:t>tỷ</a:t>
                      </a:r>
                      <a:r>
                        <a:rPr lang="en-US" sz="1000" u="none" dirty="0"/>
                        <a:t> Nguyên </a:t>
                      </a:r>
                      <a:r>
                        <a:rPr lang="en-US" sz="1000" u="none" dirty="0" err="1"/>
                        <a:t>nhân</a:t>
                      </a:r>
                      <a:r>
                        <a:rPr lang="en-US" sz="1000" u="none" dirty="0"/>
                        <a:t> </a:t>
                      </a:r>
                      <a:r>
                        <a:rPr lang="en-US" sz="1000" u="none" dirty="0" err="1"/>
                        <a:t>không</a:t>
                      </a:r>
                      <a:r>
                        <a:rPr lang="en-US" sz="1000" u="none" dirty="0"/>
                        <a:t> </a:t>
                      </a:r>
                      <a:r>
                        <a:rPr lang="en-US" sz="1000" u="none" dirty="0" err="1"/>
                        <a:t>đạt</a:t>
                      </a:r>
                      <a:r>
                        <a:rPr lang="en-US" sz="1000" u="none" dirty="0"/>
                        <a:t> </a:t>
                      </a:r>
                      <a:r>
                        <a:rPr lang="en-US" sz="1000" u="none" dirty="0" err="1"/>
                        <a:t>là</a:t>
                      </a:r>
                      <a:r>
                        <a:rPr lang="en-US" sz="1000" u="none" dirty="0"/>
                        <a:t> do:</a:t>
                      </a:r>
                    </a:p>
                    <a:p>
                      <a:pPr marL="0" indent="0" algn="l">
                        <a:buFontTx/>
                        <a:buNone/>
                      </a:pPr>
                      <a:endParaRPr lang="en-US" sz="1000" u="none" dirty="0"/>
                    </a:p>
                    <a:p>
                      <a:pPr marL="0" indent="0" algn="l">
                        <a:buFontTx/>
                        <a:buNone/>
                      </a:pPr>
                      <a:r>
                        <a:rPr lang="en-US" sz="1000" u="none" dirty="0"/>
                        <a:t>+ </a:t>
                      </a:r>
                      <a:r>
                        <a:rPr lang="en-US" sz="1000" u="none" dirty="0" err="1"/>
                        <a:t>Nhóm</a:t>
                      </a:r>
                      <a:r>
                        <a:rPr lang="en-US" sz="1000" u="none" dirty="0"/>
                        <a:t> </a:t>
                      </a:r>
                      <a:r>
                        <a:rPr lang="en-US" sz="1000" u="none" dirty="0" err="1"/>
                        <a:t>ngành</a:t>
                      </a:r>
                      <a:r>
                        <a:rPr lang="en-US" sz="1000" u="none" dirty="0"/>
                        <a:t> </a:t>
                      </a:r>
                      <a:r>
                        <a:rPr lang="en-US" sz="1000" u="none" dirty="0" err="1"/>
                        <a:t>hàng</a:t>
                      </a:r>
                      <a:r>
                        <a:rPr lang="en-US" sz="1000" u="none" dirty="0"/>
                        <a:t> </a:t>
                      </a:r>
                      <a:r>
                        <a:rPr lang="en-US" sz="1000" b="1" u="none" dirty="0" err="1"/>
                        <a:t>rHD</a:t>
                      </a:r>
                      <a:r>
                        <a:rPr lang="en-US" sz="1000" b="1" u="none" dirty="0"/>
                        <a:t> </a:t>
                      </a:r>
                      <a:r>
                        <a:rPr lang="en-US" sz="1000" b="1" u="none" dirty="0" err="1"/>
                        <a:t>ép</a:t>
                      </a:r>
                      <a:r>
                        <a:rPr lang="en-US" sz="1000" b="1" u="none" dirty="0"/>
                        <a:t> </a:t>
                      </a:r>
                      <a:r>
                        <a:rPr lang="en-US" sz="1000" b="1" u="none" dirty="0" err="1"/>
                        <a:t>lỗ</a:t>
                      </a:r>
                      <a:r>
                        <a:rPr lang="en-US" sz="1000" u="none" dirty="0"/>
                        <a:t>: </a:t>
                      </a:r>
                      <a:r>
                        <a:rPr lang="en-US" sz="1000" u="none" dirty="0" err="1"/>
                        <a:t>tác</a:t>
                      </a:r>
                      <a:r>
                        <a:rPr lang="en-US" sz="1000" u="none" dirty="0"/>
                        <a:t> </a:t>
                      </a:r>
                      <a:r>
                        <a:rPr lang="en-US" sz="1000" u="none" dirty="0" err="1"/>
                        <a:t>động</a:t>
                      </a:r>
                      <a:r>
                        <a:rPr lang="en-US" sz="1000" u="none" dirty="0"/>
                        <a:t> </a:t>
                      </a:r>
                      <a:r>
                        <a:rPr lang="en-US" sz="1000" b="1" u="none" dirty="0" err="1"/>
                        <a:t>giảm</a:t>
                      </a:r>
                      <a:r>
                        <a:rPr lang="en-US" sz="1000" b="1" u="none" dirty="0"/>
                        <a:t> 3.3 </a:t>
                      </a:r>
                      <a:r>
                        <a:rPr lang="en-US" sz="1000" b="1" u="none" dirty="0" err="1"/>
                        <a:t>tỷ</a:t>
                      </a:r>
                      <a:r>
                        <a:rPr lang="en-US" sz="1000" b="1" i="1" u="none" dirty="0"/>
                        <a:t> </a:t>
                      </a:r>
                      <a:r>
                        <a:rPr lang="en-US" sz="1000" b="0" i="1" u="none" dirty="0"/>
                        <a:t>(Ngân </a:t>
                      </a:r>
                      <a:r>
                        <a:rPr lang="en-US" sz="1000" b="0" i="1" u="none" dirty="0" err="1"/>
                        <a:t>sách</a:t>
                      </a:r>
                      <a:r>
                        <a:rPr lang="en-US" sz="1000" b="0" i="1" u="none" dirty="0"/>
                        <a:t> </a:t>
                      </a:r>
                      <a:r>
                        <a:rPr lang="en-US" sz="1000" b="0" i="1" u="none" dirty="0" err="1"/>
                        <a:t>không</a:t>
                      </a:r>
                      <a:r>
                        <a:rPr lang="en-US" sz="1000" b="0" i="1" u="none" dirty="0"/>
                        <a:t> </a:t>
                      </a:r>
                      <a:r>
                        <a:rPr lang="en-US" sz="1000" b="0" i="1" u="none" dirty="0" err="1"/>
                        <a:t>lập</a:t>
                      </a:r>
                      <a:r>
                        <a:rPr lang="en-US" sz="1000" b="0" i="1" u="none" dirty="0"/>
                        <a:t> </a:t>
                      </a:r>
                      <a:r>
                        <a:rPr lang="en-US" sz="1000" b="0" i="1" u="none" dirty="0" err="1"/>
                        <a:t>bán</a:t>
                      </a:r>
                      <a:r>
                        <a:rPr lang="en-US" sz="1000" b="0" i="1" u="none" dirty="0"/>
                        <a:t> </a:t>
                      </a:r>
                      <a:r>
                        <a:rPr lang="en-US" sz="1000" b="0" i="1" u="none" dirty="0" err="1"/>
                        <a:t>nhóm</a:t>
                      </a:r>
                      <a:r>
                        <a:rPr lang="en-US" sz="1000" b="0" i="1" u="none" dirty="0"/>
                        <a:t> </a:t>
                      </a:r>
                      <a:r>
                        <a:rPr lang="en-US" sz="1000" b="0" i="1" u="none" dirty="0" err="1"/>
                        <a:t>hàng</a:t>
                      </a:r>
                      <a:r>
                        <a:rPr lang="en-US" sz="1000" b="0" i="1" u="none" dirty="0"/>
                        <a:t> </a:t>
                      </a:r>
                      <a:r>
                        <a:rPr lang="en-US" sz="1000" b="0" i="1" u="none" dirty="0" err="1"/>
                        <a:t>này</a:t>
                      </a:r>
                      <a:r>
                        <a:rPr lang="en-US" sz="1000" b="0" i="1" u="none" dirty="0"/>
                        <a:t>);</a:t>
                      </a:r>
                      <a:endParaRPr lang="en-US" sz="1000" i="1" u="none" dirty="0"/>
                    </a:p>
                    <a:p>
                      <a:pPr marL="0" indent="0" algn="l">
                        <a:buFontTx/>
                        <a:buNone/>
                      </a:pPr>
                      <a:endParaRPr lang="en-US" sz="1000" b="1" i="0" u="none" dirty="0"/>
                    </a:p>
                    <a:p>
                      <a:pPr marL="0" indent="0" algn="l">
                        <a:buFontTx/>
                        <a:buNone/>
                      </a:pPr>
                      <a:r>
                        <a:rPr lang="en-US" sz="1000" b="0" i="0" u="none" dirty="0"/>
                        <a:t>+</a:t>
                      </a:r>
                      <a:r>
                        <a:rPr lang="en-US" sz="1000" b="1" i="0" u="none" dirty="0"/>
                        <a:t> </a:t>
                      </a:r>
                      <a:r>
                        <a:rPr lang="en-US" sz="1000" b="1" i="0" u="none" dirty="0" err="1"/>
                        <a:t>Đẩy</a:t>
                      </a:r>
                      <a:r>
                        <a:rPr lang="en-US" sz="1000" b="1" i="0" u="none" dirty="0"/>
                        <a:t> </a:t>
                      </a:r>
                      <a:r>
                        <a:rPr lang="en-US" sz="1000" b="1" i="0" u="none" dirty="0" err="1"/>
                        <a:t>mạnh</a:t>
                      </a:r>
                      <a:r>
                        <a:rPr lang="en-US" sz="1000" b="1" i="0" u="none" dirty="0"/>
                        <a:t> </a:t>
                      </a:r>
                      <a:r>
                        <a:rPr lang="en-US" sz="1000" b="0" i="0" u="none" dirty="0" err="1"/>
                        <a:t>bán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0" i="0" u="none" dirty="0" err="1"/>
                        <a:t>nhóm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0" i="0" u="none" dirty="0" err="1"/>
                        <a:t>hàng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1" i="0" u="none" dirty="0" err="1"/>
                        <a:t>xơ</a:t>
                      </a:r>
                      <a:r>
                        <a:rPr lang="en-US" sz="1000" b="1" i="0" u="none" dirty="0"/>
                        <a:t> </a:t>
                      </a:r>
                      <a:r>
                        <a:rPr lang="en-US" sz="1000" b="1" i="0" u="none" dirty="0" err="1"/>
                        <a:t>sợi</a:t>
                      </a:r>
                      <a:r>
                        <a:rPr lang="en-US" sz="1000" b="1" i="0" u="none" dirty="0"/>
                        <a:t> </a:t>
                      </a:r>
                      <a:r>
                        <a:rPr lang="en-US" sz="1000" b="0" i="0" u="none" dirty="0" err="1"/>
                        <a:t>tồn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0" i="0" u="none" dirty="0" err="1"/>
                        <a:t>kho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0" i="0" u="none" dirty="0" err="1"/>
                        <a:t>lâu</a:t>
                      </a:r>
                      <a:r>
                        <a:rPr lang="en-US" sz="1000" b="0" i="0" u="none" dirty="0"/>
                        <a:t>: </a:t>
                      </a:r>
                      <a:r>
                        <a:rPr lang="en-US" sz="1000" b="0" i="0" u="none" dirty="0" err="1"/>
                        <a:t>tác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0" i="0" u="none" dirty="0" err="1"/>
                        <a:t>động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1" i="0" u="none" dirty="0" err="1"/>
                        <a:t>giảm</a:t>
                      </a:r>
                      <a:r>
                        <a:rPr lang="en-US" sz="1000" b="1" i="0" u="none" dirty="0"/>
                        <a:t> 3.4 </a:t>
                      </a:r>
                      <a:r>
                        <a:rPr lang="en-US" sz="1000" b="1" i="0" u="none" dirty="0" err="1"/>
                        <a:t>tỷ</a:t>
                      </a:r>
                      <a:r>
                        <a:rPr lang="en-US" sz="1000" b="1" i="0" u="none" dirty="0"/>
                        <a:t> </a:t>
                      </a:r>
                      <a:r>
                        <a:rPr lang="en-US" sz="1000" b="0" i="0" u="none" dirty="0"/>
                        <a:t>(</a:t>
                      </a:r>
                      <a:r>
                        <a:rPr lang="en-US" sz="1000" b="0" i="1" u="none" dirty="0"/>
                        <a:t>Ngân </a:t>
                      </a:r>
                      <a:r>
                        <a:rPr lang="en-US" sz="1000" b="0" i="1" u="none" dirty="0" err="1"/>
                        <a:t>sách</a:t>
                      </a:r>
                      <a:r>
                        <a:rPr lang="en-US" sz="1000" b="0" i="1" u="none" dirty="0"/>
                        <a:t> </a:t>
                      </a:r>
                      <a:r>
                        <a:rPr lang="en-US" sz="1000" b="0" i="1" u="none" dirty="0" err="1"/>
                        <a:t>lập</a:t>
                      </a:r>
                      <a:r>
                        <a:rPr lang="en-US" sz="1000" b="0" i="1" u="none" dirty="0"/>
                        <a:t> </a:t>
                      </a:r>
                      <a:r>
                        <a:rPr lang="en-US" sz="1000" b="0" i="1" u="none" dirty="0" err="1"/>
                        <a:t>bán</a:t>
                      </a:r>
                      <a:r>
                        <a:rPr lang="en-US" sz="1000" b="0" i="1" u="none" dirty="0"/>
                        <a:t> 86.6 </a:t>
                      </a:r>
                      <a:r>
                        <a:rPr lang="en-US" sz="1000" b="0" i="1" u="none" dirty="0" err="1"/>
                        <a:t>tấn</a:t>
                      </a:r>
                      <a:r>
                        <a:rPr lang="en-US" sz="1000" b="0" i="1" u="none" dirty="0"/>
                        <a:t>; </a:t>
                      </a:r>
                      <a:r>
                        <a:rPr lang="en-US" sz="1000" b="0" i="1" u="none" dirty="0" err="1"/>
                        <a:t>thực</a:t>
                      </a:r>
                      <a:r>
                        <a:rPr lang="en-US" sz="1000" b="0" i="1" u="none" dirty="0"/>
                        <a:t> </a:t>
                      </a:r>
                      <a:r>
                        <a:rPr lang="en-US" sz="1000" b="0" i="1" u="none" dirty="0" err="1"/>
                        <a:t>tế</a:t>
                      </a:r>
                      <a:r>
                        <a:rPr lang="en-US" sz="1000" b="0" i="1" u="none" dirty="0"/>
                        <a:t> </a:t>
                      </a:r>
                      <a:r>
                        <a:rPr lang="en-US" sz="1000" b="0" i="1" u="none" dirty="0" err="1"/>
                        <a:t>bán</a:t>
                      </a:r>
                      <a:r>
                        <a:rPr lang="en-US" sz="1000" b="0" i="1" u="none" dirty="0"/>
                        <a:t> 363.5 </a:t>
                      </a:r>
                      <a:r>
                        <a:rPr lang="en-US" sz="1000" b="0" i="1" u="none" dirty="0" err="1"/>
                        <a:t>tấn</a:t>
                      </a:r>
                      <a:r>
                        <a:rPr lang="en-US" sz="1000" b="0" i="1" u="none" dirty="0"/>
                        <a:t>)</a:t>
                      </a:r>
                      <a:r>
                        <a:rPr lang="en-US" sz="1000" b="0" i="0" u="none" dirty="0"/>
                        <a:t>;</a:t>
                      </a:r>
                    </a:p>
                    <a:p>
                      <a:pPr marL="0" indent="0" algn="l">
                        <a:buFontTx/>
                        <a:buNone/>
                      </a:pPr>
                      <a:endParaRPr lang="en-US" sz="1000" b="0" i="0" u="none" dirty="0"/>
                    </a:p>
                    <a:p>
                      <a:pPr marL="0" indent="0" algn="l">
                        <a:buFontTx/>
                        <a:buNone/>
                      </a:pPr>
                      <a:r>
                        <a:rPr lang="en-US" sz="1000" b="0" i="0" u="none" dirty="0"/>
                        <a:t>+ </a:t>
                      </a:r>
                      <a:r>
                        <a:rPr lang="en-US" sz="1000" b="1" i="0" u="none" dirty="0" err="1"/>
                        <a:t>Dây</a:t>
                      </a:r>
                      <a:r>
                        <a:rPr lang="en-US" sz="1000" b="1" i="0" u="none" dirty="0"/>
                        <a:t> </a:t>
                      </a:r>
                      <a:r>
                        <a:rPr lang="en-US" sz="1000" b="1" i="0" u="none" dirty="0" err="1"/>
                        <a:t>đai</a:t>
                      </a:r>
                      <a:r>
                        <a:rPr lang="en-US" sz="1000" b="1" i="0" u="none" dirty="0"/>
                        <a:t> PET </a:t>
                      </a:r>
                      <a:r>
                        <a:rPr lang="en-US" sz="1000" b="1" i="0" u="none" dirty="0" err="1"/>
                        <a:t>và</a:t>
                      </a:r>
                      <a:r>
                        <a:rPr lang="en-US" sz="1000" b="1" i="0" u="none" dirty="0"/>
                        <a:t> </a:t>
                      </a:r>
                      <a:r>
                        <a:rPr lang="en-US" sz="1000" b="1" i="0" u="none" dirty="0" err="1"/>
                        <a:t>bụi</a:t>
                      </a:r>
                      <a:r>
                        <a:rPr lang="en-US" sz="1000" b="1" i="0" u="none" dirty="0"/>
                        <a:t> tank </a:t>
                      </a:r>
                      <a:r>
                        <a:rPr lang="en-US" sz="1000" b="1" i="0" u="none" dirty="0" err="1"/>
                        <a:t>lỗ</a:t>
                      </a:r>
                      <a:r>
                        <a:rPr lang="en-US" sz="1000" b="0" i="0" u="none" dirty="0"/>
                        <a:t>: </a:t>
                      </a:r>
                      <a:r>
                        <a:rPr lang="en-US" sz="1000" b="0" i="0" u="none" dirty="0" err="1"/>
                        <a:t>tác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0" i="0" u="none" dirty="0" err="1"/>
                        <a:t>động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0" i="0" u="none" dirty="0" err="1"/>
                        <a:t>lần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0" i="0" u="none" dirty="0" err="1"/>
                        <a:t>lượt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1" i="0" u="none" dirty="0" err="1"/>
                        <a:t>giảm</a:t>
                      </a:r>
                      <a:r>
                        <a:rPr lang="en-US" sz="1000" b="1" i="0" u="none" dirty="0"/>
                        <a:t> 0.79 </a:t>
                      </a:r>
                      <a:r>
                        <a:rPr lang="en-US" sz="1000" b="1" i="0" u="none" dirty="0" err="1"/>
                        <a:t>tỷ</a:t>
                      </a:r>
                      <a:r>
                        <a:rPr lang="en-US" sz="1000" b="1" i="0" u="none" dirty="0"/>
                        <a:t> </a:t>
                      </a:r>
                      <a:r>
                        <a:rPr lang="en-US" sz="1000" b="1" i="0" u="none" dirty="0" err="1"/>
                        <a:t>và</a:t>
                      </a:r>
                      <a:r>
                        <a:rPr lang="en-US" sz="1000" b="1" i="0" u="none" dirty="0"/>
                        <a:t> 0.6 </a:t>
                      </a:r>
                      <a:r>
                        <a:rPr lang="en-US" sz="1000" b="1" i="0" u="none" dirty="0" err="1"/>
                        <a:t>tỷ</a:t>
                      </a:r>
                      <a:r>
                        <a:rPr lang="en-US" sz="1000" b="0" i="0" u="none" dirty="0"/>
                        <a:t>;</a:t>
                      </a:r>
                      <a:endParaRPr lang="en-US" sz="1000" b="1" i="0" u="none" dirty="0"/>
                    </a:p>
                    <a:p>
                      <a:pPr marL="0" indent="0" algn="l">
                        <a:buFontTx/>
                        <a:buNone/>
                      </a:pPr>
                      <a:endParaRPr lang="en-US" sz="1000" b="1" i="0" u="none" dirty="0"/>
                    </a:p>
                    <a:p>
                      <a:pPr marL="0" indent="0" algn="l">
                        <a:buFontTx/>
                        <a:buNone/>
                      </a:pPr>
                      <a:r>
                        <a:rPr lang="en-US" sz="1000" b="0" i="0" u="none" dirty="0"/>
                        <a:t>+ </a:t>
                      </a:r>
                      <a:r>
                        <a:rPr lang="en-US" sz="1000" b="1" i="0" u="none" dirty="0"/>
                        <a:t>Tỷ </a:t>
                      </a:r>
                      <a:r>
                        <a:rPr lang="en-US" sz="1000" b="1" i="0" u="none" dirty="0" err="1"/>
                        <a:t>giá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0" i="0" u="none" dirty="0" err="1"/>
                        <a:t>thực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0" i="0" u="none" dirty="0" err="1"/>
                        <a:t>tế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0" i="0" u="none" dirty="0" err="1"/>
                        <a:t>trung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0" i="0" u="none" dirty="0" err="1"/>
                        <a:t>bình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0" i="0" u="none" dirty="0" err="1"/>
                        <a:t>đạt</a:t>
                      </a:r>
                      <a:r>
                        <a:rPr lang="en-US" sz="1000" b="0" i="0" u="none" dirty="0"/>
                        <a:t> 26,209/26,500 Ngân </a:t>
                      </a:r>
                      <a:r>
                        <a:rPr lang="en-US" sz="1000" b="0" i="0" u="none" dirty="0" err="1"/>
                        <a:t>sách</a:t>
                      </a:r>
                      <a:r>
                        <a:rPr lang="en-US" sz="1000" b="0" i="0" u="none" dirty="0"/>
                        <a:t>: </a:t>
                      </a:r>
                      <a:r>
                        <a:rPr lang="en-US" sz="1000" b="0" i="0" u="none" dirty="0" err="1"/>
                        <a:t>tác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0" i="0" u="none" dirty="0" err="1"/>
                        <a:t>động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1" i="0" u="none" dirty="0" err="1"/>
                        <a:t>giảm</a:t>
                      </a:r>
                      <a:r>
                        <a:rPr lang="en-US" sz="1000" b="1" i="0" u="none" dirty="0"/>
                        <a:t> 1.7 </a:t>
                      </a:r>
                      <a:r>
                        <a:rPr lang="en-US" sz="1000" b="1" i="0" u="none" dirty="0" err="1"/>
                        <a:t>tỷ</a:t>
                      </a:r>
                      <a:endParaRPr lang="en-US" sz="1000" b="1" i="0" u="none" dirty="0"/>
                    </a:p>
                    <a:p>
                      <a:pPr marL="0" indent="0" algn="l">
                        <a:buFontTx/>
                        <a:buNone/>
                      </a:pPr>
                      <a:endParaRPr lang="en-US" sz="1000" b="1" i="0" u="none" dirty="0"/>
                    </a:p>
                    <a:p>
                      <a:pPr marL="0" indent="0" algn="l">
                        <a:buFontTx/>
                        <a:buNone/>
                      </a:pPr>
                      <a:r>
                        <a:rPr lang="en-US" sz="1000" b="0" i="0" u="none" dirty="0"/>
                        <a:t>+</a:t>
                      </a:r>
                      <a:r>
                        <a:rPr lang="en-US" sz="1000" b="1" i="0" u="none" dirty="0"/>
                        <a:t> </a:t>
                      </a:r>
                      <a:r>
                        <a:rPr lang="en-US" sz="1000" b="0" i="0" u="none" dirty="0" err="1"/>
                        <a:t>Điều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0" i="0" u="none" dirty="0" err="1"/>
                        <a:t>chỉnh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0" i="0" u="none" dirty="0" err="1"/>
                        <a:t>thuê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0" i="0" u="none" dirty="0" err="1"/>
                        <a:t>xưởng-thuê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0" i="0" u="none" dirty="0" err="1"/>
                        <a:t>máy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0" i="0" u="none" dirty="0" err="1"/>
                        <a:t>theo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0" i="0" u="none" dirty="0" err="1"/>
                        <a:t>yêu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0" i="0" u="none" dirty="0" err="1"/>
                        <a:t>cầu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0" i="0" u="none" dirty="0" err="1"/>
                        <a:t>kiểm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0" i="0" u="none" dirty="0" err="1"/>
                        <a:t>toán</a:t>
                      </a:r>
                      <a:r>
                        <a:rPr lang="en-US" sz="1000" b="0" i="0" u="none" dirty="0"/>
                        <a:t>: </a:t>
                      </a:r>
                      <a:r>
                        <a:rPr lang="en-US" sz="1000" b="0" i="0" u="none" dirty="0" err="1"/>
                        <a:t>tác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0" i="0" u="none" dirty="0" err="1"/>
                        <a:t>động</a:t>
                      </a:r>
                      <a:r>
                        <a:rPr lang="en-US" sz="1000" b="0" i="0" u="none" dirty="0"/>
                        <a:t> </a:t>
                      </a:r>
                      <a:r>
                        <a:rPr lang="en-US" sz="1000" b="1" i="0" u="none" dirty="0" err="1"/>
                        <a:t>giảm</a:t>
                      </a:r>
                      <a:r>
                        <a:rPr lang="en-US" sz="1000" b="1" i="0" u="none" dirty="0"/>
                        <a:t> 1.1 </a:t>
                      </a:r>
                      <a:r>
                        <a:rPr lang="en-US" sz="1000" b="1" i="0" u="none" dirty="0" err="1"/>
                        <a:t>tỷ</a:t>
                      </a:r>
                      <a:endParaRPr lang="en-US" sz="1000" b="1" i="0" u="none" dirty="0"/>
                    </a:p>
                    <a:p>
                      <a:pPr marL="0" indent="0" algn="l">
                        <a:buFontTx/>
                        <a:buNone/>
                      </a:pPr>
                      <a:endParaRPr lang="en-US" sz="1000" b="1" i="0" u="none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Tx/>
                        <a:buNone/>
                        <a:tabLst/>
                        <a:defRPr/>
                      </a:pPr>
                      <a:endParaRPr lang="en-US" sz="1000" b="1" i="1" u="non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659027"/>
                  </a:ext>
                </a:extLst>
              </a:tr>
              <a:tr h="230548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979701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94D2EDB-BF71-635F-F121-3104BBC0E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5534"/>
            <a:ext cx="9085805" cy="572700"/>
          </a:xfrm>
        </p:spPr>
        <p:txBody>
          <a:bodyPr/>
          <a:lstStyle/>
          <a:p>
            <a:pPr algn="ctr"/>
            <a:r>
              <a:rPr lang="en-US" sz="2000" b="1">
                <a:solidFill>
                  <a:srgbClr val="119303"/>
                </a:solidFill>
              </a:rPr>
              <a:t>3.1</a:t>
            </a:r>
            <a:r>
              <a:rPr lang="en-US" sz="2300" b="1">
                <a:solidFill>
                  <a:srgbClr val="119303"/>
                </a:solidFill>
              </a:rPr>
              <a:t>. </a:t>
            </a:r>
            <a:r>
              <a:rPr lang="en-US" sz="2200" b="1">
                <a:solidFill>
                  <a:srgbClr val="119303"/>
                </a:solidFill>
              </a:rPr>
              <a:t>KẾT QUẢ HOẠT ĐỘNG KINH DOANH – </a:t>
            </a:r>
            <a:r>
              <a:rPr lang="en-US" sz="2200" b="1">
                <a:solidFill>
                  <a:schemeClr val="accent2">
                    <a:lumMod val="75000"/>
                  </a:schemeClr>
                </a:solidFill>
              </a:rPr>
              <a:t>GIẢI TRÌNH LỢI NHUẬN SAU THUẾ</a:t>
            </a:r>
            <a:endParaRPr lang="en-US" sz="2200" b="1">
              <a:solidFill>
                <a:schemeClr val="tx1">
                  <a:lumMod val="65000"/>
                  <a:lumOff val="35000"/>
                </a:schemeClr>
              </a:solidFill>
              <a:latin typeface="+mn-lt"/>
            </a:endParaRP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5034F646-0751-C362-0EB5-377BE789C16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7731310"/>
              </p:ext>
            </p:extLst>
          </p:nvPr>
        </p:nvGraphicFramePr>
        <p:xfrm>
          <a:off x="58195" y="806598"/>
          <a:ext cx="6608736" cy="19093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1587ADB6-B556-5AC5-8965-A929F7A96685}"/>
              </a:ext>
            </a:extLst>
          </p:cNvPr>
          <p:cNvSpPr/>
          <p:nvPr/>
        </p:nvSpPr>
        <p:spPr>
          <a:xfrm>
            <a:off x="58195" y="588234"/>
            <a:ext cx="6608736" cy="21836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b="1">
                <a:solidFill>
                  <a:schemeClr val="tx1"/>
                </a:solidFill>
              </a:rPr>
              <a:t>LỢI NHUẬN SAU THUẾ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0CC3A14-B905-9351-4EBB-DF99F8285A72}"/>
              </a:ext>
            </a:extLst>
          </p:cNvPr>
          <p:cNvSpPr/>
          <p:nvPr/>
        </p:nvSpPr>
        <p:spPr>
          <a:xfrm>
            <a:off x="71195" y="2699995"/>
            <a:ext cx="6608736" cy="21836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b="1">
                <a:solidFill>
                  <a:schemeClr val="tx1"/>
                </a:solidFill>
              </a:rPr>
              <a:t>LŨY KẾ LỢI NHUẬN SAU THUẾ</a:t>
            </a:r>
          </a:p>
        </p:txBody>
      </p:sp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4B7F97D6-450E-EC28-4EC2-25A0B041529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58977701"/>
              </p:ext>
            </p:extLst>
          </p:nvPr>
        </p:nvGraphicFramePr>
        <p:xfrm>
          <a:off x="58195" y="2913373"/>
          <a:ext cx="6608736" cy="19093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1AB8F40B-79A6-4C21-40EA-61D223B034BF}"/>
              </a:ext>
            </a:extLst>
          </p:cNvPr>
          <p:cNvSpPr txBox="1"/>
          <p:nvPr/>
        </p:nvSpPr>
        <p:spPr>
          <a:xfrm>
            <a:off x="5896612" y="586941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i="1" err="1"/>
              <a:t>Đvt</a:t>
            </a:r>
            <a:r>
              <a:rPr lang="en-US" sz="700" i="1"/>
              <a:t>: </a:t>
            </a:r>
            <a:r>
              <a:rPr lang="en-US" sz="700" i="1" err="1"/>
              <a:t>tỷ</a:t>
            </a:r>
            <a:r>
              <a:rPr lang="en-US" sz="700" i="1"/>
              <a:t> </a:t>
            </a:r>
            <a:r>
              <a:rPr lang="en-US" sz="700" i="1" err="1"/>
              <a:t>đồng</a:t>
            </a:r>
            <a:endParaRPr lang="en-US" sz="700" i="1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2FDE072-4F26-4749-5502-0D34F2CD001C}"/>
              </a:ext>
            </a:extLst>
          </p:cNvPr>
          <p:cNvSpPr txBox="1"/>
          <p:nvPr/>
        </p:nvSpPr>
        <p:spPr>
          <a:xfrm>
            <a:off x="5896613" y="2704445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i="1" err="1"/>
              <a:t>Đvt</a:t>
            </a:r>
            <a:r>
              <a:rPr lang="en-US" sz="700" i="1"/>
              <a:t>: </a:t>
            </a:r>
            <a:r>
              <a:rPr lang="en-US" sz="700" i="1" err="1"/>
              <a:t>tỷ</a:t>
            </a:r>
            <a:r>
              <a:rPr lang="en-US" sz="700" i="1"/>
              <a:t> </a:t>
            </a:r>
            <a:r>
              <a:rPr lang="en-US" sz="700" i="1" err="1"/>
              <a:t>đồng</a:t>
            </a:r>
            <a:endParaRPr lang="en-US" sz="700" i="1"/>
          </a:p>
        </p:txBody>
      </p:sp>
      <p:sp>
        <p:nvSpPr>
          <p:cNvPr id="3" name="Arrow: Left 2">
            <a:hlinkClick r:id="rId5" action="ppaction://hlinksldjump"/>
            <a:extLst>
              <a:ext uri="{FF2B5EF4-FFF2-40B4-BE49-F238E27FC236}">
                <a16:creationId xmlns:a16="http://schemas.microsoft.com/office/drawing/2014/main" id="{4DB943A0-2668-E1F1-650C-F87C77E4E698}"/>
              </a:ext>
            </a:extLst>
          </p:cNvPr>
          <p:cNvSpPr/>
          <p:nvPr/>
        </p:nvSpPr>
        <p:spPr>
          <a:xfrm>
            <a:off x="7865165" y="495304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7755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25AFA-0123-ECEA-E516-AEA03DD6E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A1A1E-9A96-CA68-465A-AF94E8FF4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6767"/>
            <a:ext cx="9144000" cy="33344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119303"/>
                </a:solidFill>
              </a:rPr>
              <a:t>3.1</a:t>
            </a:r>
            <a:r>
              <a:rPr lang="en-US" sz="2200" b="1">
                <a:solidFill>
                  <a:srgbClr val="119303"/>
                </a:solidFill>
              </a:rPr>
              <a:t>. KẾT QUẢ HOẠT ĐỘNG KINH DOANH – </a:t>
            </a:r>
            <a:r>
              <a:rPr lang="en-US" sz="2200" b="1">
                <a:solidFill>
                  <a:schemeClr val="accent2">
                    <a:lumMod val="75000"/>
                  </a:schemeClr>
                </a:solidFill>
              </a:rPr>
              <a:t>GIÁ BÁN EXW HẠT rPET</a:t>
            </a:r>
            <a:endParaRPr lang="en-US" sz="2200" b="1">
              <a:solidFill>
                <a:schemeClr val="tx1">
                  <a:lumMod val="65000"/>
                  <a:lumOff val="35000"/>
                </a:schemeClr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A7A1A0-CD5D-E697-3BC8-79BE6007AF63}"/>
              </a:ext>
            </a:extLst>
          </p:cNvPr>
          <p:cNvSpPr txBox="1"/>
          <p:nvPr/>
        </p:nvSpPr>
        <p:spPr>
          <a:xfrm>
            <a:off x="0" y="4701859"/>
            <a:ext cx="116570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u="sng" err="1">
                <a:solidFill>
                  <a:schemeClr val="bg1">
                    <a:lumMod val="75000"/>
                  </a:schemeClr>
                </a:solidFill>
              </a:rPr>
              <a:t>Ghi</a:t>
            </a:r>
            <a:r>
              <a:rPr lang="en-US" sz="800" i="1" u="sng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sz="800" i="1" u="sng" err="1">
                <a:solidFill>
                  <a:schemeClr val="bg1">
                    <a:lumMod val="75000"/>
                  </a:schemeClr>
                </a:solidFill>
              </a:rPr>
              <a:t>chú</a:t>
            </a:r>
            <a:r>
              <a:rPr lang="en-US" sz="800" i="1">
                <a:solidFill>
                  <a:schemeClr val="bg1">
                    <a:lumMod val="75000"/>
                  </a:schemeClr>
                </a:solidFill>
              </a:rPr>
              <a:t>: </a:t>
            </a:r>
            <a:r>
              <a:rPr lang="en-US" sz="800" i="1" err="1">
                <a:solidFill>
                  <a:schemeClr val="bg1">
                    <a:lumMod val="75000"/>
                  </a:schemeClr>
                </a:solidFill>
              </a:rPr>
              <a:t>lấy</a:t>
            </a:r>
            <a:r>
              <a:rPr lang="en-US" sz="800" i="1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sz="800" i="1" err="1">
                <a:solidFill>
                  <a:schemeClr val="bg1">
                    <a:lumMod val="75000"/>
                  </a:schemeClr>
                </a:solidFill>
              </a:rPr>
              <a:t>hạt</a:t>
            </a:r>
            <a:r>
              <a:rPr lang="en-US" sz="800" i="1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sz="800" i="1" err="1">
                <a:solidFill>
                  <a:schemeClr val="bg1">
                    <a:lumMod val="75000"/>
                  </a:schemeClr>
                </a:solidFill>
              </a:rPr>
              <a:t>rPET</a:t>
            </a:r>
            <a:endParaRPr lang="en-US" sz="800" i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7218CA4-0849-E76F-1FFF-BDBBDFBA7C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6403"/>
            <a:ext cx="9144000" cy="4579878"/>
          </a:xfrm>
          <a:prstGeom prst="rect">
            <a:avLst/>
          </a:prstGeom>
        </p:spPr>
      </p:pic>
      <p:sp>
        <p:nvSpPr>
          <p:cNvPr id="3" name="Arrow: Left 2">
            <a:hlinkClick r:id="rId3" action="ppaction://hlinksldjump"/>
            <a:extLst>
              <a:ext uri="{FF2B5EF4-FFF2-40B4-BE49-F238E27FC236}">
                <a16:creationId xmlns:a16="http://schemas.microsoft.com/office/drawing/2014/main" id="{A37A5C48-9FF5-DFB4-9581-B6FB675A1F9B}"/>
              </a:ext>
            </a:extLst>
          </p:cNvPr>
          <p:cNvSpPr/>
          <p:nvPr/>
        </p:nvSpPr>
        <p:spPr>
          <a:xfrm>
            <a:off x="7885044" y="5006050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5645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EE89D-6626-7DCD-028D-0671FDF52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FF273-8179-7316-EB88-D6B58C1B4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702"/>
            <a:ext cx="9144000" cy="333440"/>
          </a:xfrm>
        </p:spPr>
        <p:txBody>
          <a:bodyPr anchor="ctr"/>
          <a:lstStyle/>
          <a:p>
            <a:pPr algn="ctr"/>
            <a:r>
              <a:rPr lang="en-US" sz="2200" b="1">
                <a:solidFill>
                  <a:schemeClr val="accent2">
                    <a:lumMod val="75000"/>
                  </a:schemeClr>
                </a:solidFill>
              </a:rPr>
              <a:t>GIÁ BÁN EXW HẠT rPET SO VỚI GIÁ CHAI B0</a:t>
            </a:r>
            <a:endParaRPr lang="en-US" sz="2200" b="1">
              <a:solidFill>
                <a:schemeClr val="tx1">
                  <a:lumMod val="65000"/>
                  <a:lumOff val="35000"/>
                </a:schemeClr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DD6F04-C599-21CC-3B31-4711C5E1FEF4}"/>
              </a:ext>
            </a:extLst>
          </p:cNvPr>
          <p:cNvSpPr txBox="1"/>
          <p:nvPr/>
        </p:nvSpPr>
        <p:spPr>
          <a:xfrm>
            <a:off x="0" y="4701859"/>
            <a:ext cx="116570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u="sng" err="1">
                <a:solidFill>
                  <a:schemeClr val="bg1">
                    <a:lumMod val="75000"/>
                  </a:schemeClr>
                </a:solidFill>
              </a:rPr>
              <a:t>Ghi</a:t>
            </a:r>
            <a:r>
              <a:rPr lang="en-US" sz="800" i="1" u="sng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sz="800" i="1" u="sng" err="1">
                <a:solidFill>
                  <a:schemeClr val="bg1">
                    <a:lumMod val="75000"/>
                  </a:schemeClr>
                </a:solidFill>
              </a:rPr>
              <a:t>chú</a:t>
            </a:r>
            <a:r>
              <a:rPr lang="en-US" sz="800" i="1">
                <a:solidFill>
                  <a:schemeClr val="bg1">
                    <a:lumMod val="75000"/>
                  </a:schemeClr>
                </a:solidFill>
              </a:rPr>
              <a:t>: </a:t>
            </a:r>
            <a:r>
              <a:rPr lang="en-US" sz="800" i="1" err="1">
                <a:solidFill>
                  <a:schemeClr val="bg1">
                    <a:lumMod val="75000"/>
                  </a:schemeClr>
                </a:solidFill>
              </a:rPr>
              <a:t>lấy</a:t>
            </a:r>
            <a:r>
              <a:rPr lang="en-US" sz="800" i="1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sz="800" i="1" err="1">
                <a:solidFill>
                  <a:schemeClr val="bg1">
                    <a:lumMod val="75000"/>
                  </a:schemeClr>
                </a:solidFill>
              </a:rPr>
              <a:t>hạt</a:t>
            </a:r>
            <a:r>
              <a:rPr lang="en-US" sz="800" i="1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sz="800" i="1" err="1">
                <a:solidFill>
                  <a:schemeClr val="bg1">
                    <a:lumMod val="75000"/>
                  </a:schemeClr>
                </a:solidFill>
              </a:rPr>
              <a:t>rPET</a:t>
            </a:r>
            <a:endParaRPr lang="en-US" sz="800" i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D45761-32DD-5109-3CC6-7960C9CC2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4155"/>
            <a:ext cx="9144000" cy="4587802"/>
          </a:xfrm>
          <a:prstGeom prst="rect">
            <a:avLst/>
          </a:prstGeom>
        </p:spPr>
      </p:pic>
      <p:sp>
        <p:nvSpPr>
          <p:cNvPr id="3" name="Arrow: Left 2">
            <a:hlinkClick r:id="rId3" action="ppaction://hlinksldjump"/>
            <a:extLst>
              <a:ext uri="{FF2B5EF4-FFF2-40B4-BE49-F238E27FC236}">
                <a16:creationId xmlns:a16="http://schemas.microsoft.com/office/drawing/2014/main" id="{6B537E37-1F80-8FDE-AB14-18BD59A7EA18}"/>
              </a:ext>
            </a:extLst>
          </p:cNvPr>
          <p:cNvSpPr/>
          <p:nvPr/>
        </p:nvSpPr>
        <p:spPr>
          <a:xfrm>
            <a:off x="7885044" y="5006050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7629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97BAD-A26F-2F62-4849-1CCCA1298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6768"/>
            <a:ext cx="9144000" cy="463968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119303"/>
                </a:solidFill>
              </a:rPr>
              <a:t>3.1</a:t>
            </a:r>
            <a:r>
              <a:rPr lang="en-US" sz="2200" b="1">
                <a:solidFill>
                  <a:srgbClr val="119303"/>
                </a:solidFill>
              </a:rPr>
              <a:t>. KẾT QUẢ HOẠT ĐỘNG KINH DOANH – </a:t>
            </a:r>
            <a:r>
              <a:rPr lang="en-US" sz="2200" b="1">
                <a:solidFill>
                  <a:schemeClr val="accent2">
                    <a:lumMod val="75000"/>
                  </a:schemeClr>
                </a:solidFill>
              </a:rPr>
              <a:t>KHÁCH HÀNG-SẢN PHẨM LỖ T01</a:t>
            </a:r>
            <a:endParaRPr lang="en-US" sz="2200" b="1">
              <a:solidFill>
                <a:schemeClr val="tx1">
                  <a:lumMod val="65000"/>
                  <a:lumOff val="35000"/>
                </a:schemeClr>
              </a:solidFill>
              <a:latin typeface="+mn-l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2175A79-A178-0454-0072-ECC30B874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1783"/>
            <a:ext cx="9144000" cy="4039934"/>
          </a:xfrm>
          <a:prstGeom prst="rect">
            <a:avLst/>
          </a:prstGeom>
        </p:spPr>
      </p:pic>
      <p:sp>
        <p:nvSpPr>
          <p:cNvPr id="6" name="Arrow: Left 5">
            <a:hlinkClick r:id="rId3" action="ppaction://hlinksldjump"/>
            <a:extLst>
              <a:ext uri="{FF2B5EF4-FFF2-40B4-BE49-F238E27FC236}">
                <a16:creationId xmlns:a16="http://schemas.microsoft.com/office/drawing/2014/main" id="{0D8545D6-79FB-77F6-DA66-C2C2B513D69B}"/>
              </a:ext>
            </a:extLst>
          </p:cNvPr>
          <p:cNvSpPr/>
          <p:nvPr/>
        </p:nvSpPr>
        <p:spPr>
          <a:xfrm>
            <a:off x="8116957" y="4962938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7876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0F867-2EC6-3614-8BE6-08B905DC8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DE100-9876-936A-DC66-6998028AF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6768"/>
            <a:ext cx="9144000" cy="463968"/>
          </a:xfrm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119303"/>
                </a:solidFill>
              </a:rPr>
              <a:t>3.1</a:t>
            </a:r>
            <a:r>
              <a:rPr lang="en-US" sz="2200" b="1" dirty="0">
                <a:solidFill>
                  <a:srgbClr val="119303"/>
                </a:solidFill>
              </a:rPr>
              <a:t>. KẾT QUẢ HOẠT ĐỘNG KINH DOANH – </a:t>
            </a:r>
            <a:r>
              <a:rPr lang="en-US" sz="2200" b="1" dirty="0">
                <a:solidFill>
                  <a:schemeClr val="accent2">
                    <a:lumMod val="75000"/>
                  </a:schemeClr>
                </a:solidFill>
              </a:rPr>
              <a:t>KHÁCH HÀNG-SẢN PHẨM LỖ T02</a:t>
            </a:r>
            <a:endParaRPr lang="en-US" sz="2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05E21-1800-6353-CAC4-0AE7924277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91134"/>
            <a:ext cx="9144000" cy="3761232"/>
          </a:xfrm>
          <a:prstGeom prst="rect">
            <a:avLst/>
          </a:prstGeom>
        </p:spPr>
      </p:pic>
      <p:sp>
        <p:nvSpPr>
          <p:cNvPr id="5" name="Arrow: Left 4">
            <a:hlinkClick r:id="rId3" action="ppaction://hlinksldjump"/>
            <a:extLst>
              <a:ext uri="{FF2B5EF4-FFF2-40B4-BE49-F238E27FC236}">
                <a16:creationId xmlns:a16="http://schemas.microsoft.com/office/drawing/2014/main" id="{2F138C5F-0C7C-7214-1ED0-F7652B4EFD25}"/>
              </a:ext>
            </a:extLst>
          </p:cNvPr>
          <p:cNvSpPr/>
          <p:nvPr/>
        </p:nvSpPr>
        <p:spPr>
          <a:xfrm>
            <a:off x="8136836" y="497619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0207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D1CD6-91E2-C52A-A55A-05A9AA741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92149-00A9-C943-E128-507EB65D3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6768"/>
            <a:ext cx="9144000" cy="463968"/>
          </a:xfrm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119303"/>
                </a:solidFill>
              </a:rPr>
              <a:t>3.1</a:t>
            </a:r>
            <a:r>
              <a:rPr lang="en-US" sz="2200" b="1" dirty="0">
                <a:solidFill>
                  <a:srgbClr val="119303"/>
                </a:solidFill>
              </a:rPr>
              <a:t>. KẾT QUẢ HOẠT ĐỘNG KINH DOANH – </a:t>
            </a:r>
            <a:r>
              <a:rPr lang="en-US" sz="2200" b="1" dirty="0">
                <a:solidFill>
                  <a:schemeClr val="accent2">
                    <a:lumMod val="75000"/>
                  </a:schemeClr>
                </a:solidFill>
              </a:rPr>
              <a:t>DỰ BÁO T04.2026</a:t>
            </a:r>
            <a:endParaRPr lang="en-US" sz="2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</a:endParaRPr>
          </a:p>
        </p:txBody>
      </p:sp>
      <p:sp>
        <p:nvSpPr>
          <p:cNvPr id="5" name="Arrow: Left 4">
            <a:hlinkClick r:id="rId2" action="ppaction://hlinksldjump"/>
            <a:extLst>
              <a:ext uri="{FF2B5EF4-FFF2-40B4-BE49-F238E27FC236}">
                <a16:creationId xmlns:a16="http://schemas.microsoft.com/office/drawing/2014/main" id="{4C4C6C11-984E-C2A6-5814-567F881722C6}"/>
              </a:ext>
            </a:extLst>
          </p:cNvPr>
          <p:cNvSpPr/>
          <p:nvPr/>
        </p:nvSpPr>
        <p:spPr>
          <a:xfrm>
            <a:off x="8136836" y="4976191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AFF61E-911D-7897-9EB7-CEF21649B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99771"/>
            <a:ext cx="9144000" cy="3743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58450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DA6EA-8DFE-1FAE-9952-E537F7BF7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EF4312B-3E6E-7F65-4AF3-9E868E73FB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9413"/>
            <a:ext cx="9144000" cy="335460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2D011FCE-E431-79D0-1FD7-B925794AE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2381"/>
            <a:ext cx="9144000" cy="333440"/>
          </a:xfrm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119303"/>
                </a:solidFill>
              </a:rPr>
              <a:t>3.1</a:t>
            </a:r>
            <a:r>
              <a:rPr lang="en-US" sz="2200" b="1" dirty="0">
                <a:solidFill>
                  <a:srgbClr val="119303"/>
                </a:solidFill>
              </a:rPr>
              <a:t>. KẾT QUẢ HOẠT ĐỘNG KINH DOANH </a:t>
            </a:r>
            <a:r>
              <a:rPr lang="en-US" sz="2200" b="1" dirty="0">
                <a:solidFill>
                  <a:srgbClr val="FF0000"/>
                </a:solidFill>
              </a:rPr>
              <a:t>FC T4 </a:t>
            </a:r>
            <a:r>
              <a:rPr lang="en-US" sz="2200" b="1" dirty="0">
                <a:solidFill>
                  <a:srgbClr val="119303"/>
                </a:solidFill>
              </a:rPr>
              <a:t>– </a:t>
            </a:r>
            <a:r>
              <a:rPr lang="en-US" sz="2200" b="1" dirty="0">
                <a:solidFill>
                  <a:schemeClr val="accent2">
                    <a:lumMod val="75000"/>
                  </a:schemeClr>
                </a:solidFill>
              </a:rPr>
              <a:t>KHÁCH HÀNG-SẢN PHẨM LỖ</a:t>
            </a:r>
            <a:endParaRPr lang="en-US" sz="2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</a:endParaRPr>
          </a:p>
        </p:txBody>
      </p:sp>
      <p:sp>
        <p:nvSpPr>
          <p:cNvPr id="2" name="Arrow: Left 1">
            <a:hlinkClick r:id="rId4" action="ppaction://hlinksldjump"/>
            <a:extLst>
              <a:ext uri="{FF2B5EF4-FFF2-40B4-BE49-F238E27FC236}">
                <a16:creationId xmlns:a16="http://schemas.microsoft.com/office/drawing/2014/main" id="{5EF16A3E-6021-15A9-7001-D66F5986899E}"/>
              </a:ext>
            </a:extLst>
          </p:cNvPr>
          <p:cNvSpPr/>
          <p:nvPr/>
        </p:nvSpPr>
        <p:spPr>
          <a:xfrm>
            <a:off x="8070574" y="4954797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6371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A93BD-EC5A-85C1-4A68-904071B29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304D2EE6-1EEC-5AFD-430B-66D727DF3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2381"/>
            <a:ext cx="9144000" cy="333440"/>
          </a:xfrm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119303"/>
                </a:solidFill>
              </a:rPr>
              <a:t>3.1</a:t>
            </a:r>
            <a:r>
              <a:rPr lang="en-US" sz="2200" b="1" dirty="0">
                <a:solidFill>
                  <a:srgbClr val="119303"/>
                </a:solidFill>
              </a:rPr>
              <a:t>. CHI PHÍ ĐƠN VỊ – </a:t>
            </a:r>
            <a:r>
              <a:rPr lang="en-US" sz="2200" b="1" dirty="0">
                <a:solidFill>
                  <a:schemeClr val="accent2">
                    <a:lumMod val="75000"/>
                  </a:schemeClr>
                </a:solidFill>
              </a:rPr>
              <a:t>KHÁCH HÀNG-SẢN PHẨM LỖ</a:t>
            </a:r>
            <a:endParaRPr lang="en-US" sz="2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</a:endParaRPr>
          </a:p>
        </p:txBody>
      </p:sp>
      <p:sp>
        <p:nvSpPr>
          <p:cNvPr id="2" name="Arrow: Left 1">
            <a:hlinkClick r:id="rId3" action="ppaction://hlinksldjump"/>
            <a:extLst>
              <a:ext uri="{FF2B5EF4-FFF2-40B4-BE49-F238E27FC236}">
                <a16:creationId xmlns:a16="http://schemas.microsoft.com/office/drawing/2014/main" id="{FE142D70-A76B-87CE-17F8-7F87EBE6AEF2}"/>
              </a:ext>
            </a:extLst>
          </p:cNvPr>
          <p:cNvSpPr/>
          <p:nvPr/>
        </p:nvSpPr>
        <p:spPr>
          <a:xfrm>
            <a:off x="8070574" y="4954797"/>
            <a:ext cx="397565" cy="11264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D37B6EDE-36E2-CA69-FC8F-BEAFE2AAEA3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30831828"/>
              </p:ext>
            </p:extLst>
          </p:nvPr>
        </p:nvGraphicFramePr>
        <p:xfrm>
          <a:off x="182956" y="569843"/>
          <a:ext cx="8676960" cy="186193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20218597" imgH="4337094" progId="Excel.Sheet.12">
                  <p:embed/>
                </p:oleObj>
              </mc:Choice>
              <mc:Fallback>
                <p:oleObj name="Worksheet" r:id="rId4" imgW="20218597" imgH="4337094" progId="Excel.Sheet.12">
                  <p:embed/>
                  <p:pic>
                    <p:nvPicPr>
                      <p:cNvPr id="5" name="Object 4">
                        <a:extLst>
                          <a:ext uri="{FF2B5EF4-FFF2-40B4-BE49-F238E27FC236}">
                            <a16:creationId xmlns:a16="http://schemas.microsoft.com/office/drawing/2014/main" id="{D37B6EDE-36E2-CA69-FC8F-BEAFE2AAEA3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82956" y="569843"/>
                        <a:ext cx="8676960" cy="186193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C208186-479E-8F23-A8A8-648B5C10084E}"/>
              </a:ext>
            </a:extLst>
          </p:cNvPr>
          <p:cNvSpPr txBox="1"/>
          <p:nvPr/>
        </p:nvSpPr>
        <p:spPr>
          <a:xfrm>
            <a:off x="1953039" y="4857230"/>
            <a:ext cx="48585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dirty="0"/>
              <a:t>C:\Users\culh\Downloads\Báo cáo đơn giá năm  2026.xlsx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449229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9B272D5F-DF6A-93D9-F62F-BBF3EC3C9C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6767"/>
            <a:ext cx="9144000" cy="333440"/>
          </a:xfrm>
        </p:spPr>
        <p:txBody>
          <a:bodyPr anchor="ctr"/>
          <a:lstStyle/>
          <a:p>
            <a:pPr algn="ctr"/>
            <a:r>
              <a:rPr lang="en-US" sz="2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F25C65-0FC1-57F4-C1CE-311814948C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95" y="82422"/>
            <a:ext cx="8922209" cy="497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922752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webextensions/webextension1.xml><?xml version="1.0" encoding="utf-8"?>
<we:webextension xmlns:we="http://schemas.microsoft.com/office/webextensions/webextension/2010/11" id="{950e27f8-afce-4597-8f8c-f0b5c510c09f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3D4564&quot;"/>
    <we:property name="bookmark" value="&quot;H4sIAAAAAAAAA+1cW28cSRX+K62RQhbJytb9sm/OOCTROpZ3PQkEFEV1OWX3Mu42Mz3ZmMgSi8Q71xcEWsEKwQsgJJ7WDzxkxf8wv2B/AtXdY8e36R57PLaTOJKj6a6qU6dOnfrOpar6Vcenw62+2V4xm9D5qHM3z3+8aQY/TmhnoZPV76RlQknOGaaALFDsEcTSfKtI82zY+ehVpzCDdSiepMOR6ZeE4ssfPVvomH5/1ayXT8H0h7DQ2YLBMM9MP/0p1JVjUTEYwc5CB15u9fOBKUmuFaaAkuyLWD0+RxbwnZIf44r0BayBK8ZvLZHaOXBKRL44YiBUrDasK1ScnVqlJF11382zwqRZ7KZ8h4jhWtEgjKTeeeqYQeX7YZqt98cMv2nb294qhWOqvu6OiiKyFIViP4u9l+R2duKoEOOMaiwkl6AQIQQb20pyuGG24CQtIgOxnCMtJMKKEPACl21D2i/GI7Db915uDaLwX+3PnQnSUaakBAJMEeeQdpF0UffUjYJezwepi1wsjAmVdJ7sC54sdL43yDcrimMN+d8ffhHr3suKtNiuHxPEny+lm6uDPKRFLKuHgXaiBnx/AwZQtY6i9mk9b686D6v/S15hOKynqqrSH20eKymf1vLRwMGnEN48jPkoxRK7jWpV8fIw8/DyDSc7JQdPTH9U6WPsYDmN46sFXr2OTchyVe30Qt1UiHFjaU34WZy5Z7V2HxrQVAOdLOG2US90NvLPuwOIk+s7H+GdhVenz/dcmSpgc3iCF3SIl0X/wmQuvj3OyCMww9EApuXk2y//+o9kv80xLp72lpLe02Q1hcRtmMFJ4aBqdhpXo8+zUdGtWh9ZkvFh4GFwd7vS3aV0sA9LeOEY3/ORbKncNSDGws8OQd54krenX1Nn7vtZBUhUemS5cgphjqjUVkl/XnCjkZDCEmtqiVaAguLtQLkVjcuKeZGumyIfnELTG+VwIAJTxZ0BLCicm7/gJXYAhCtOudFgybnHypDhvrQLViimhMNMtNNqtjOMR8tCnYusyWigsUbAZyQZDY3xhiDuMY8WXwERblaSTFAajHFYSWo4iRZtVi4FFpGKQjrad0SppNShVqMIjGDgwXMPQXpu4jjNG6N4CJims4jmsD08AkfT2MJuvrllBunw+NPHaVYC1EJnGUIxPS4e2EdzfPGuReD78EHqIVnLkyKFrKrwabq+UZE/zYiVNuxUC3aBGH06W5Ms2ESrcTag+/bL33yRLJnCrC7f68MmZCeg7imYwZXbr8XNfJQVyery86hq5zFe/ejcdvujYZxa8LWIoobZ/BLt2dSinodBm7rz2qIJohhHPiDNfYRULahxrWgiPSYSIxRdc6WNE0JzfvEuNnle+XkVPmTbUyHLSl6clNOcXO8eRMXK1nvba8V0jvdtjO8kd5cf30tWF7sfL95/uHL/doM/fZvQWH0x6b7++dOku/i4uS67k3zzy73dX6/cT36wuPKguTK/k3zyeDFWXX3w33/u7f6+21xd3EmefPO3lQdJ78Hrn7XRrhh5/dup+CgJP6zotlTNRv3+fnBxQeHFMe1qntxLiy+m5OpRnp4HG4f91MFRt7GzCYP1CrnXIavFHqdgq+4zheEbLDj66xIW87zXbS3EKdbtUu/T229C2xq2fUTYU0S1mftKmFAh5gRysYXPP89uj12NMn3T3zc9JygOi6hcxVo1rWtVvRb6ZXZp34nZmWBfDkY8fyUdmxlrmKExoNBSANNgJIFWM+M45sr4aF+ExRgUBKVunNYbp/VinNaL5uRRnhUb18h/7m2YbP2d96AXLrfb/Um+Us99YX7jqtFa4mA5x9Jyhry02nDannenxDvrAZgkFLhyMbLwN2j9VqD1xTmx7Zr2ySiiCFwTzL5mKY9PRts3gD0vdbsayD6k7nPO5EgSCHhAiDtJBDjBPa0CiPOnmqWhRiqCrAqGBImMM+feTpBWYGWdQ94ZhrRgnrVvNU+gpaiOI1TUYYxFpCc5F632SQI4KojVFFlGGYu/2Ptkn8bB/zUzT4e4uqQUiyw3+7qjwQAydyJ4nbSJ24rBZqw/a9V4xpWuItFydHhXeTRhf+e0PcHyeG3pRIJlfjmRCkGEsMITEIYz5ZAQDJkZwVJJgzzxFCEUEY4jDH7WszRKB6+CJgj7CFzGMmtpK87pYJHw1PLYALH4Z+XFJ+exKNXsh0OXTwl4l5mZn17zLj6vfEQwU4HL/KAOV+caolO5v5X2LgHdkcG9HTC3trf7qxiM7e1+kV0i3E10+cnsp3am0bCaBx0IU8ZTDsIyb6wnbNaDEDpQY5iN8OiA8OjUETXrcQ1DkKDSGKQNpkQz5TFvBVxHsDeMOIk0IlwIFzmaBLgzey/4edf0IfPjuPWQvE/bL5+jGzWZkSrx+GTlLdugOjSeq9ycOpDdFHjS23j9p2w9QfRmd+qMillHzIZ5DYLJgAnTCCOuiWpd7SE6eGBtkDLEte4pZi5c/NkHWp1IXL52rtXHG7nJHo3cmbyrSfv/vb3d30X9zTZe/zlLhnu7/2o8LbByUC3+9/VXWfJytPf1X4rkA/uT7zY2vB8t7h8T9/rfsa8PVLJePja3SMp/9588uJsUgzy26q0m30nu9lYbG91Klvd2v0rjcCJff4+cmlFSlL//c/tiXcwD5Zg8N3PfmGvi4+B09vKVp1YrkSSbp8jkKs5lL5thkWyDGSTXQDS3kg+Xer3k2vFVHWDfSIfXhqFDgrpWfHVLawbXgZNbSRMvrU5fYWwf7r28xLsG0wDX2D9RCGPqfbT4HEshlads1hjDYokUI9IRIjhngfP2SGhCItwySxjGHgXHUGROW92exppES8tACSAW/2IwBQSL9mSTpU7hQLX1TAtmfAA0h5Og18M3rwOsdreHIMKaLkrFct5SLi72KtXZgsabOO1CdeHwXN5EZ22qWEdmFnyI2OYldd5oor2VU2zwUYoCKIOUhzLXpAkhVxuZzfPS5+FN4XY9xI2IhBvxCIvGUtlYqhpLG6+bEtRY2ngZlTTeciW0sbQZvRtlxRv75fxicb3Jjzl6aODM4eDlevStBseZgT9lr+EMye35DqjGSxsEjqhFhMVBcGWElQ0JpbfnsNO7eVT2VlKfvJrxpOzNIav35FSs41y4wIVF1lqkEXaezBgLOssMV4JJpzUxiGktZj2zFZmijgmlJdLYSYbBtV8rbybpEQrBWEuM8ThGh8A0exdgbR5YMsut1euIJFe5outl56lgWCBKmApBMi2UmjUFU56SNBwZxo2BuOYcB9FKckLaxINxzMvgEQVNBbd8is84NLMHcZEJwAHi+tXSOuGpnJWkBYIx5QSIQpo7ZGHWvXIIhJcOjnAyDlxh62fGrkBY4MwaH2QEV0xQ4GpWkkIob6G8d2ao51RZDq2RpAqcUoMV5YyVx66E0PLmE0Lv6yeE3gJL9m466GWc1c0TZ0aJ20iTrY1zXXq+uR3xvjvuIQbi0UJFhx0kCK+sFA024OZO1HXyp2e5EnWzwN+b60+x4Nj3Le8P8tFWvbYZtc57oYiUVnjAIlTefjp8kHoP2cEHOQPiZZQrjRPRTVRYWGqPVqw+6ll3d9rOVz4qhlvGwarJ4JTtmLhaTHQ7/Pj3pE2YqpPO/phS22/bFTpoMJbF/wF+aoQ54lQAAA==&quot;"/>
    <we:property name="creatorSessionId" value="&quot;bb06d757-4b0f-42d7-935c-3097721a6b1f&quot;"/>
    <we:property name="creatorTenantId" value="&quot;00b9a165-4467-4156-b58f-75ccba478fa9&quot;"/>
    <we:property name="creatorUserId" value="&quot;1003200552D1D768&quot;"/>
    <we:property name="embedUrl" value="&quot;/reportEmbed?reportId=5213c890-b9f8-4e32-8ec5-e0094724480d&amp;appId=3f752a68-0470-4962-af65-e7ca6e92c925&amp;config=eyJjbHVzdGVyVXJsIjoiaHR0cHM6Ly9XQUJJLVNPVVRILUVBU1QtQVNJQS1ELVBSSU1BUlktcmVkaXJlY3QuYW5hbHlzaXMud2luZG93cy5uZXQiLCJlbWJlZEZlYXR1cmVzIjp7InVzYWdlTWV0cmljc1ZOZXh0Ijp0cnVlfX0%3D&amp;disableSensitivityBanner=true&amp;storytellingChangeViewModeShortcutKeys=true&quot;"/>
    <we:property name="initialStateBookmark" value="&quot;H4sIAAAAAAAAA+1dW28bxxX+Kwu+OAEUZ+6XvMmyYxuWFceS3SSFYcyV3IbaZcmlY9UwUBToc5uifWjRIk2DIu1Dmrbok/XQBwX5H+ov6E/o7C5pXUxyqeVFtMsHW9zd4Zlv5pz5zjkzs8NnDRv3Om11sKP2XeO9xrU0/XRfdT+NcGOjkQzuffDBnbub9+883tm8eyPcTjtZnCa9xnvPGpnqNl32MO71VTuXEG7+8NFGQ7Xb91Qzv/Kq3XMbjY7r9tJEteOfuLJweJR1++75RsM97bTTrspF7mYqc7nYJ6F4uA51w6s5EGWy+InbdSYr7zJLPOUUAAGglpgZQmwo1isLFMhGFslFF9VvpUmm4iRUk98DEEADlaFSQGsBl4KI/H4vTprtAeCT7+4ddPJeUUVd1/pZFiCFTtE/CrXn4p4/D60CijLsuaCYQeut09LZSpGd0Gc76kncVFnaHSHTQQ0dx5oDyLXgkGmVy/BxOxu0RB/ceNrpBiU8GyoPa2sFlZQCAQXXEmDEguisrHErdHgz7cYmoNkYCMrlPBwqAG003u+m+4XEgYn85/c/D2VvJFmcHZSXEYCPt1TbJVblsMvWgOfBEH7Qcl1XfDn0uI1L9T1r3C7+z6G6Xq/UWFGk3d8/9yS/2k37XePuO39yMYCR98q9bhqsq4ASAIZbodqHqt0vbDFI3Y5Dm8rOLm6Hcgggul2UHPucFc8fhX5/VNroKTxT4RzbPyMxbzRa6WdbXRfUYfOu23g21NCmfaIS43LzXiCKvZZKmvVw3HWq1++6aYH894uv/xYNv3MOxeZ+2k+y6H5OBiPA5JqYOH5Mu98LynS27JutlupmZ4dRuOha1712UBjc9bg7pBS4cQ79ApSc9+bSqhxqNB8OJX2Ghz86RZCDoX8w/dC7oEkvqEGPSi70xjKqCEccesR4IFhYya+9lgp/X+FVyLEnDniAPBNWccoNry1LKw+xlAgxICEQjBhWVxZCOWNDA5hkUHJGOHa1ZfEwdrlzQFlhIRWECTOji0OSYIEthVYrRg1zCoHa8BRXGCCLreFMO6kosJWujVsYtA9A7tukMowFLzd/14Ye306se7qV7ndUcjCVe9tJs1eNfkE+b88loe7m3sFulk3l/K5AeDW6tv3gRnRvc+vO5s3bOzevTPCFVxAOxTejraOffRxtbT6YXJZcjb775fHhr3ZuRh9t7tyaXJhejT58sBmK3rv1/bfHh7/bmlycXY0efveXnVvR3q2jn1bJLoAc/XoqHLng24XciqJJv90ehgVzCgzOWddk5Y73zmeNfVmo7qZxHTfda8fGnY1vG/suJBL5h6ZLym4PKuiUdcaud8IFZz8tYTAvetyWnTjFuL2+d//KSVBaenarMjWiq/ZTW3SmKxhzjLjwDZt+luQyS2E91x7GJq9I7GXBuLLdQq27RbkK+Xl2N5Cct3xkCPKyxYs30jJqQM4a6x2xwVkwLBmjrDrRG+eyvOUWeUSDR3UQG2Z0bfeHXYhmSHCjFiFAFQAYVkcgk70zIdQ4gVlwktgbCrmaIqcdA49Q6yQnFlEtgEXGUqZry2ISKEhZSEex0siGxJxWenqnqXJaEQmQciFZDwoEJ57+VGoyHTOo07xwJiGZhhAKg+vGvfNXd+Ik57+Nxrbz2fSZ0UuSUOdNeDfw6ru3YuuiT3omHaRL9+NmKxsz5sB2Y4xnmmOSNhLVaQ8A/0+z10/eKfoj+rB/ECXv4KhMP2v4x3acuIvkruh8IrmERl1CWnk2ASTSAogAdghopzgyiJJKHpHMAIRNyMkYNFZrjTg/4ZH7rq3yFl3PZyEXO+nTVAejx80AKEVCEwuMtVQAx0wAS9eE9wrhwTXhLX7aEILH1+P9k0m5UziKAGz4EC0xQ5mEKXP7vct3BiVtFoqK9pRuv2o2U3iCTvwkzcpvn3MFo7m36MfaAfUU1BuGY/pZ3QouZEgLsooBU6ikN1xvKlvTTdvFp7J9oZ1t98S1y2c/7rvuQaiveH6unqvnkIdvxr2AvK06vVzJeRoUbllX4LzjDpbReQWIe3GSDBHk3Tm5FUX3XAr4oWJewRzudNNyJm0I4WXCGJ6ZVty2XVcmq68UGO8uior20mYYdS+bWEPWla2jL030aSs9fvFVEnVa4U8cZa1+9G4UXU9V0iouwr/jF18nV0bWmxvjtNWh5UAf+aQb/szeAjzPFty4dnvv+mYAvHd8+JvAsNnRH+OoV6C+9uHsWMk8se4cH34VPVEHo9DODpXOE+p2gBpHSW603yRR9+ifAey70cPjw8+TyLSOD78OqA+/iMKnb/uzQ2fzhF6CbH//93703efHh78tkC+gv/k8QX8SvRPtFoHCW7vHh3/Nh97x4S9cCdi0jr5JWm/PDlnME/JHxy/+3QkW8OLLpDkW2qPBrB9xUkHBnbdUIqwFhJCNT9LWoetqhK5nUn6yYnjwiuGZbDrLxwPr5BlZnmLceDpittZLL7yRDFqohGaKumK2doaJaUqccYIIC6HBXHMGOakUOWYymSrPMMHCc8EY0d5DW72qPU6WoVYHgtKGSAUQsRJUr7ZXNNVZThXCAlqMLcdMlCInzlEJ7LBDhBBNDFfSEUzd3Fe1IXxJQju7K7emfSonqFoUuxkfH/4hMkf/Cm7+LRE188u3Jy73Bkf7eR4nhFAnfCdpHf0pyaOafwzCx6ch9vlzttxV4LPamJ9T2Gw2u66phiqcdbfRZJin/WlJ0u/3k8EMNViie50E8kESL3MdfSKWj/q3+ukKLFt8vHc92v547Ka75YPZWxUwW/msl6u/HXGkV51+B+Iqjd4ynGdAU+wt4VxCoog3Ttd23Qx47wDnWFEjnGFYEFlbFmTSGwZhcJrGUSw0rI+Le+WBY8EBCxAEYa0nrE8vmYGBfKnDuyrrxk9H6vHyyHc6fMMio0LVy0NW6WaXDGjJvqoaz/3tS2fkwQbxlXFXAzwr47H2Wmo/Mq3Y9V9/f1WX6wauyiqofcgwmTKeIGy15JWpl/QaMIs11UoDEv5pPv8NxZDl7RosJb++mdcCsqDTHTMlO1fatBqMut1iz+mg0CXsPL2w1i9dwVf2WkfDOd7TW04XuUt02g1OizGuIXN4GSJISwHgwmANJK/e1zl5HogrZYMogAAS1jDBqUWVZLTe8/i67XkcKC7fWwycpyZf+1BSBNeD1m9cIlTxxiWueE4qntOVf2NzAXP+o7HMfYfpG/6qYrmjlHtvBNOAax6slRJORPWMxGTiF9RgCJwk0AYe18YyN+uaQvAjhEDvrUFGSkUoUxOWVNe+5DX1Ja/LdtLFrWO+ifvn4ersn5dEciEZsQhYjDknxFTvn1/zyJpHXjMeIW8ij5BV4hGrLGJQaUMAp9ACWvvwBBlybosltoxTRSAgFODasoRUzoRITqsgFTiqZe2DGKTEVDiCuTABIsdEYjRjGCe1hEoBpoTilDJsiF6HcWv6fePoF72J9ItWiH6dMgJgm7OwFYAqbmfdoCedRhR6KQO7AI2cE3bWl9EVIJg4o4UyxAT2kpRUn9ZTIZJSQpA2SDEGreDAytr7B5RkngNvOeJYhhxdUG4qydggaBVBwcWEBlHGjESnyHjOi7MXm42Ci1slrrDLhzt1RvolHgiyGtOoJ3039bpMBPD6NJALGmZJmSoPoLB2FEBHjSZQu9qnWShvjaLcaeIN5JQhAWvL0tprBzVS+aZfCK0DcNYjugxDmmBKkZSAEoaAm6KpFSJViNCZ4SpExM5AqRGsfa6IscgThZVlmlEcmo31rM7LOIY8dNJ4bBSSEKH6Z7lZqT32FHHJJQDUcPY6vr2y5OWIlXplpMSzOq+MlHhWTV/zfWUkRI3OhVENMDYWK4IVmnVQW0upUJ7zkPYSFlgHmdpHLTmKIPWBJgRw1koIbP05BscABMC40FSgJHLETiKIQdyosRHQY6ktkYwo6x1YwKmFqxHXXGB5eLrl3ZU9sHcd487RFk7rch3ZTrd67fPjZjkCVHLCnXEO49qBj0c2JLSAGQKFYvmZb7T2fnovQlgHjFWKQua1CHk7rORI45EihFFKlRJMGcSsWE90ro8/WsmJznFo1rtw6k1pekmJR1I7JXwIkBSGctZNM96g4vcdhDQABVYjwNWcLAzCzv2CxM1u2u8UHUQJh1xQHngLmRAAB/oqgMe9MHxsfsxCcTxCIWRUFJD2s15HGXdPJW6Ea3L5sUW2/BmJCQ6p+MWNxhBpnJ8dNeUXBu72f6RnnN4TZAAA&quot;"/>
    <we:property name="isFiltersActionButtonVisible" value="false"/>
    <we:property name="isVisualContainerHeaderHidden" value="false"/>
    <we:property name="pageDisplayName" value="&quot;Kết quả kinh doanh&quot;"/>
    <we:property name="pageName" value="&quot;1b279ccec860be504e68&quot;"/>
    <we:property name="reportEmbeddedTime" value="&quot;2026-04-15T08:44:56.195Z&quot;"/>
    <we:property name="reportName" value="&quot;101.Báo cáo tài chính&quot;"/>
    <we:property name="reportState" value="&quot;CONNECTED&quot;"/>
    <we:property name="reportUrl" value="&quot;/groups/me/apps/3f752a68-0470-4962-af65-e7ca6e92c925/reports/b69a2826-a8ce-463e-a46f-e94d9c3bce0a/1b279ccec860be504e68?bookmarkGuid=9e9f4e7c-604f-4f32-8ba9-f633aeb661ff&amp;bookmarkUsage=1&amp;ctid=00b9a165-4467-4156-b58f-75ccba478fa9&amp;fromEntryPoint=export&amp;pbi_source=storytelling_addin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E0127FA9FD6004AB87C3B980CB5D696" ma:contentTypeVersion="15" ma:contentTypeDescription="Create a new document." ma:contentTypeScope="" ma:versionID="fad36eebef4f84df4a45514b7e4630e8">
  <xsd:schema xmlns:xsd="http://www.w3.org/2001/XMLSchema" xmlns:xs="http://www.w3.org/2001/XMLSchema" xmlns:p="http://schemas.microsoft.com/office/2006/metadata/properties" xmlns:ns2="c4b5fce3-9bbc-4429-8073-3ae7a9bcc677" xmlns:ns3="1401b2ec-7936-4f98-86ff-5ef737f58b9c" targetNamespace="http://schemas.microsoft.com/office/2006/metadata/properties" ma:root="true" ma:fieldsID="505b0edaeb28467f2ddb0f2c2f553b17" ns2:_="" ns3:_="">
    <xsd:import namespace="c4b5fce3-9bbc-4429-8073-3ae7a9bcc677"/>
    <xsd:import namespace="1401b2ec-7936-4f98-86ff-5ef737f58b9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lcf76f155ced4ddcb4097134ff3c332f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DateTaken" minOccurs="0"/>
                <xsd:element ref="ns3:MediaServiceLocation" minOccurs="0"/>
                <xsd:element ref="ns3:MediaServiceSearchProperties" minOccurs="0"/>
                <xsd:element ref="ns3:MediaLengthInSecond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5fce3-9bbc-4429-8073-3ae7a9bcc677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401b2ec-7936-4f98-86ff-5ef737f58b9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3eac797d-9452-442f-b5f7-665479590df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401b2ec-7936-4f98-86ff-5ef737f58b9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681F54AB-F4DD-4A82-8DE1-173467F509E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5162417-D525-4BB1-9667-5B16FD4D9C4E}">
  <ds:schemaRefs>
    <ds:schemaRef ds:uri="1401b2ec-7936-4f98-86ff-5ef737f58b9c"/>
    <ds:schemaRef ds:uri="c4b5fce3-9bbc-4429-8073-3ae7a9bcc67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E0BF921B-5040-4D54-A3E7-8C229FB42018}">
  <ds:schemaRefs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elements/1.1/"/>
    <ds:schemaRef ds:uri="http://purl.org/dc/dcmitype/"/>
    <ds:schemaRef ds:uri="c4b5fce3-9bbc-4429-8073-3ae7a9bcc677"/>
    <ds:schemaRef ds:uri="http://schemas.microsoft.com/office/2006/documentManagement/types"/>
    <ds:schemaRef ds:uri="http://purl.org/dc/terms/"/>
    <ds:schemaRef ds:uri="http://schemas.microsoft.com/office/infopath/2007/PartnerControls"/>
    <ds:schemaRef ds:uri="1401b2ec-7936-4f98-86ff-5ef737f58b9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7212</TotalTime>
  <Words>1550</Words>
  <Application>Microsoft Office PowerPoint</Application>
  <PresentationFormat>On-screen Show (16:9)</PresentationFormat>
  <Paragraphs>281</Paragraphs>
  <Slides>50</Slides>
  <Notes>20</Notes>
  <HiddenSlides>16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61" baseType="lpstr">
      <vt:lpstr>Aptos Display</vt:lpstr>
      <vt:lpstr>Aptos Narrow</vt:lpstr>
      <vt:lpstr>Arial</vt:lpstr>
      <vt:lpstr>Montserrat</vt:lpstr>
      <vt:lpstr>Muli</vt:lpstr>
      <vt:lpstr>Segoe UI</vt:lpstr>
      <vt:lpstr>Segoe UI Light</vt:lpstr>
      <vt:lpstr>Segoe UI Semibold</vt:lpstr>
      <vt:lpstr>Times New Roman</vt:lpstr>
      <vt:lpstr>Simple Light</vt:lpstr>
      <vt:lpstr>Microsoft Excel Worksheet</vt:lpstr>
      <vt:lpstr>DTR: Kết quả Kinh doanh và Giá thành</vt:lpstr>
      <vt:lpstr>PowerPoint Presentation</vt:lpstr>
      <vt:lpstr>Microsoft Power BI</vt:lpstr>
      <vt:lpstr>KQKD_DTR THÁNG 3 NĂM 2026</vt:lpstr>
      <vt:lpstr>BCĐKT_DTR THÁNG 3 NĂM 2026</vt:lpstr>
      <vt:lpstr>Dòng tiền_DTR THÁNG 3 NĂM 2026</vt:lpstr>
      <vt:lpstr>Chỉ số tài chính_DTR THÁNG 3 NĂM 2026</vt:lpstr>
      <vt:lpstr>KQKD_DTR QUÍ I, NĂM 2026</vt:lpstr>
      <vt:lpstr>KQKD_NHÓM TÁI CHẾ T3 VÀ QUÍ I, NĂM 2026</vt:lpstr>
      <vt:lpstr>BCĐKT_DTR QUÍ 1, NĂM 2026</vt:lpstr>
      <vt:lpstr>DÒNG TIỀN_DTR Q1, NĂM 2026</vt:lpstr>
      <vt:lpstr>CHI SỐ TÀI CHÍNH_DTR THÁNG 3, NĂM 2026</vt:lpstr>
      <vt:lpstr>Relaunch the add-in</vt:lpstr>
      <vt:lpstr>KQKD_DTR THÁNG 3, NĂM 2026</vt:lpstr>
      <vt:lpstr>KQKD_DTR THÁNG 3, NĂM 2026- SP&amp;KH</vt:lpstr>
      <vt:lpstr>KQKD_DTR THÁNG 3, NĂM 2026- SP&amp;KH</vt:lpstr>
      <vt:lpstr>KQKD_DTR THÁNG 3, NĂM 2026- SP&amp;KH</vt:lpstr>
      <vt:lpstr>KQKD_DTR QUÍ 1, NĂM 2026</vt:lpstr>
      <vt:lpstr>KQKD_DTR QUÍ 1, NĂM 2026</vt:lpstr>
      <vt:lpstr>KQKD_DTR QUÍ 1, NĂM 2026</vt:lpstr>
      <vt:lpstr>KQKD_DTR THÁNG 3, NĂM 2026-KH&amp;SP</vt:lpstr>
      <vt:lpstr>KQKD_DTR THÁNG 3, NĂM 2026 - KH&amp;SP PET</vt:lpstr>
      <vt:lpstr>KQKD_DTR THÁNG 3, NĂM 2026 - KH&amp;SP HDPE</vt:lpstr>
      <vt:lpstr>KQKD_DTR THÁNG 3, NĂM 2026 - KH&amp;SP rPP</vt:lpstr>
      <vt:lpstr>3.1. KẾT QUẢ HOẠT ĐỘNG KINH DOANH – LÃI LỖ THÁNG 03 – DTR</vt:lpstr>
      <vt:lpstr>3.1. KẾT QUẢ HOẠT ĐỘNG KINH DOANH – LÃI LỖ THÁNG 03 – 3 TRẠM</vt:lpstr>
      <vt:lpstr>3.1. KẾT QUẢ HOẠT ĐỘNG KINH DOANH – GIẢI TRÌNH DOANH THU</vt:lpstr>
      <vt:lpstr>3.1. KẾT QUẢ HOẠT ĐỘNG KINH DOANH – GIẢI TRÌNH LỢI NHUẬN SAU THUẾ</vt:lpstr>
      <vt:lpstr>3.1. KẾT QUẢ HOẠT ĐỘNG KINH DOANH – GIÁ BÁN</vt:lpstr>
      <vt:lpstr>3.1. KẾT QUẢ HOẠT ĐỘNG KINH DOANH – BIẾN ĐỘNG D.THU THEO YẾU TỐ</vt:lpstr>
      <vt:lpstr>3.1. KẾT QUẢ HOẠT ĐỘNG KINH DOANH – BIẾN ĐỘNG DOANH THU THEO YẾU TỐ &amp; NGÀNH</vt:lpstr>
      <vt:lpstr>3.1. KẾT QUẢ HOẠT ĐỘNG KINH DOANH – BIẾN ĐỘNG LÃI GỘP THEO YẾU TỐ</vt:lpstr>
      <vt:lpstr>3.1. KẾT QUẢ HOẠT ĐỘNG KINH DOANH – BIẾN ĐỘNG LỢI NHUẬN SAU THUẾ</vt:lpstr>
      <vt:lpstr>3.1. KẾT QUẢ HOẠT ĐỘNG KINH DOANH T3 – KHÁCH HÀNG-SẢN PHẨM LỖ</vt:lpstr>
      <vt:lpstr>3.2. CHI PHÍ – TỔNG CHI PHÍ TRONG THÁNG 03 (triệu đồng)</vt:lpstr>
      <vt:lpstr>3.2. CHI PHÍ – CHI PHÍ TRÊN TẤN (triệu đồng/tấn)</vt:lpstr>
      <vt:lpstr>3.2. CHI PHÍ – TỶ TRỌNG CHI PHÍ TRÊN TẤN</vt:lpstr>
      <vt:lpstr>PowerPoint Presentation</vt:lpstr>
      <vt:lpstr>PowerPoint Presentation</vt:lpstr>
      <vt:lpstr>PowerPoint Presentation</vt:lpstr>
      <vt:lpstr>3.1. KẾT QUẢ HOẠT ĐỘNG KINH DOANH – GIẢI TRÌNH DOANH THU</vt:lpstr>
      <vt:lpstr>3.1. KẾT QUẢ HOẠT ĐỘNG KINH DOANH – GIẢI TRÌNH LỢI NHUẬN SAU THUẾ</vt:lpstr>
      <vt:lpstr>3.1. KẾT QUẢ HOẠT ĐỘNG KINH DOANH – GIÁ BÁN EXW HẠT rPET</vt:lpstr>
      <vt:lpstr>GIÁ BÁN EXW HẠT rPET SO VỚI GIÁ CHAI B0</vt:lpstr>
      <vt:lpstr>3.1. KẾT QUẢ HOẠT ĐỘNG KINH DOANH – KHÁCH HÀNG-SẢN PHẨM LỖ T01</vt:lpstr>
      <vt:lpstr>3.1. KẾT QUẢ HOẠT ĐỘNG KINH DOANH – KHÁCH HÀNG-SẢN PHẨM LỖ T02</vt:lpstr>
      <vt:lpstr>3.1. KẾT QUẢ HOẠT ĐỘNG KINH DOANH – DỰ BÁO T04.2026</vt:lpstr>
      <vt:lpstr>3.1. KẾT QUẢ HOẠT ĐỘNG KINH DOANH FC T4 – KHÁCH HÀNG-SẢN PHẨM LỖ</vt:lpstr>
      <vt:lpstr>3.1. CHI PHÍ ĐƠN VỊ – KHÁCH HÀNG-SẢN PHẨM LỖ</vt:lpstr>
      <vt:lpstr>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Our Focus</dc:title>
  <dc:creator>Nghĩa, Trần Công</dc:creator>
  <cp:lastModifiedBy>Cư, Lê Hoành</cp:lastModifiedBy>
  <cp:revision>14</cp:revision>
  <dcterms:modified xsi:type="dcterms:W3CDTF">2026-04-15T09:23:28Z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0x0101004E0127FA9FD6004AB87C3B980CB5D696</vt:lpwstr>
  </property>
  <property fmtid="{D5CDD505-2E9C-101B-9397-08002B2CF9AE}" pid="3" name="MediaServiceImageTags">
    <vt:lpwstr/>
  </property>
</Properties>
</file>