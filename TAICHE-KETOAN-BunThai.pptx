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bi.duytangroup.com/#/workbooks/905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A09DD57-27DF-4828-93C4-ED42ED78421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TAICHE-KETOAN-BunThai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A3AA223-0B53-4E03-B579-C6D534BB05C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7/15/2026 10:41:59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nThai" id="2" name="slide2">
            <a:extLst>
              <a:ext uri="{FF2B5EF4-FFF2-40B4-BE49-F238E27FC236}">
                <a16:creationId xmlns:a16="http://schemas.microsoft.com/office/drawing/2014/main" id="{B6FF7BBE-E052-478D-B796-03669A5AC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9578"/>
            <a:ext cx="12192000" cy="479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2026-07-15T03:41:59Z</dcterms:created>
  <dcterms:modified xsi:type="dcterms:W3CDTF">2026-07-15T03:41:59Z</dcterms:modified>
</cp:coreProperties>
</file>