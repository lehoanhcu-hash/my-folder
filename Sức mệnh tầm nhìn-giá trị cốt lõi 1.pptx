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9489" r:id="rId2"/>
    <p:sldId id="949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30586-5CA9-4041-9661-03DC6D3243EA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F9F18-DAD2-47B4-BA4D-9CA4F5DFB4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38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E5D2E-2AFA-2A4E-9AF8-B9100A70A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A332E-1028-417D-28DA-1738B2D7C0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8A6C9-ACB3-E5FE-83EB-C609F54FD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398D2-0131-F75F-7049-DDB3B74B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DEE2-7EF5-3C0C-EEB5-E3BDF9C8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64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B6E6-AF1C-49BB-8449-7ADB9B6F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9709D-9A83-C496-B29B-FEFE53799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D7662-6318-DEA9-1F75-016E722C1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FBB5F-E229-8ABF-1A64-152B8DEC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666EB-B161-5522-711F-268E747D9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653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2C50-5EE4-D0B1-3B9C-A0D54B7C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9FAB7-442C-A581-EDE2-0CA087D39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54ABA-6C0F-9557-FC0B-3F99D40BC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DEE58-EAD0-711D-61F8-365652991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2A038-F7DE-11A6-7A54-5CA9CB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36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053E-DF67-EEAB-A90B-D1376EF5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4C79-D0A2-55FB-ACE3-7DE94A67FE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ACF7-3951-7178-3BF8-E0058984A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B57DF-A78A-053B-267E-E7E20EBE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7FFCD-C32F-42DD-DAC6-28E6A098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737B4-C466-6CA1-1C3A-D5D1816B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73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D0A0-518E-5B35-422E-4CD7F241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BBA85-06E3-DACD-14E9-0D8C83F1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5E928-6EE1-E1DF-82C7-B5335807DB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94437-33D2-A769-B6C7-D366830D0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49ACC2-5064-63FA-2AD4-5AF5D095BC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6FBCE2-7CC5-6694-D353-5D43CA9EE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ECA1F7-1403-DA4B-95F0-D4417E98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69590B-F8DF-2D17-DA17-977D143A1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64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0EE4-D7FB-D91C-001E-B348D7ECB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1A883-8F17-51CA-3870-82CAC741F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88E103-DB85-1A61-2DFB-2F46B28FB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7A6529-75DF-3DA1-049B-98B8DC3AD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663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15F555-B06C-1DDB-D1D7-D8B156ED0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5036-26D4-F5B2-BD5E-F113F092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2186C8-8B78-0A14-282A-93A696A33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C7EE3-7F35-9CD2-BD5A-6DEF425C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FD9-E835-777C-380A-075F7466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1830E-546C-CB5A-ADC0-FE3257756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70B5E-16A9-FFF1-0B62-1A3B31ED3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4F3F0-953D-3132-C0AF-E6F84DE30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91A409-D64C-B6D6-2DAF-22B6A5D4C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40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710A-2944-74BA-F17A-0C638781B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06061D-17B7-7B87-9332-C35D0059B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F3164-D70A-4F24-1181-729861130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5891F-AAED-EADE-1FAC-9E342C866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91F14-38B2-7E03-E072-124CF2CB7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780F84-52C3-8A8E-2BCA-AFC06C097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2E7D3-E288-1593-55F5-D358DB9D2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7B7B65-7DDA-9469-E5BB-24E934FAC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4D6AE-2CA7-40AF-A5A3-C89D2C1E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1C80F-0559-C121-D57B-47B4FAE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EE406-00BB-19D3-8761-CE47E5D5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5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519569-91E4-D96D-8586-5AC8DAA6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3753AE-7C1A-D8D2-5B43-C29BCAABC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2FE7-79F0-88F0-2BB1-1D6B3E05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9B0E-8866-12FA-0A39-22202CE5D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556452-F03C-6B9A-F307-0BA9090F3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245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493977" y="593367"/>
            <a:ext cx="1128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493967" y="1766061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493977" y="1255367"/>
            <a:ext cx="112800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6108200" y="1797867"/>
            <a:ext cx="51884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569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8BD8A3-A5AB-FB1C-9A5F-7D5AAC7BD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B2B0B-C0F0-507A-6BC4-36C7B728A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C355E-23AB-1021-6A89-E65106F8B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825F1C-6CB7-403F-BDB7-5B6E9E5344A7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4BA04-59BB-F5DC-7BA5-08FDAB0E8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EF1AF-1B7D-A1E4-DFD6-5A12E2AD1F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799400-57CD-4401-86CE-CCA62B91B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231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4B8CD4-CB30-4B5E-A979-4A57EEAB0E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-94" r="17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63CE97-4313-4B9F-952E-6FFF986439DC}"/>
              </a:ext>
            </a:extLst>
          </p:cNvPr>
          <p:cNvGrpSpPr/>
          <p:nvPr/>
        </p:nvGrpSpPr>
        <p:grpSpPr>
          <a:xfrm>
            <a:off x="-339633" y="637240"/>
            <a:ext cx="12531633" cy="5986111"/>
            <a:chOff x="-254725" y="477930"/>
            <a:chExt cx="9398725" cy="448958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DAF3A24-1ED4-7685-F572-1667F8D11AAB}"/>
                </a:ext>
              </a:extLst>
            </p:cNvPr>
            <p:cNvSpPr/>
            <p:nvPr/>
          </p:nvSpPr>
          <p:spPr>
            <a:xfrm>
              <a:off x="0" y="477930"/>
              <a:ext cx="9144000" cy="1889713"/>
            </a:xfrm>
            <a:prstGeom prst="rect">
              <a:avLst/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95E2829-8819-380A-64E5-39E2C825359A}"/>
                </a:ext>
              </a:extLst>
            </p:cNvPr>
            <p:cNvSpPr txBox="1"/>
            <p:nvPr/>
          </p:nvSpPr>
          <p:spPr>
            <a:xfrm>
              <a:off x="-254725" y="676379"/>
              <a:ext cx="9143999" cy="5309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 err="1">
                  <a:solidFill>
                    <a:srgbClr val="119303"/>
                  </a:solidFill>
                  <a:latin typeface="Montserrat" panose="00000500000000000000" pitchFamily="2" charset="0"/>
                </a:rPr>
                <a:t>Sức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  <a:r>
                <a:rPr lang="en-US" sz="4000" b="1" dirty="0" err="1">
                  <a:solidFill>
                    <a:srgbClr val="119303"/>
                  </a:solidFill>
                  <a:latin typeface="Montserrat" panose="00000500000000000000" pitchFamily="2" charset="0"/>
                </a:rPr>
                <a:t>mệnh</a:t>
              </a:r>
              <a:r>
                <a:rPr lang="en-US" sz="4000" b="1" dirty="0">
                  <a:solidFill>
                    <a:srgbClr val="119303"/>
                  </a:solidFill>
                  <a:latin typeface="Montserrat" panose="00000500000000000000" pitchFamily="2" charset="0"/>
                </a:rPr>
                <a:t>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9EE4F02-0B85-494A-F767-BC02E07A8941}"/>
                </a:ext>
              </a:extLst>
            </p:cNvPr>
            <p:cNvSpPr/>
            <p:nvPr/>
          </p:nvSpPr>
          <p:spPr>
            <a:xfrm>
              <a:off x="150796" y="4228849"/>
              <a:ext cx="3869872" cy="738664"/>
            </a:xfrm>
            <a:prstGeom prst="roundRect">
              <a:avLst>
                <a:gd name="adj" fmla="val 29818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301B1B4-0A12-E443-9E62-37C045EFDA43}"/>
                </a:ext>
              </a:extLst>
            </p:cNvPr>
            <p:cNvSpPr txBox="1"/>
            <p:nvPr/>
          </p:nvSpPr>
          <p:spPr>
            <a:xfrm>
              <a:off x="216108" y="4228849"/>
              <a:ext cx="3719074" cy="715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Trình bày: </a:t>
              </a:r>
            </a:p>
            <a:p>
              <a:r>
                <a:rPr lang="en-US" sz="2400" b="1" dirty="0">
                  <a:solidFill>
                    <a:srgbClr val="253140"/>
                  </a:solidFill>
                  <a:latin typeface="Montserrat" panose="00000500000000000000" pitchFamily="2" charset="0"/>
                </a:rPr>
                <a:t>Lê Hoành Cư</a:t>
              </a:r>
            </a:p>
            <a:p>
              <a:pPr algn="r"/>
              <a:r>
                <a:rPr lang="en-US" sz="1600" b="1" dirty="0" err="1">
                  <a:solidFill>
                    <a:srgbClr val="D99D55"/>
                  </a:solidFill>
                  <a:latin typeface="Montserrat" panose="00000500000000000000" pitchFamily="2" charset="0"/>
                </a:rPr>
                <a:t>Ngày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: 23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/0</a:t>
              </a:r>
              <a:r>
                <a:rPr lang="en-US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6/202</a:t>
              </a:r>
              <a:r>
                <a:rPr lang="vi-VN" sz="1600" b="1" dirty="0">
                  <a:solidFill>
                    <a:srgbClr val="D99D55"/>
                  </a:solidFill>
                  <a:latin typeface="Montserrat" panose="00000500000000000000" pitchFamily="2" charset="0"/>
                </a:rPr>
                <a:t>6</a:t>
              </a:r>
              <a:endParaRPr lang="en-US" sz="1600" b="1" dirty="0">
                <a:solidFill>
                  <a:srgbClr val="D99D55"/>
                </a:solidFill>
                <a:latin typeface="Montserrat" panose="00000500000000000000" pitchFamily="2" charset="0"/>
              </a:endParaRPr>
            </a:p>
          </p:txBody>
        </p:sp>
      </p:grpSp>
      <p:pic>
        <p:nvPicPr>
          <p:cNvPr id="11" name="Picture 10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2A4DBE8-D36C-38C5-F8D7-756A19140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04" y="149420"/>
            <a:ext cx="155840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C87DB-CBD5-EC01-DA2B-EAC80D596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7EFBAA-281E-604D-965E-3A91FDC02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C84B7B1-29E0-C850-6491-26AD1364B0A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C13C9D-B5D2-66DC-5220-CF6B719E90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Hệ thống đào tạo nội bộ DUYTAN GROUP and 2 more pages - Work - Microsoft​ Edge 2026-06-23 13-13-31">
            <a:hlinkClick r:id="" action="ppaction://media"/>
            <a:extLst>
              <a:ext uri="{FF2B5EF4-FFF2-40B4-BE49-F238E27FC236}">
                <a16:creationId xmlns:a16="http://schemas.microsoft.com/office/drawing/2014/main" id="{EA055F63-36E3-1BA1-1FDD-5DF2B8E8866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28600"/>
            <a:ext cx="121920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32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4319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14</Words>
  <Application>Microsoft Office PowerPoint</Application>
  <PresentationFormat>Widescreen</PresentationFormat>
  <Paragraphs>4</Paragraphs>
  <Slides>2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Muli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Cư, Lê Hoành</dc:creator>
  <cp:lastModifiedBy>Cư, Lê Hoành</cp:lastModifiedBy>
  <cp:revision>16</cp:revision>
  <dcterms:created xsi:type="dcterms:W3CDTF">2026-06-19T08:23:39Z</dcterms:created>
  <dcterms:modified xsi:type="dcterms:W3CDTF">2026-06-23T06:30:52Z</dcterms:modified>
</cp:coreProperties>
</file>