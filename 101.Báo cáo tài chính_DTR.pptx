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63" d="100"/>
          <a:sy n="63" d="100"/>
        </p:scale>
        <p:origin x="52" y="12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E4C0D-96B0-47FB-AD96-B7DF69BC3C0E}"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DE5F0F-FE51-4F4F-9858-991575465CB4}" type="slidenum">
              <a:rPr lang="en-US" smtClean="0"/>
              <a:t>‹#›</a:t>
            </a:fld>
            <a:endParaRPr lang="en-US"/>
          </a:p>
        </p:txBody>
      </p:sp>
    </p:spTree>
    <p:extLst>
      <p:ext uri="{BB962C8B-B14F-4D97-AF65-F5344CB8AC3E}">
        <p14:creationId xmlns:p14="http://schemas.microsoft.com/office/powerpoint/2010/main" val="194188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Cơ cấu Chi phí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Định phí</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Doanh thu thuần (Lũy kế)</a:t>
            </a:r>
            <a:endParaRPr dirty="0"/>
          </a:p>
          <a:p>
            <a:r>
              <a:rPr b="0" dirty="0"/>
              <a:t>No alt text provided</a:t>
            </a:r>
            <a:endParaRPr dirty="0"/>
          </a:p>
          <a:p>
            <a:endParaRPr dirty="0"/>
          </a:p>
          <a:p>
            <a:r>
              <a:rPr b="1" dirty="0"/>
              <a:t>Lợi nhuận sau thuế (Lũy kế)</a:t>
            </a:r>
            <a:endParaRPr dirty="0"/>
          </a:p>
          <a:p>
            <a:r>
              <a:rPr b="0" dirty="0"/>
              <a:t>No alt text provided</a:t>
            </a:r>
            <a:endParaRPr dirty="0"/>
          </a:p>
          <a:p>
            <a:endParaRPr dirty="0"/>
          </a:p>
          <a:p>
            <a:r>
              <a:rPr b="1" dirty="0"/>
              <a:t>Doanh thu thuần - 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KẾT QUẢ KINH DOANH - LK 5 THÁNG</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Doanh thu thuần - 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Định phí</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Định phí</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KẾT QUẢ KINH DOANH - LK 5 THÁNG</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Doanh thu thuần - Tháng</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Doanh thu thuần (Tháng)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Định phí</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Cơ cấu Chi phí 👇</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Lợi nhuận sau thuế (Tháng)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Doanh thu thuần - 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KẾT QUẢ KINH DOANH - THEO QUÝ</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Doanh thu thuần - 8 Quý gần nhất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Doanh thu thuần - 8 Quý gần nhất</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Doanh thu thuần - 4 Quý cùng kỳ</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Back</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KẾT QUẢ KINH DOANH - THEO NĂM</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Doanh thu thuần - 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Doanh thu thuần - 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 05/2026</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Tháng 05/2025</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TÌNH HÌNH TÀI CHÍNH_THEO THÁNG</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Tháng 4/2026</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Tháng 4/2026</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 05/2026</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 05/2025</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Tiền</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tableEx</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TÌNH HÌNH TÀI CHÍNH_THEO QUÝ</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tableEx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TỔNG NGUỒN VỐN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TỔNG TÀI SẢN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Tiền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Tiền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TÌNH HÌNH TÀI CHÍNH_THEO NĂM</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TỔNG NGUỒN VỐN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TỔNG TÀI SẢN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tableEx</a:t>
            </a:r>
            <a:endParaRPr dirty="0"/>
          </a:p>
          <a:p>
            <a:r>
              <a:rPr b="0" dirty="0"/>
              <a:t>No alt text provided</a:t>
            </a:r>
            <a:endParaRPr dirty="0"/>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Dòng tiền từ hoạt động kinh doanh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Lưu chuyển tiền tệ lũy kế</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LƯU CHUYỂN TIỀN TỆ - LK 5 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LƯU CHUYỂN TIỀN TỆ - T05/2026</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Dòng tiền từ hoạt động kinh doanh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Lưu chuyển tiền tệ_Tháng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Lưu chuyển tiền tệ lũy kế theo quý</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LƯU CHUYỂN TIỀN TỆ_THEO QUÝ</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Dòng tiền từ hoạt động kinh doanh</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Dòng tiền từ hoạt động kinh doanh</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Đơn vị tiền tệ</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Lưu chuyển tiền tệ lũy kế theo 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LƯU CHUYỂN TIỀN TỆ_THEO NĂM</a:t>
            </a:r>
            <a:endParaRPr dirty="0"/>
          </a:p>
          <a:p>
            <a:r>
              <a:rPr b="0" dirty="0"/>
              <a:t>No alt text provided</a:t>
            </a:r>
            <a:endParaRPr dirty="0"/>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Tỷ suất lợi nhuận sau thuế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Z - Score - Quý</a:t>
            </a:r>
            <a:endParaRPr dirty="0"/>
          </a:p>
          <a:p>
            <a:r>
              <a:rPr b="0" dirty="0"/>
              <a:t>No alt text provided</a:t>
            </a:r>
            <a:endParaRPr dirty="0"/>
          </a:p>
          <a:p>
            <a:endParaRPr dirty="0"/>
          </a:p>
          <a:p>
            <a:r>
              <a:rPr b="1" dirty="0"/>
              <a:t>Zscore Thang</a:t>
            </a:r>
            <a:endParaRPr dirty="0"/>
          </a:p>
          <a:p>
            <a:r>
              <a:rPr b="0" dirty="0"/>
              <a:t>No alt text provided</a:t>
            </a:r>
            <a:endParaRPr dirty="0"/>
          </a:p>
          <a:p>
            <a:endParaRPr dirty="0"/>
          </a:p>
          <a:p>
            <a:r>
              <a:rPr b="1" dirty="0"/>
              <a:t>Zscore Quy</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CHỈ SỐ TÀI CHÍNH - LŨY KẾ 5 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Z - Score - Năm</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Z - Score - Quý</a:t>
            </a:r>
            <a:endParaRPr dirty="0"/>
          </a:p>
          <a:p>
            <a:r>
              <a:rPr b="0" dirty="0"/>
              <a:t>No alt text provided</a:t>
            </a:r>
            <a:endParaRPr dirty="0"/>
          </a:p>
          <a:p>
            <a:endParaRPr dirty="0"/>
          </a:p>
          <a:p>
            <a:r>
              <a:rPr b="1" dirty="0"/>
              <a:t>Z - Score - Quý</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Z - Score - Quý</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Zscore Nam</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Z - Score (Sức khỏe tài chính)</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MA TRẬN KẾT QUẢ KINH DOANH - LŨY KẾ T05/2026</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Doanh thu thuần - Tháng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Xem số liệu</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tableEx</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Tiền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 TRẬN TÌNH HÌNH TÀI CHÍNH - T05/2026</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Help</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advancedSlicerVisual</a:t>
            </a:r>
            <a:endParaRPr dirty="0"/>
          </a:p>
          <a:p>
            <a:r>
              <a:rPr b="0" dirty="0"/>
              <a:t>No alt text provided</a:t>
            </a:r>
            <a:endParaRPr dirty="0"/>
          </a:p>
          <a:p>
            <a:endParaRPr dirty="0"/>
          </a:p>
          <a:p>
            <a:r>
              <a:rPr b="1" dirty="0"/>
              <a:t>MA TRẬN LƯU CHUYỂN TIỀN TỆ - LŨY KẾ T05/2026</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Dòng tiền từ hoạt động kinh doanh</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Xem số liệu</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Công ty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Tỷ suất lợi nhuận sau thuế (%)</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Matrix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MA TRẬN CHỈ SỐ TÀI CHÍNH - LŨY KẾ T05/2026</a:t>
            </a:r>
            <a:endParaRPr dirty="0"/>
          </a:p>
          <a:p>
            <a:r>
              <a:rPr b="0" dirty="0"/>
              <a:t>No alt text provided</a:t>
            </a:r>
            <a:endParaRPr dirty="0"/>
          </a:p>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Người phụ trách</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Năm</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Tháng</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Help</a:t>
            </a:r>
            <a:endParaRPr dirty="0"/>
          </a:p>
          <a:p>
            <a:r>
              <a:rPr b="0" dirty="0"/>
              <a:t>No alt text provided</a:t>
            </a:r>
            <a:endParaRPr dirty="0"/>
          </a:p>
          <a:p>
            <a:endParaRPr dirty="0"/>
          </a:p>
          <a:p>
            <a:r>
              <a:rPr b="1" dirty="0"/>
              <a:t>Cơ cấu sở hữu</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THÔNG TIN CÔNG TY</a:t>
            </a:r>
            <a:endParaRPr dirty="0"/>
          </a:p>
          <a:p>
            <a:r>
              <a:rPr b="0" dirty="0"/>
              <a:t>No alt text provided</a:t>
            </a:r>
            <a:endParaRPr dirty="0"/>
          </a:p>
          <a:p>
            <a:endParaRPr dirty="0"/>
          </a:p>
          <a:p>
            <a:r>
              <a:rPr b="1" dirty="0"/>
              <a:t>☰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advancedSlicerVisual</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Back</a:t>
            </a:r>
            <a:endParaRPr dirty="0"/>
          </a:p>
          <a:p>
            <a:r>
              <a:rPr b="0" dirty="0"/>
              <a:t>No alt text provided</a:t>
            </a:r>
            <a:endParaRPr dirty="0"/>
          </a:p>
          <a:p>
            <a:endParaRPr dirty="0"/>
          </a:p>
          <a:p>
            <a:r>
              <a:rPr b="1" dirty="0"/>
              <a:t>Công ty</a:t>
            </a:r>
            <a:endParaRPr dirty="0"/>
          </a:p>
          <a:p>
            <a:r>
              <a:rPr b="0" dirty="0"/>
              <a:t>No alt text provided</a:t>
            </a:r>
            <a:endParaRPr dirty="0"/>
          </a:p>
          <a:p>
            <a:endParaRPr dirty="0"/>
          </a:p>
          <a:p>
            <a:r>
              <a:rPr b="1" dirty="0"/>
              <a:t>Nguoi phu trach</a:t>
            </a:r>
            <a:endParaRPr dirty="0"/>
          </a:p>
          <a:p>
            <a:r>
              <a:rPr b="0" dirty="0"/>
              <a:t>Người cập nhật: Trần Hữu Thọ (119). Cấp trên: Nguyễn Bảo Quốc (155). Cập nhật ngày 7 hàng tháng</a:t>
            </a:r>
            <a:endParaRPr dirty="0"/>
          </a:p>
          <a:p>
            <a:endParaRPr dirty="0"/>
          </a:p>
          <a:p>
            <a:r>
              <a:rPr b="1" dirty="0"/>
              <a:t>shape</a:t>
            </a:r>
            <a:endParaRPr dirty="0"/>
          </a:p>
          <a:p>
            <a:r>
              <a:rPr b="0" dirty="0"/>
              <a:t>No alt text provided</a:t>
            </a:r>
            <a:endParaRPr dirty="0"/>
          </a:p>
          <a:p>
            <a:endParaRPr dirty="0"/>
          </a:p>
          <a:p>
            <a:r>
              <a:rPr b="1" dirty="0"/>
              <a:t>Matrix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6/22/2026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hyperlink" Target="https://app.powerbi.com/groups/me/reports/5213c890-b9f8-4e32-8ec5-e0094724480d/?pbi_source=PowerPoint" TargetMode="External"/><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6/22/2026 6:21:02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Kết quả kinh doanh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Kết quả kinh doanh_Tháng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Kết quả kinh doanh_Quý</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Kết quả kinh doanh_Năm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Tình hình tài chính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Tình hình tài chính_Quý</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Tình hình tài chính_Năm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Lưu chuyển tiền tệ</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Lưu chuyển tiền tệ_Tháng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Lưu chuyển tiền tệ_Quý</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Lưu chuyển tiền tệ_Năm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Chỉ số tài chính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Ma trận_Kết quả kinh doanh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Ma trận_Tình hình tài chính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Ma trận_Lưu chuyển tiền tệ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Ma trận_Chỉ số tài chính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r:id="rId3"/>
          </p:cNvPr>
          <p:cNvPicPr>
            <a:picLocks noChangeAspect="1"/>
          </p:cNvPicPr>
          <p:nvPr/>
        </p:nvPicPr>
        <p:blipFill>
          <a:blip r:embed="rId4"/>
          <a:stretch>
            <a:fillRect/>
          </a:stretch>
        </p:blipFill>
        <p:spPr>
          <a:xfrm>
            <a:off x="0" y="352425"/>
            <a:ext cx="12192000" cy="6143625"/>
          </a:xfrm>
          <a:prstGeom prst="rect">
            <a:avLst/>
          </a:prstGeom>
          <a:noFill/>
        </p:spPr>
      </p:pic>
      <p:sp>
        <p:nvSpPr>
          <p:cNvPr id="4" name="Title" hidden="1"/>
          <p:cNvSpPr>
            <a:spLocks noGrp="1"/>
          </p:cNvSpPr>
          <p:nvPr>
            <p:ph type="title"/>
          </p:nvPr>
        </p:nvSpPr>
        <p:spPr/>
        <p:txBody>
          <a:bodyPr/>
          <a:lstStyle/>
          <a:p>
            <a:r>
              <a:t>Thông tin công ty</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4605</Words>
  <Application>Microsoft Office PowerPoint</Application>
  <PresentationFormat>Widescreen</PresentationFormat>
  <Paragraphs>2214</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Calibri</vt:lpstr>
      <vt:lpstr>Calibri Light</vt:lpstr>
      <vt:lpstr>Segoe UI</vt:lpstr>
      <vt:lpstr>Segoe UI Light</vt:lpstr>
      <vt:lpstr>Segoe UI Semibold</vt:lpstr>
      <vt:lpstr>Custom Design</vt:lpstr>
      <vt:lpstr>101.Báo cáo tài chính</vt:lpstr>
      <vt:lpstr>Kết quả kinh doanh</vt:lpstr>
      <vt:lpstr>Kết quả kinh doanh_Tháng</vt:lpstr>
      <vt:lpstr>Kết quả kinh doanh_Quý</vt:lpstr>
      <vt:lpstr>Kết quả kinh doanh_Năm</vt:lpstr>
      <vt:lpstr>Tình hình tài chính</vt:lpstr>
      <vt:lpstr>Tình hình tài chính_Quý</vt:lpstr>
      <vt:lpstr>Tình hình tài chính_Năm</vt:lpstr>
      <vt:lpstr>Lưu chuyển tiền tệ</vt:lpstr>
      <vt:lpstr>Lưu chuyển tiền tệ_Tháng</vt:lpstr>
      <vt:lpstr>Lưu chuyển tiền tệ_Quý</vt:lpstr>
      <vt:lpstr>Lưu chuyển tiền tệ_Năm</vt:lpstr>
      <vt:lpstr>Chỉ số tài chính</vt:lpstr>
      <vt:lpstr>Ma trận_Kết quả kinh doanh</vt:lpstr>
      <vt:lpstr>Ma trận_Tình hình tài chính</vt:lpstr>
      <vt:lpstr>Ma trận_Lưu chuyển tiền tệ</vt:lpstr>
      <vt:lpstr>Ma trận_Chỉ số tài chính</vt:lpstr>
      <vt:lpstr>Thông tin công 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Cư, Lê Hoành</cp:lastModifiedBy>
  <cp:revision>4</cp:revision>
  <dcterms:created xsi:type="dcterms:W3CDTF">2016-09-04T11:54:55Z</dcterms:created>
  <dcterms:modified xsi:type="dcterms:W3CDTF">2026-06-22T06:22:12Z</dcterms:modified>
</cp:coreProperties>
</file>