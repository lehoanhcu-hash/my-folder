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9" r:id="rId3"/>
    <p:sldId id="258" r:id="rId4"/>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F8597A-7EBC-4252-91DA-E767B525CCE7}" v="72" dt="2025-12-22T03:13:46.7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1074"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slide" Target="slides/slide3.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Quốc, Nguyễn Bảo" userId="54e4a8bf-fee3-4059-a0aa-cac926fbfc33" providerId="ADAL" clId="{D1709557-2D00-4E4E-8617-FE63CE0E67BF}"/>
    <pc:docChg chg="undo custSel addSld modSld sldOrd">
      <pc:chgData name="Quốc, Nguyễn Bảo" userId="54e4a8bf-fee3-4059-a0aa-cac926fbfc33" providerId="ADAL" clId="{D1709557-2D00-4E4E-8617-FE63CE0E67BF}" dt="2025-12-22T03:13:49.616" v="2948" actId="113"/>
      <pc:docMkLst>
        <pc:docMk/>
      </pc:docMkLst>
      <pc:sldChg chg="addSp delSp modSp mod modClrScheme delDesignElem chgLayout">
        <pc:chgData name="Quốc, Nguyễn Bảo" userId="54e4a8bf-fee3-4059-a0aa-cac926fbfc33" providerId="ADAL" clId="{D1709557-2D00-4E4E-8617-FE63CE0E67BF}" dt="2025-12-22T03:13:49.616" v="2948" actId="113"/>
        <pc:sldMkLst>
          <pc:docMk/>
          <pc:sldMk cId="4143583300" sldId="257"/>
        </pc:sldMkLst>
        <pc:spChg chg="mod ord">
          <ac:chgData name="Quốc, Nguyễn Bảo" userId="54e4a8bf-fee3-4059-a0aa-cac926fbfc33" providerId="ADAL" clId="{D1709557-2D00-4E4E-8617-FE63CE0E67BF}" dt="2025-12-19T05:11:33.788" v="2871" actId="1076"/>
          <ac:spMkLst>
            <pc:docMk/>
            <pc:sldMk cId="4143583300" sldId="257"/>
            <ac:spMk id="2" creationId="{E38DC928-56B1-C397-2ED0-91B5CCC792D6}"/>
          </ac:spMkLst>
        </pc:spChg>
        <pc:spChg chg="mod">
          <ac:chgData name="Quốc, Nguyễn Bảo" userId="54e4a8bf-fee3-4059-a0aa-cac926fbfc33" providerId="ADAL" clId="{D1709557-2D00-4E4E-8617-FE63CE0E67BF}" dt="2025-12-22T03:13:49.616" v="2948" actId="113"/>
          <ac:spMkLst>
            <pc:docMk/>
            <pc:sldMk cId="4143583300" sldId="257"/>
            <ac:spMk id="6" creationId="{11C6A836-30D7-7B17-B271-91AC3D0D3AAF}"/>
          </ac:spMkLst>
        </pc:spChg>
        <pc:grpChg chg="add mod">
          <ac:chgData name="Quốc, Nguyễn Bảo" userId="54e4a8bf-fee3-4059-a0aa-cac926fbfc33" providerId="ADAL" clId="{D1709557-2D00-4E4E-8617-FE63CE0E67BF}" dt="2025-12-19T07:05:38.025" v="2938" actId="164"/>
          <ac:grpSpMkLst>
            <pc:docMk/>
            <pc:sldMk cId="4143583300" sldId="257"/>
            <ac:grpSpMk id="20" creationId="{B17A895F-F0CA-EB45-BDA0-7938F547A8E8}"/>
          </ac:grpSpMkLst>
        </pc:grpChg>
        <pc:picChg chg="add mod ord">
          <ac:chgData name="Quốc, Nguyễn Bảo" userId="54e4a8bf-fee3-4059-a0aa-cac926fbfc33" providerId="ADAL" clId="{D1709557-2D00-4E4E-8617-FE63CE0E67BF}" dt="2025-12-19T07:05:38.025" v="2938" actId="164"/>
          <ac:picMkLst>
            <pc:docMk/>
            <pc:sldMk cId="4143583300" sldId="257"/>
            <ac:picMk id="7" creationId="{9E6C8B63-E4A6-AF00-8596-CC0EBF237D74}"/>
          </ac:picMkLst>
        </pc:picChg>
        <pc:picChg chg="add mod">
          <ac:chgData name="Quốc, Nguyễn Bảo" userId="54e4a8bf-fee3-4059-a0aa-cac926fbfc33" providerId="ADAL" clId="{D1709557-2D00-4E4E-8617-FE63CE0E67BF}" dt="2025-12-19T05:14:11.152" v="2885" actId="1076"/>
          <ac:picMkLst>
            <pc:docMk/>
            <pc:sldMk cId="4143583300" sldId="257"/>
            <ac:picMk id="9" creationId="{A90A0DD0-E862-1D9E-1728-8068BF0CFF83}"/>
          </ac:picMkLst>
        </pc:picChg>
        <pc:picChg chg="add mod">
          <ac:chgData name="Quốc, Nguyễn Bảo" userId="54e4a8bf-fee3-4059-a0aa-cac926fbfc33" providerId="ADAL" clId="{D1709557-2D00-4E4E-8617-FE63CE0E67BF}" dt="2025-12-19T07:05:38.025" v="2938" actId="164"/>
          <ac:picMkLst>
            <pc:docMk/>
            <pc:sldMk cId="4143583300" sldId="257"/>
            <ac:picMk id="18" creationId="{09A7E373-AF26-3C5C-1FDD-9843BAB5686D}"/>
          </ac:picMkLst>
        </pc:picChg>
      </pc:sldChg>
      <pc:sldChg chg="addSp delSp modSp new mod">
        <pc:chgData name="Quốc, Nguyễn Bảo" userId="54e4a8bf-fee3-4059-a0aa-cac926fbfc33" providerId="ADAL" clId="{D1709557-2D00-4E4E-8617-FE63CE0E67BF}" dt="2025-12-19T04:58:41.379" v="2621" actId="1035"/>
        <pc:sldMkLst>
          <pc:docMk/>
          <pc:sldMk cId="20003454" sldId="258"/>
        </pc:sldMkLst>
        <pc:spChg chg="add mod">
          <ac:chgData name="Quốc, Nguyễn Bảo" userId="54e4a8bf-fee3-4059-a0aa-cac926fbfc33" providerId="ADAL" clId="{D1709557-2D00-4E4E-8617-FE63CE0E67BF}" dt="2025-12-18T06:33:25.892" v="1726" actId="20577"/>
          <ac:spMkLst>
            <pc:docMk/>
            <pc:sldMk cId="20003454" sldId="258"/>
            <ac:spMk id="6" creationId="{7B3C8E6A-4C1F-47CE-E56B-0769646E6C81}"/>
          </ac:spMkLst>
        </pc:spChg>
        <pc:spChg chg="add mod">
          <ac:chgData name="Quốc, Nguyễn Bảo" userId="54e4a8bf-fee3-4059-a0aa-cac926fbfc33" providerId="ADAL" clId="{D1709557-2D00-4E4E-8617-FE63CE0E67BF}" dt="2025-12-18T10:52:17.667" v="2596"/>
          <ac:spMkLst>
            <pc:docMk/>
            <pc:sldMk cId="20003454" sldId="258"/>
            <ac:spMk id="16" creationId="{E57560B3-37E3-9E3B-2B07-A838AE51FC31}"/>
          </ac:spMkLst>
        </pc:spChg>
        <pc:grpChg chg="add mod">
          <ac:chgData name="Quốc, Nguyễn Bảo" userId="54e4a8bf-fee3-4059-a0aa-cac926fbfc33" providerId="ADAL" clId="{D1709557-2D00-4E4E-8617-FE63CE0E67BF}" dt="2025-12-18T06:24:40.778" v="1580" actId="1076"/>
          <ac:grpSpMkLst>
            <pc:docMk/>
            <pc:sldMk cId="20003454" sldId="258"/>
            <ac:grpSpMk id="11" creationId="{468E6F40-B124-F25D-05DE-55650C0DA363}"/>
          </ac:grpSpMkLst>
        </pc:grpChg>
        <pc:graphicFrameChg chg="add mod ord modGraphic">
          <ac:chgData name="Quốc, Nguyễn Bảo" userId="54e4a8bf-fee3-4059-a0aa-cac926fbfc33" providerId="ADAL" clId="{D1709557-2D00-4E4E-8617-FE63CE0E67BF}" dt="2025-12-18T10:52:37.898" v="2602" actId="1036"/>
          <ac:graphicFrameMkLst>
            <pc:docMk/>
            <pc:sldMk cId="20003454" sldId="258"/>
            <ac:graphicFrameMk id="5" creationId="{2F755C32-4A35-3243-6588-172A067E6A6E}"/>
          </ac:graphicFrameMkLst>
        </pc:graphicFrameChg>
        <pc:picChg chg="add mod">
          <ac:chgData name="Quốc, Nguyễn Bảo" userId="54e4a8bf-fee3-4059-a0aa-cac926fbfc33" providerId="ADAL" clId="{D1709557-2D00-4E4E-8617-FE63CE0E67BF}" dt="2025-12-18T06:21:41.930" v="1525" actId="164"/>
          <ac:picMkLst>
            <pc:docMk/>
            <pc:sldMk cId="20003454" sldId="258"/>
            <ac:picMk id="2" creationId="{0157ED33-66E3-63D0-017E-A78AAF0C005F}"/>
          </ac:picMkLst>
        </pc:picChg>
        <pc:picChg chg="add mod">
          <ac:chgData name="Quốc, Nguyễn Bảo" userId="54e4a8bf-fee3-4059-a0aa-cac926fbfc33" providerId="ADAL" clId="{D1709557-2D00-4E4E-8617-FE63CE0E67BF}" dt="2025-12-18T06:21:41.930" v="1525" actId="164"/>
          <ac:picMkLst>
            <pc:docMk/>
            <pc:sldMk cId="20003454" sldId="258"/>
            <ac:picMk id="3" creationId="{C09862CF-CB95-7329-24E0-9611A91F470F}"/>
          </ac:picMkLst>
        </pc:picChg>
        <pc:picChg chg="add mod">
          <ac:chgData name="Quốc, Nguyễn Bảo" userId="54e4a8bf-fee3-4059-a0aa-cac926fbfc33" providerId="ADAL" clId="{D1709557-2D00-4E4E-8617-FE63CE0E67BF}" dt="2025-12-18T06:21:41.930" v="1525" actId="164"/>
          <ac:picMkLst>
            <pc:docMk/>
            <pc:sldMk cId="20003454" sldId="258"/>
            <ac:picMk id="7" creationId="{BFF966CE-3086-ABCC-0542-17C6DF5A4957}"/>
          </ac:picMkLst>
        </pc:picChg>
        <pc:picChg chg="add mod modCrop">
          <ac:chgData name="Quốc, Nguyễn Bảo" userId="54e4a8bf-fee3-4059-a0aa-cac926fbfc33" providerId="ADAL" clId="{D1709557-2D00-4E4E-8617-FE63CE0E67BF}" dt="2025-12-19T04:58:41.379" v="2621" actId="1035"/>
          <ac:picMkLst>
            <pc:docMk/>
            <pc:sldMk cId="20003454" sldId="258"/>
            <ac:picMk id="13" creationId="{2C41F297-9885-546C-4012-6E9BFEA1E36E}"/>
          </ac:picMkLst>
        </pc:picChg>
        <pc:picChg chg="add mod modCrop">
          <ac:chgData name="Quốc, Nguyễn Bảo" userId="54e4a8bf-fee3-4059-a0aa-cac926fbfc33" providerId="ADAL" clId="{D1709557-2D00-4E4E-8617-FE63CE0E67BF}" dt="2025-12-19T04:58:27.397" v="2618" actId="1036"/>
          <ac:picMkLst>
            <pc:docMk/>
            <pc:sldMk cId="20003454" sldId="258"/>
            <ac:picMk id="14" creationId="{080EC0F7-67ED-BEC2-A73D-2B82A558EDAE}"/>
          </ac:picMkLst>
        </pc:picChg>
        <pc:picChg chg="add mod modCrop">
          <ac:chgData name="Quốc, Nguyễn Bảo" userId="54e4a8bf-fee3-4059-a0aa-cac926fbfc33" providerId="ADAL" clId="{D1709557-2D00-4E4E-8617-FE63CE0E67BF}" dt="2025-12-19T04:58:23.756" v="2614" actId="1036"/>
          <ac:picMkLst>
            <pc:docMk/>
            <pc:sldMk cId="20003454" sldId="258"/>
            <ac:picMk id="15" creationId="{5F4A3832-42BF-4DB5-83C6-F11B221FCF65}"/>
          </ac:picMkLst>
        </pc:picChg>
      </pc:sldChg>
      <pc:sldChg chg="addSp delSp modSp new mod ord">
        <pc:chgData name="Quốc, Nguyễn Bảo" userId="54e4a8bf-fee3-4059-a0aa-cac926fbfc33" providerId="ADAL" clId="{D1709557-2D00-4E4E-8617-FE63CE0E67BF}" dt="2025-12-18T10:55:07.830" v="2605"/>
        <pc:sldMkLst>
          <pc:docMk/>
          <pc:sldMk cId="3200860839" sldId="259"/>
        </pc:sldMkLst>
        <pc:spChg chg="mod">
          <ac:chgData name="Quốc, Nguyễn Bảo" userId="54e4a8bf-fee3-4059-a0aa-cac926fbfc33" providerId="ADAL" clId="{D1709557-2D00-4E4E-8617-FE63CE0E67BF}" dt="2025-12-18T10:51:36.730" v="2594" actId="20577"/>
          <ac:spMkLst>
            <pc:docMk/>
            <pc:sldMk cId="3200860839" sldId="259"/>
            <ac:spMk id="2" creationId="{DBFA37C7-EB49-C1F0-A822-0143179E1D34}"/>
          </ac:spMkLst>
        </pc:spChg>
        <pc:graphicFrameChg chg="add mod">
          <ac:chgData name="Quốc, Nguyễn Bảo" userId="54e4a8bf-fee3-4059-a0aa-cac926fbfc33" providerId="ADAL" clId="{D1709557-2D00-4E4E-8617-FE63CE0E67BF}" dt="2025-12-18T10:55:07.830" v="2605"/>
          <ac:graphicFrameMkLst>
            <pc:docMk/>
            <pc:sldMk cId="3200860839" sldId="259"/>
            <ac:graphicFrameMk id="3" creationId="{0602620D-2650-1A5D-A531-03C78E73CD21}"/>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FEDF9-35F7-B9D0-D726-74F62AE5EAD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32950070-AFF4-5A80-6BDF-3AFEF5E8E3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FE232851-97ED-86DB-587F-6B97FF996936}"/>
              </a:ext>
            </a:extLst>
          </p:cNvPr>
          <p:cNvSpPr>
            <a:spLocks noGrp="1"/>
          </p:cNvSpPr>
          <p:nvPr>
            <p:ph type="dt" sz="half" idx="10"/>
          </p:nvPr>
        </p:nvSpPr>
        <p:spPr/>
        <p:txBody>
          <a:bodyPr/>
          <a:lstStyle/>
          <a:p>
            <a:fld id="{D9F5FABB-2804-4103-AF2B-5B2CEAB4A33F}" type="datetimeFigureOut">
              <a:rPr lang="vi-VN" smtClean="0"/>
              <a:t>22/12/2025</a:t>
            </a:fld>
            <a:endParaRPr lang="vi-VN"/>
          </a:p>
        </p:txBody>
      </p:sp>
      <p:sp>
        <p:nvSpPr>
          <p:cNvPr id="5" name="Footer Placeholder 4">
            <a:extLst>
              <a:ext uri="{FF2B5EF4-FFF2-40B4-BE49-F238E27FC236}">
                <a16:creationId xmlns:a16="http://schemas.microsoft.com/office/drawing/2014/main" id="{A8E9D502-2890-20DE-985A-0DD6DD562EF0}"/>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C246D40B-4BC9-EBAC-502E-95A722450ADB}"/>
              </a:ext>
            </a:extLst>
          </p:cNvPr>
          <p:cNvSpPr>
            <a:spLocks noGrp="1"/>
          </p:cNvSpPr>
          <p:nvPr>
            <p:ph type="sldNum" sz="quarter" idx="12"/>
          </p:nvPr>
        </p:nvSpPr>
        <p:spPr/>
        <p:txBody>
          <a:bodyPr/>
          <a:lstStyle/>
          <a:p>
            <a:fld id="{D0A368CF-6EF4-4039-9316-2E224FD8AABD}" type="slidenum">
              <a:rPr lang="vi-VN" smtClean="0"/>
              <a:t>‹#›</a:t>
            </a:fld>
            <a:endParaRPr lang="vi-VN"/>
          </a:p>
        </p:txBody>
      </p:sp>
    </p:spTree>
    <p:extLst>
      <p:ext uri="{BB962C8B-B14F-4D97-AF65-F5344CB8AC3E}">
        <p14:creationId xmlns:p14="http://schemas.microsoft.com/office/powerpoint/2010/main" val="15854690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8B89E-B677-9F88-1BAB-B51D6655CA1B}"/>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DBC49709-91AC-0F75-D17E-6E73831D465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735BC560-2675-8060-2872-6DDDEBF7B54B}"/>
              </a:ext>
            </a:extLst>
          </p:cNvPr>
          <p:cNvSpPr>
            <a:spLocks noGrp="1"/>
          </p:cNvSpPr>
          <p:nvPr>
            <p:ph type="dt" sz="half" idx="10"/>
          </p:nvPr>
        </p:nvSpPr>
        <p:spPr/>
        <p:txBody>
          <a:bodyPr/>
          <a:lstStyle/>
          <a:p>
            <a:fld id="{D9F5FABB-2804-4103-AF2B-5B2CEAB4A33F}" type="datetimeFigureOut">
              <a:rPr lang="vi-VN" smtClean="0"/>
              <a:t>22/12/2025</a:t>
            </a:fld>
            <a:endParaRPr lang="vi-VN"/>
          </a:p>
        </p:txBody>
      </p:sp>
      <p:sp>
        <p:nvSpPr>
          <p:cNvPr id="5" name="Footer Placeholder 4">
            <a:extLst>
              <a:ext uri="{FF2B5EF4-FFF2-40B4-BE49-F238E27FC236}">
                <a16:creationId xmlns:a16="http://schemas.microsoft.com/office/drawing/2014/main" id="{E8E1D090-9075-7A5F-EE74-12166DDCC21E}"/>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F9DE0D44-AD83-6505-B965-1306AF016CA0}"/>
              </a:ext>
            </a:extLst>
          </p:cNvPr>
          <p:cNvSpPr>
            <a:spLocks noGrp="1"/>
          </p:cNvSpPr>
          <p:nvPr>
            <p:ph type="sldNum" sz="quarter" idx="12"/>
          </p:nvPr>
        </p:nvSpPr>
        <p:spPr/>
        <p:txBody>
          <a:bodyPr/>
          <a:lstStyle/>
          <a:p>
            <a:fld id="{D0A368CF-6EF4-4039-9316-2E224FD8AABD}" type="slidenum">
              <a:rPr lang="vi-VN" smtClean="0"/>
              <a:t>‹#›</a:t>
            </a:fld>
            <a:endParaRPr lang="vi-VN"/>
          </a:p>
        </p:txBody>
      </p:sp>
    </p:spTree>
    <p:extLst>
      <p:ext uri="{BB962C8B-B14F-4D97-AF65-F5344CB8AC3E}">
        <p14:creationId xmlns:p14="http://schemas.microsoft.com/office/powerpoint/2010/main" val="138941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F9AFB-5177-A926-B526-7EA0EDDD53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CF6DA502-0B75-4F0D-157D-2A2D85F5E09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E9F5A5-C9E9-32AE-28F7-CA30A7329630}"/>
              </a:ext>
            </a:extLst>
          </p:cNvPr>
          <p:cNvSpPr>
            <a:spLocks noGrp="1"/>
          </p:cNvSpPr>
          <p:nvPr>
            <p:ph type="dt" sz="half" idx="10"/>
          </p:nvPr>
        </p:nvSpPr>
        <p:spPr/>
        <p:txBody>
          <a:bodyPr/>
          <a:lstStyle/>
          <a:p>
            <a:fld id="{D9F5FABB-2804-4103-AF2B-5B2CEAB4A33F}" type="datetimeFigureOut">
              <a:rPr lang="vi-VN" smtClean="0"/>
              <a:t>22/12/2025</a:t>
            </a:fld>
            <a:endParaRPr lang="vi-VN"/>
          </a:p>
        </p:txBody>
      </p:sp>
      <p:sp>
        <p:nvSpPr>
          <p:cNvPr id="5" name="Footer Placeholder 4">
            <a:extLst>
              <a:ext uri="{FF2B5EF4-FFF2-40B4-BE49-F238E27FC236}">
                <a16:creationId xmlns:a16="http://schemas.microsoft.com/office/drawing/2014/main" id="{D5CA17D7-9BE5-2334-4AE6-2042D920460C}"/>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3F726885-3A91-D8B5-6C1C-CED714C128E6}"/>
              </a:ext>
            </a:extLst>
          </p:cNvPr>
          <p:cNvSpPr>
            <a:spLocks noGrp="1"/>
          </p:cNvSpPr>
          <p:nvPr>
            <p:ph type="sldNum" sz="quarter" idx="12"/>
          </p:nvPr>
        </p:nvSpPr>
        <p:spPr/>
        <p:txBody>
          <a:bodyPr/>
          <a:lstStyle/>
          <a:p>
            <a:fld id="{D0A368CF-6EF4-4039-9316-2E224FD8AABD}" type="slidenum">
              <a:rPr lang="vi-VN" smtClean="0"/>
              <a:t>‹#›</a:t>
            </a:fld>
            <a:endParaRPr lang="vi-VN"/>
          </a:p>
        </p:txBody>
      </p:sp>
    </p:spTree>
    <p:extLst>
      <p:ext uri="{BB962C8B-B14F-4D97-AF65-F5344CB8AC3E}">
        <p14:creationId xmlns:p14="http://schemas.microsoft.com/office/powerpoint/2010/main" val="669670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0AAA6-0162-E1EB-9A9D-594E70BD1751}"/>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CBB98297-67A2-F0B1-F299-0D489E367F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1EE709B0-1946-8BE7-F2A5-AB747AB70B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474AEDB4-3DE5-A2F4-F148-8FB1C044BED6}"/>
              </a:ext>
            </a:extLst>
          </p:cNvPr>
          <p:cNvSpPr>
            <a:spLocks noGrp="1"/>
          </p:cNvSpPr>
          <p:nvPr>
            <p:ph type="dt" sz="half" idx="10"/>
          </p:nvPr>
        </p:nvSpPr>
        <p:spPr/>
        <p:txBody>
          <a:bodyPr/>
          <a:lstStyle/>
          <a:p>
            <a:fld id="{D9F5FABB-2804-4103-AF2B-5B2CEAB4A33F}" type="datetimeFigureOut">
              <a:rPr lang="vi-VN" smtClean="0"/>
              <a:t>22/12/2025</a:t>
            </a:fld>
            <a:endParaRPr lang="vi-VN"/>
          </a:p>
        </p:txBody>
      </p:sp>
      <p:sp>
        <p:nvSpPr>
          <p:cNvPr id="6" name="Footer Placeholder 5">
            <a:extLst>
              <a:ext uri="{FF2B5EF4-FFF2-40B4-BE49-F238E27FC236}">
                <a16:creationId xmlns:a16="http://schemas.microsoft.com/office/drawing/2014/main" id="{299E3485-703A-C8CE-3A8D-A6C410097891}"/>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7B261DC1-343D-B089-59A3-DF0498EA1A6B}"/>
              </a:ext>
            </a:extLst>
          </p:cNvPr>
          <p:cNvSpPr>
            <a:spLocks noGrp="1"/>
          </p:cNvSpPr>
          <p:nvPr>
            <p:ph type="sldNum" sz="quarter" idx="12"/>
          </p:nvPr>
        </p:nvSpPr>
        <p:spPr/>
        <p:txBody>
          <a:bodyPr/>
          <a:lstStyle/>
          <a:p>
            <a:fld id="{D0A368CF-6EF4-4039-9316-2E224FD8AABD}" type="slidenum">
              <a:rPr lang="vi-VN" smtClean="0"/>
              <a:t>‹#›</a:t>
            </a:fld>
            <a:endParaRPr lang="vi-VN"/>
          </a:p>
        </p:txBody>
      </p:sp>
    </p:spTree>
    <p:extLst>
      <p:ext uri="{BB962C8B-B14F-4D97-AF65-F5344CB8AC3E}">
        <p14:creationId xmlns:p14="http://schemas.microsoft.com/office/powerpoint/2010/main" val="4182793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B698A-E4D8-959B-DCA5-1D1AA13C6972}"/>
              </a:ext>
            </a:extLst>
          </p:cNvPr>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8F5D6BF0-772B-AAAC-7743-5577552341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57DC3A-3323-FAA8-CD59-DD642061F7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A14D6039-EB0B-82FA-4DE4-9B5F703E047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A27E08-D939-2E70-7181-C8F55E4C37E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F9665FE9-1CD4-0FA9-E016-09205F2A0951}"/>
              </a:ext>
            </a:extLst>
          </p:cNvPr>
          <p:cNvSpPr>
            <a:spLocks noGrp="1"/>
          </p:cNvSpPr>
          <p:nvPr>
            <p:ph type="dt" sz="half" idx="10"/>
          </p:nvPr>
        </p:nvSpPr>
        <p:spPr/>
        <p:txBody>
          <a:bodyPr/>
          <a:lstStyle/>
          <a:p>
            <a:fld id="{D9F5FABB-2804-4103-AF2B-5B2CEAB4A33F}" type="datetimeFigureOut">
              <a:rPr lang="vi-VN" smtClean="0"/>
              <a:t>22/12/2025</a:t>
            </a:fld>
            <a:endParaRPr lang="vi-VN"/>
          </a:p>
        </p:txBody>
      </p:sp>
      <p:sp>
        <p:nvSpPr>
          <p:cNvPr id="8" name="Footer Placeholder 7">
            <a:extLst>
              <a:ext uri="{FF2B5EF4-FFF2-40B4-BE49-F238E27FC236}">
                <a16:creationId xmlns:a16="http://schemas.microsoft.com/office/drawing/2014/main" id="{6A6913AD-4F3E-BFF8-C39B-F194E5EF4ED9}"/>
              </a:ext>
            </a:extLst>
          </p:cNvPr>
          <p:cNvSpPr>
            <a:spLocks noGrp="1"/>
          </p:cNvSpPr>
          <p:nvPr>
            <p:ph type="ftr" sz="quarter" idx="11"/>
          </p:nvPr>
        </p:nvSpPr>
        <p:spPr/>
        <p:txBody>
          <a:bodyPr/>
          <a:lstStyle/>
          <a:p>
            <a:endParaRPr lang="vi-VN"/>
          </a:p>
        </p:txBody>
      </p:sp>
      <p:sp>
        <p:nvSpPr>
          <p:cNvPr id="9" name="Slide Number Placeholder 8">
            <a:extLst>
              <a:ext uri="{FF2B5EF4-FFF2-40B4-BE49-F238E27FC236}">
                <a16:creationId xmlns:a16="http://schemas.microsoft.com/office/drawing/2014/main" id="{FCBF9BE7-C9D2-5A03-059D-77C805E0F5B5}"/>
              </a:ext>
            </a:extLst>
          </p:cNvPr>
          <p:cNvSpPr>
            <a:spLocks noGrp="1"/>
          </p:cNvSpPr>
          <p:nvPr>
            <p:ph type="sldNum" sz="quarter" idx="12"/>
          </p:nvPr>
        </p:nvSpPr>
        <p:spPr/>
        <p:txBody>
          <a:bodyPr/>
          <a:lstStyle/>
          <a:p>
            <a:fld id="{D0A368CF-6EF4-4039-9316-2E224FD8AABD}" type="slidenum">
              <a:rPr lang="vi-VN" smtClean="0"/>
              <a:t>‹#›</a:t>
            </a:fld>
            <a:endParaRPr lang="vi-VN"/>
          </a:p>
        </p:txBody>
      </p:sp>
    </p:spTree>
    <p:extLst>
      <p:ext uri="{BB962C8B-B14F-4D97-AF65-F5344CB8AC3E}">
        <p14:creationId xmlns:p14="http://schemas.microsoft.com/office/powerpoint/2010/main" val="2456394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59032-1FE6-F430-F844-16BCEFA9E42F}"/>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056F10F2-8B7D-0E8B-77E5-B02A970B29E1}"/>
              </a:ext>
            </a:extLst>
          </p:cNvPr>
          <p:cNvSpPr>
            <a:spLocks noGrp="1"/>
          </p:cNvSpPr>
          <p:nvPr>
            <p:ph type="dt" sz="half" idx="10"/>
          </p:nvPr>
        </p:nvSpPr>
        <p:spPr/>
        <p:txBody>
          <a:bodyPr/>
          <a:lstStyle/>
          <a:p>
            <a:fld id="{D9F5FABB-2804-4103-AF2B-5B2CEAB4A33F}" type="datetimeFigureOut">
              <a:rPr lang="vi-VN" smtClean="0"/>
              <a:t>22/12/2025</a:t>
            </a:fld>
            <a:endParaRPr lang="vi-VN"/>
          </a:p>
        </p:txBody>
      </p:sp>
      <p:sp>
        <p:nvSpPr>
          <p:cNvPr id="4" name="Footer Placeholder 3">
            <a:extLst>
              <a:ext uri="{FF2B5EF4-FFF2-40B4-BE49-F238E27FC236}">
                <a16:creationId xmlns:a16="http://schemas.microsoft.com/office/drawing/2014/main" id="{EF904DC9-777E-801B-AC96-793EC9C876E8}"/>
              </a:ext>
            </a:extLst>
          </p:cNvPr>
          <p:cNvSpPr>
            <a:spLocks noGrp="1"/>
          </p:cNvSpPr>
          <p:nvPr>
            <p:ph type="ftr" sz="quarter" idx="11"/>
          </p:nvPr>
        </p:nvSpPr>
        <p:spPr/>
        <p:txBody>
          <a:bodyPr/>
          <a:lstStyle/>
          <a:p>
            <a:endParaRPr lang="vi-VN"/>
          </a:p>
        </p:txBody>
      </p:sp>
      <p:sp>
        <p:nvSpPr>
          <p:cNvPr id="5" name="Slide Number Placeholder 4">
            <a:extLst>
              <a:ext uri="{FF2B5EF4-FFF2-40B4-BE49-F238E27FC236}">
                <a16:creationId xmlns:a16="http://schemas.microsoft.com/office/drawing/2014/main" id="{282D2176-3C48-B3C7-A1D2-89D7A97F5E65}"/>
              </a:ext>
            </a:extLst>
          </p:cNvPr>
          <p:cNvSpPr>
            <a:spLocks noGrp="1"/>
          </p:cNvSpPr>
          <p:nvPr>
            <p:ph type="sldNum" sz="quarter" idx="12"/>
          </p:nvPr>
        </p:nvSpPr>
        <p:spPr/>
        <p:txBody>
          <a:bodyPr/>
          <a:lstStyle/>
          <a:p>
            <a:fld id="{D0A368CF-6EF4-4039-9316-2E224FD8AABD}" type="slidenum">
              <a:rPr lang="vi-VN" smtClean="0"/>
              <a:t>‹#›</a:t>
            </a:fld>
            <a:endParaRPr lang="vi-VN"/>
          </a:p>
        </p:txBody>
      </p:sp>
    </p:spTree>
    <p:extLst>
      <p:ext uri="{BB962C8B-B14F-4D97-AF65-F5344CB8AC3E}">
        <p14:creationId xmlns:p14="http://schemas.microsoft.com/office/powerpoint/2010/main" val="3654758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F28C40-D7CF-72B8-C442-D0D714E2E3E7}"/>
              </a:ext>
            </a:extLst>
          </p:cNvPr>
          <p:cNvSpPr>
            <a:spLocks noGrp="1"/>
          </p:cNvSpPr>
          <p:nvPr>
            <p:ph type="dt" sz="half" idx="10"/>
          </p:nvPr>
        </p:nvSpPr>
        <p:spPr/>
        <p:txBody>
          <a:bodyPr/>
          <a:lstStyle/>
          <a:p>
            <a:fld id="{D9F5FABB-2804-4103-AF2B-5B2CEAB4A33F}" type="datetimeFigureOut">
              <a:rPr lang="vi-VN" smtClean="0"/>
              <a:t>22/12/2025</a:t>
            </a:fld>
            <a:endParaRPr lang="vi-VN"/>
          </a:p>
        </p:txBody>
      </p:sp>
      <p:sp>
        <p:nvSpPr>
          <p:cNvPr id="3" name="Footer Placeholder 2">
            <a:extLst>
              <a:ext uri="{FF2B5EF4-FFF2-40B4-BE49-F238E27FC236}">
                <a16:creationId xmlns:a16="http://schemas.microsoft.com/office/drawing/2014/main" id="{59875DD7-2C37-599F-1383-0EF0CE88F768}"/>
              </a:ext>
            </a:extLst>
          </p:cNvPr>
          <p:cNvSpPr>
            <a:spLocks noGrp="1"/>
          </p:cNvSpPr>
          <p:nvPr>
            <p:ph type="ftr" sz="quarter" idx="11"/>
          </p:nvPr>
        </p:nvSpPr>
        <p:spPr/>
        <p:txBody>
          <a:bodyPr/>
          <a:lstStyle/>
          <a:p>
            <a:endParaRPr lang="vi-VN"/>
          </a:p>
        </p:txBody>
      </p:sp>
      <p:sp>
        <p:nvSpPr>
          <p:cNvPr id="4" name="Slide Number Placeholder 3">
            <a:extLst>
              <a:ext uri="{FF2B5EF4-FFF2-40B4-BE49-F238E27FC236}">
                <a16:creationId xmlns:a16="http://schemas.microsoft.com/office/drawing/2014/main" id="{69DEC418-DC5B-B11A-80C7-E0DD6EDB6236}"/>
              </a:ext>
            </a:extLst>
          </p:cNvPr>
          <p:cNvSpPr>
            <a:spLocks noGrp="1"/>
          </p:cNvSpPr>
          <p:nvPr>
            <p:ph type="sldNum" sz="quarter" idx="12"/>
          </p:nvPr>
        </p:nvSpPr>
        <p:spPr/>
        <p:txBody>
          <a:bodyPr/>
          <a:lstStyle/>
          <a:p>
            <a:fld id="{D0A368CF-6EF4-4039-9316-2E224FD8AABD}" type="slidenum">
              <a:rPr lang="vi-VN" smtClean="0"/>
              <a:t>‹#›</a:t>
            </a:fld>
            <a:endParaRPr lang="vi-VN"/>
          </a:p>
        </p:txBody>
      </p:sp>
    </p:spTree>
    <p:extLst>
      <p:ext uri="{BB962C8B-B14F-4D97-AF65-F5344CB8AC3E}">
        <p14:creationId xmlns:p14="http://schemas.microsoft.com/office/powerpoint/2010/main" val="40091968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59F8A-E6DD-3E7D-06D8-DC1E91F693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F8015764-BF7B-C5AC-3412-E7CA920113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CA9CB594-65D8-6B83-6D47-BD50EEFE83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D69E34-DCAF-7AFC-0A51-4826A80FF20A}"/>
              </a:ext>
            </a:extLst>
          </p:cNvPr>
          <p:cNvSpPr>
            <a:spLocks noGrp="1"/>
          </p:cNvSpPr>
          <p:nvPr>
            <p:ph type="dt" sz="half" idx="10"/>
          </p:nvPr>
        </p:nvSpPr>
        <p:spPr/>
        <p:txBody>
          <a:bodyPr/>
          <a:lstStyle/>
          <a:p>
            <a:fld id="{D9F5FABB-2804-4103-AF2B-5B2CEAB4A33F}" type="datetimeFigureOut">
              <a:rPr lang="vi-VN" smtClean="0"/>
              <a:t>22/12/2025</a:t>
            </a:fld>
            <a:endParaRPr lang="vi-VN"/>
          </a:p>
        </p:txBody>
      </p:sp>
      <p:sp>
        <p:nvSpPr>
          <p:cNvPr id="6" name="Footer Placeholder 5">
            <a:extLst>
              <a:ext uri="{FF2B5EF4-FFF2-40B4-BE49-F238E27FC236}">
                <a16:creationId xmlns:a16="http://schemas.microsoft.com/office/drawing/2014/main" id="{3C55D9FE-76FE-5969-BED9-18EF38F9DABC}"/>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787551B3-C6F6-2234-2293-F2DF26B1D102}"/>
              </a:ext>
            </a:extLst>
          </p:cNvPr>
          <p:cNvSpPr>
            <a:spLocks noGrp="1"/>
          </p:cNvSpPr>
          <p:nvPr>
            <p:ph type="sldNum" sz="quarter" idx="12"/>
          </p:nvPr>
        </p:nvSpPr>
        <p:spPr/>
        <p:txBody>
          <a:bodyPr/>
          <a:lstStyle/>
          <a:p>
            <a:fld id="{D0A368CF-6EF4-4039-9316-2E224FD8AABD}" type="slidenum">
              <a:rPr lang="vi-VN" smtClean="0"/>
              <a:t>‹#›</a:t>
            </a:fld>
            <a:endParaRPr lang="vi-VN"/>
          </a:p>
        </p:txBody>
      </p:sp>
    </p:spTree>
    <p:extLst>
      <p:ext uri="{BB962C8B-B14F-4D97-AF65-F5344CB8AC3E}">
        <p14:creationId xmlns:p14="http://schemas.microsoft.com/office/powerpoint/2010/main" val="14882698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55AB8-DB46-1CB5-0362-B4B181436B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110984DC-0B26-64A8-149D-9C123A9A52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C0417AA1-322D-2707-06F7-4D6E038E60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F9BBE4-1806-C8CA-2DEC-517E6F9B0875}"/>
              </a:ext>
            </a:extLst>
          </p:cNvPr>
          <p:cNvSpPr>
            <a:spLocks noGrp="1"/>
          </p:cNvSpPr>
          <p:nvPr>
            <p:ph type="dt" sz="half" idx="10"/>
          </p:nvPr>
        </p:nvSpPr>
        <p:spPr/>
        <p:txBody>
          <a:bodyPr/>
          <a:lstStyle/>
          <a:p>
            <a:fld id="{D9F5FABB-2804-4103-AF2B-5B2CEAB4A33F}" type="datetimeFigureOut">
              <a:rPr lang="vi-VN" smtClean="0"/>
              <a:t>22/12/2025</a:t>
            </a:fld>
            <a:endParaRPr lang="vi-VN"/>
          </a:p>
        </p:txBody>
      </p:sp>
      <p:sp>
        <p:nvSpPr>
          <p:cNvPr id="6" name="Footer Placeholder 5">
            <a:extLst>
              <a:ext uri="{FF2B5EF4-FFF2-40B4-BE49-F238E27FC236}">
                <a16:creationId xmlns:a16="http://schemas.microsoft.com/office/drawing/2014/main" id="{1015AAAD-312B-60C4-2EBC-3EA03EBAF943}"/>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3920BBCA-0989-4EFC-712C-E6BA3E4DA2C5}"/>
              </a:ext>
            </a:extLst>
          </p:cNvPr>
          <p:cNvSpPr>
            <a:spLocks noGrp="1"/>
          </p:cNvSpPr>
          <p:nvPr>
            <p:ph type="sldNum" sz="quarter" idx="12"/>
          </p:nvPr>
        </p:nvSpPr>
        <p:spPr/>
        <p:txBody>
          <a:bodyPr/>
          <a:lstStyle/>
          <a:p>
            <a:fld id="{D0A368CF-6EF4-4039-9316-2E224FD8AABD}" type="slidenum">
              <a:rPr lang="vi-VN" smtClean="0"/>
              <a:t>‹#›</a:t>
            </a:fld>
            <a:endParaRPr lang="vi-VN"/>
          </a:p>
        </p:txBody>
      </p:sp>
    </p:spTree>
    <p:extLst>
      <p:ext uri="{BB962C8B-B14F-4D97-AF65-F5344CB8AC3E}">
        <p14:creationId xmlns:p14="http://schemas.microsoft.com/office/powerpoint/2010/main" val="28807131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3F65A-9016-5506-3CEE-AF43EC0CC49C}"/>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A6FC78D7-7948-CB6D-99C6-82987E36B6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37072E63-4581-20E7-0A22-5C1072B61C6E}"/>
              </a:ext>
            </a:extLst>
          </p:cNvPr>
          <p:cNvSpPr>
            <a:spLocks noGrp="1"/>
          </p:cNvSpPr>
          <p:nvPr>
            <p:ph type="dt" sz="half" idx="10"/>
          </p:nvPr>
        </p:nvSpPr>
        <p:spPr/>
        <p:txBody>
          <a:bodyPr/>
          <a:lstStyle/>
          <a:p>
            <a:fld id="{D9F5FABB-2804-4103-AF2B-5B2CEAB4A33F}" type="datetimeFigureOut">
              <a:rPr lang="vi-VN" smtClean="0"/>
              <a:t>22/12/2025</a:t>
            </a:fld>
            <a:endParaRPr lang="vi-VN"/>
          </a:p>
        </p:txBody>
      </p:sp>
      <p:sp>
        <p:nvSpPr>
          <p:cNvPr id="5" name="Footer Placeholder 4">
            <a:extLst>
              <a:ext uri="{FF2B5EF4-FFF2-40B4-BE49-F238E27FC236}">
                <a16:creationId xmlns:a16="http://schemas.microsoft.com/office/drawing/2014/main" id="{83176879-6664-B0AE-D353-46AD38C61B57}"/>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FA53150E-8FC2-3F54-A903-8B6C5F9C80A8}"/>
              </a:ext>
            </a:extLst>
          </p:cNvPr>
          <p:cNvSpPr>
            <a:spLocks noGrp="1"/>
          </p:cNvSpPr>
          <p:nvPr>
            <p:ph type="sldNum" sz="quarter" idx="12"/>
          </p:nvPr>
        </p:nvSpPr>
        <p:spPr/>
        <p:txBody>
          <a:bodyPr/>
          <a:lstStyle/>
          <a:p>
            <a:fld id="{D0A368CF-6EF4-4039-9316-2E224FD8AABD}" type="slidenum">
              <a:rPr lang="vi-VN" smtClean="0"/>
              <a:t>‹#›</a:t>
            </a:fld>
            <a:endParaRPr lang="vi-VN"/>
          </a:p>
        </p:txBody>
      </p:sp>
    </p:spTree>
    <p:extLst>
      <p:ext uri="{BB962C8B-B14F-4D97-AF65-F5344CB8AC3E}">
        <p14:creationId xmlns:p14="http://schemas.microsoft.com/office/powerpoint/2010/main" val="23393930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7A88E9-813F-276D-090A-5F1A40C6CC6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1B405CFD-7D08-4659-02FC-C276F5F7BD2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4CE8D195-F424-6465-BB5B-EE581E99168E}"/>
              </a:ext>
            </a:extLst>
          </p:cNvPr>
          <p:cNvSpPr>
            <a:spLocks noGrp="1"/>
          </p:cNvSpPr>
          <p:nvPr>
            <p:ph type="dt" sz="half" idx="10"/>
          </p:nvPr>
        </p:nvSpPr>
        <p:spPr/>
        <p:txBody>
          <a:bodyPr/>
          <a:lstStyle/>
          <a:p>
            <a:fld id="{D9F5FABB-2804-4103-AF2B-5B2CEAB4A33F}" type="datetimeFigureOut">
              <a:rPr lang="vi-VN" smtClean="0"/>
              <a:t>22/12/2025</a:t>
            </a:fld>
            <a:endParaRPr lang="vi-VN"/>
          </a:p>
        </p:txBody>
      </p:sp>
      <p:sp>
        <p:nvSpPr>
          <p:cNvPr id="5" name="Footer Placeholder 4">
            <a:extLst>
              <a:ext uri="{FF2B5EF4-FFF2-40B4-BE49-F238E27FC236}">
                <a16:creationId xmlns:a16="http://schemas.microsoft.com/office/drawing/2014/main" id="{9D92BA9F-5EAC-A921-26CF-589953D2C47D}"/>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F1CB85D7-34DC-C988-B0A7-39ABBAA364C7}"/>
              </a:ext>
            </a:extLst>
          </p:cNvPr>
          <p:cNvSpPr>
            <a:spLocks noGrp="1"/>
          </p:cNvSpPr>
          <p:nvPr>
            <p:ph type="sldNum" sz="quarter" idx="12"/>
          </p:nvPr>
        </p:nvSpPr>
        <p:spPr/>
        <p:txBody>
          <a:bodyPr/>
          <a:lstStyle/>
          <a:p>
            <a:fld id="{D0A368CF-6EF4-4039-9316-2E224FD8AABD}" type="slidenum">
              <a:rPr lang="vi-VN" smtClean="0"/>
              <a:t>‹#›</a:t>
            </a:fld>
            <a:endParaRPr lang="vi-VN"/>
          </a:p>
        </p:txBody>
      </p:sp>
    </p:spTree>
    <p:extLst>
      <p:ext uri="{BB962C8B-B14F-4D97-AF65-F5344CB8AC3E}">
        <p14:creationId xmlns:p14="http://schemas.microsoft.com/office/powerpoint/2010/main" val="38442715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ED34ED-06FA-014B-AE29-2B91472036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1F498148-D894-0234-6D38-A85E835F60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F36DB395-4D24-C2DD-5DC6-BCD18812F9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9F5FABB-2804-4103-AF2B-5B2CEAB4A33F}" type="datetimeFigureOut">
              <a:rPr lang="vi-VN" smtClean="0"/>
              <a:t>22/12/2025</a:t>
            </a:fld>
            <a:endParaRPr lang="vi-VN"/>
          </a:p>
        </p:txBody>
      </p:sp>
      <p:sp>
        <p:nvSpPr>
          <p:cNvPr id="5" name="Footer Placeholder 4">
            <a:extLst>
              <a:ext uri="{FF2B5EF4-FFF2-40B4-BE49-F238E27FC236}">
                <a16:creationId xmlns:a16="http://schemas.microsoft.com/office/drawing/2014/main" id="{1381F1C2-FA53-814F-4679-0E39461771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vi-VN"/>
          </a:p>
        </p:txBody>
      </p:sp>
      <p:sp>
        <p:nvSpPr>
          <p:cNvPr id="6" name="Slide Number Placeholder 5">
            <a:extLst>
              <a:ext uri="{FF2B5EF4-FFF2-40B4-BE49-F238E27FC236}">
                <a16:creationId xmlns:a16="http://schemas.microsoft.com/office/drawing/2014/main" id="{CD56E85C-1911-4884-281F-A798909CCA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0A368CF-6EF4-4039-9316-2E224FD8AABD}" type="slidenum">
              <a:rPr lang="vi-VN" smtClean="0"/>
              <a:t>‹#›</a:t>
            </a:fld>
            <a:endParaRPr lang="vi-VN"/>
          </a:p>
        </p:txBody>
      </p:sp>
    </p:spTree>
    <p:extLst>
      <p:ext uri="{BB962C8B-B14F-4D97-AF65-F5344CB8AC3E}">
        <p14:creationId xmlns:p14="http://schemas.microsoft.com/office/powerpoint/2010/main" val="22531757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package" Target="../embeddings/Microsoft_Excel_Worksheet.xlsx"/><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DC928-56B1-C397-2ED0-91B5CCC792D6}"/>
              </a:ext>
            </a:extLst>
          </p:cNvPr>
          <p:cNvSpPr>
            <a:spLocks noGrp="1"/>
          </p:cNvSpPr>
          <p:nvPr>
            <p:ph type="title" idx="4294967295"/>
          </p:nvPr>
        </p:nvSpPr>
        <p:spPr>
          <a:xfrm>
            <a:off x="2881423" y="1005481"/>
            <a:ext cx="6072187" cy="1365580"/>
          </a:xfrm>
        </p:spPr>
        <p:txBody>
          <a:bodyPr vert="horz" lIns="91440" tIns="45720" rIns="91440" bIns="45720" rtlCol="0" anchor="b">
            <a:noAutofit/>
          </a:bodyPr>
          <a:lstStyle/>
          <a:p>
            <a:pPr algn="ctr"/>
            <a:r>
              <a:rPr lang="en-US" sz="4000" b="1">
                <a:solidFill>
                  <a:schemeClr val="accent3"/>
                </a:solidFill>
              </a:rPr>
              <a:t>HỌP TỔNG KẾT NĂM 2025</a:t>
            </a:r>
            <a:br>
              <a:rPr lang="en-US" sz="4000" b="1"/>
            </a:br>
            <a:r>
              <a:rPr lang="en-US" sz="4000" b="1">
                <a:solidFill>
                  <a:schemeClr val="accent2"/>
                </a:solidFill>
              </a:rPr>
              <a:t>Khối Tài Chính Kế toán</a:t>
            </a:r>
            <a:endParaRPr lang="en-US" sz="4000">
              <a:solidFill>
                <a:schemeClr val="accent2"/>
              </a:solidFill>
            </a:endParaRPr>
          </a:p>
        </p:txBody>
      </p:sp>
      <p:sp>
        <p:nvSpPr>
          <p:cNvPr id="6" name="Rectangle 1">
            <a:extLst>
              <a:ext uri="{FF2B5EF4-FFF2-40B4-BE49-F238E27FC236}">
                <a16:creationId xmlns:a16="http://schemas.microsoft.com/office/drawing/2014/main" id="{11C6A836-30D7-7B17-B271-91AC3D0D3AAF}"/>
              </a:ext>
            </a:extLst>
          </p:cNvPr>
          <p:cNvSpPr>
            <a:spLocks noChangeArrowheads="1"/>
          </p:cNvSpPr>
          <p:nvPr/>
        </p:nvSpPr>
        <p:spPr bwMode="auto">
          <a:xfrm>
            <a:off x="233916" y="5877558"/>
            <a:ext cx="6393026" cy="98044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indent="139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lang="en-US" altLang="vi-VN" sz="2000" b="1">
                <a:solidFill>
                  <a:schemeClr val="tx1">
                    <a:alpha val="80000"/>
                  </a:schemeClr>
                </a:solidFill>
                <a:latin typeface="+mn-lt"/>
              </a:rPr>
              <a:t>Ngày</a:t>
            </a:r>
            <a:r>
              <a:rPr kumimoji="0" lang="en-US" altLang="vi-VN" sz="2000" b="0" i="0" u="none" strike="noStrike" cap="none" normalizeH="0" baseline="0">
                <a:ln>
                  <a:noFill/>
                </a:ln>
                <a:solidFill>
                  <a:schemeClr val="tx1">
                    <a:alpha val="80000"/>
                  </a:schemeClr>
                </a:solidFill>
                <a:effectLst/>
                <a:latin typeface="+mn-lt"/>
              </a:rPr>
              <a:t>: Thứ Sáu, 16/01/2026  từ </a:t>
            </a:r>
            <a:r>
              <a:rPr lang="en-US" altLang="vi-VN" sz="2000" b="1">
                <a:solidFill>
                  <a:schemeClr val="tx1">
                    <a:alpha val="80000"/>
                  </a:schemeClr>
                </a:solidFill>
                <a:latin typeface="+mn-lt"/>
              </a:rPr>
              <a:t>15</a:t>
            </a:r>
            <a:r>
              <a:rPr kumimoji="0" lang="en-US" altLang="vi-VN" sz="2000" b="0" i="0" u="none" strike="noStrike" cap="none" normalizeH="0" baseline="0">
                <a:ln>
                  <a:noFill/>
                </a:ln>
                <a:solidFill>
                  <a:schemeClr val="tx1">
                    <a:alpha val="80000"/>
                  </a:schemeClr>
                </a:solidFill>
                <a:effectLst/>
                <a:latin typeface="+mn-lt"/>
              </a:rPr>
              <a:t>:00 đến17:00</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vi-VN" sz="2000" b="1" i="0" u="none" strike="noStrike" cap="none" normalizeH="0" baseline="0">
                <a:ln>
                  <a:noFill/>
                </a:ln>
                <a:solidFill>
                  <a:schemeClr val="tx1">
                    <a:alpha val="80000"/>
                  </a:schemeClr>
                </a:solidFill>
                <a:effectLst/>
                <a:latin typeface="+mn-lt"/>
              </a:rPr>
              <a:t>Địa điểm</a:t>
            </a:r>
            <a:r>
              <a:rPr kumimoji="0" lang="en-US" altLang="vi-VN" sz="2000" b="0" i="0" u="none" strike="noStrike" cap="none" normalizeH="0" baseline="0">
                <a:ln>
                  <a:noFill/>
                </a:ln>
                <a:solidFill>
                  <a:schemeClr val="tx1">
                    <a:alpha val="80000"/>
                  </a:schemeClr>
                </a:solidFill>
                <a:effectLst/>
                <a:latin typeface="+mn-lt"/>
              </a:rPr>
              <a:t>: </a:t>
            </a:r>
            <a:r>
              <a:rPr lang="en-US" altLang="vi-VN" sz="2000">
                <a:solidFill>
                  <a:schemeClr val="tx1">
                    <a:alpha val="80000"/>
                  </a:schemeClr>
                </a:solidFill>
                <a:latin typeface="+mn-lt"/>
              </a:rPr>
              <a:t>Phòng họp </a:t>
            </a:r>
            <a:r>
              <a:rPr kumimoji="0" lang="en-US" altLang="vi-VN" sz="2000" b="1" i="0" u="none" strike="noStrike" cap="none" normalizeH="0" baseline="0">
                <a:ln>
                  <a:noFill/>
                </a:ln>
                <a:solidFill>
                  <a:schemeClr val="tx1">
                    <a:alpha val="80000"/>
                  </a:schemeClr>
                </a:solidFill>
                <a:effectLst/>
                <a:latin typeface="+mn-lt"/>
              </a:rPr>
              <a:t>6</a:t>
            </a:r>
            <a:r>
              <a:rPr kumimoji="0" lang="en-US" altLang="vi-VN" sz="2000" b="0" i="0" u="none" strike="noStrike" cap="none" normalizeH="0" baseline="0">
                <a:ln>
                  <a:noFill/>
                </a:ln>
                <a:solidFill>
                  <a:schemeClr val="tx1">
                    <a:alpha val="80000"/>
                  </a:schemeClr>
                </a:solidFill>
                <a:effectLst/>
                <a:latin typeface="+mn-lt"/>
              </a:rPr>
              <a:t> (1908 Võ Văn Kiệt, TP HCM)</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endParaRPr kumimoji="0" lang="en-US" altLang="vi-VN" sz="2000" b="0" i="0" u="none" strike="noStrike" cap="none" normalizeH="0" baseline="0">
              <a:ln>
                <a:noFill/>
              </a:ln>
              <a:solidFill>
                <a:schemeClr val="tx1">
                  <a:alpha val="80000"/>
                </a:schemeClr>
              </a:solidFill>
              <a:effectLst/>
              <a:latin typeface="+mn-lt"/>
            </a:endParaRPr>
          </a:p>
        </p:txBody>
      </p:sp>
      <p:pic>
        <p:nvPicPr>
          <p:cNvPr id="9" name="Picture 8">
            <a:extLst>
              <a:ext uri="{FF2B5EF4-FFF2-40B4-BE49-F238E27FC236}">
                <a16:creationId xmlns:a16="http://schemas.microsoft.com/office/drawing/2014/main" id="{A90A0DD0-E862-1D9E-1728-8068BF0CFF83}"/>
              </a:ext>
            </a:extLst>
          </p:cNvPr>
          <p:cNvPicPr>
            <a:picLocks noChangeAspect="1"/>
          </p:cNvPicPr>
          <p:nvPr/>
        </p:nvPicPr>
        <p:blipFill>
          <a:blip r:embed="rId2"/>
          <a:stretch>
            <a:fillRect/>
          </a:stretch>
        </p:blipFill>
        <p:spPr>
          <a:xfrm>
            <a:off x="10048875" y="0"/>
            <a:ext cx="2143125" cy="2143125"/>
          </a:xfrm>
          <a:prstGeom prst="rect">
            <a:avLst/>
          </a:prstGeom>
        </p:spPr>
      </p:pic>
      <p:grpSp>
        <p:nvGrpSpPr>
          <p:cNvPr id="20" name="Group 19">
            <a:extLst>
              <a:ext uri="{FF2B5EF4-FFF2-40B4-BE49-F238E27FC236}">
                <a16:creationId xmlns:a16="http://schemas.microsoft.com/office/drawing/2014/main" id="{B17A895F-F0CA-EB45-BDA0-7938F547A8E8}"/>
              </a:ext>
            </a:extLst>
          </p:cNvPr>
          <p:cNvGrpSpPr/>
          <p:nvPr/>
        </p:nvGrpSpPr>
        <p:grpSpPr>
          <a:xfrm>
            <a:off x="3477869" y="2323214"/>
            <a:ext cx="4783629" cy="3189086"/>
            <a:chOff x="3477869" y="2323214"/>
            <a:chExt cx="4783629" cy="3189086"/>
          </a:xfrm>
        </p:grpSpPr>
        <p:pic>
          <p:nvPicPr>
            <p:cNvPr id="18" name="Picture 17" descr="A person standing in front of a group of people&#10;&#10;AI-generated content may be incorrect.">
              <a:extLst>
                <a:ext uri="{FF2B5EF4-FFF2-40B4-BE49-F238E27FC236}">
                  <a16:creationId xmlns:a16="http://schemas.microsoft.com/office/drawing/2014/main" id="{09A7E373-AF26-3C5C-1FDD-9843BAB5686D}"/>
                </a:ext>
              </a:extLst>
            </p:cNvPr>
            <p:cNvPicPr>
              <a:picLocks noChangeAspect="1"/>
            </p:cNvPicPr>
            <p:nvPr/>
          </p:nvPicPr>
          <p:blipFill>
            <a:blip r:embed="rId3"/>
            <a:stretch>
              <a:fillRect/>
            </a:stretch>
          </p:blipFill>
          <p:spPr>
            <a:xfrm>
              <a:off x="3477869" y="2323214"/>
              <a:ext cx="4783629" cy="3189086"/>
            </a:xfrm>
            <a:prstGeom prst="rect">
              <a:avLst/>
            </a:prstGeom>
          </p:spPr>
        </p:pic>
        <p:pic>
          <p:nvPicPr>
            <p:cNvPr id="7" name="Picture 6">
              <a:extLst>
                <a:ext uri="{FF2B5EF4-FFF2-40B4-BE49-F238E27FC236}">
                  <a16:creationId xmlns:a16="http://schemas.microsoft.com/office/drawing/2014/main" id="{9E6C8B63-E4A6-AF00-8596-CC0EBF237D74}"/>
                </a:ext>
              </a:extLst>
            </p:cNvPr>
            <p:cNvPicPr>
              <a:picLocks noChangeAspect="1"/>
            </p:cNvPicPr>
            <p:nvPr/>
          </p:nvPicPr>
          <p:blipFill>
            <a:blip r:embed="rId4"/>
            <a:srcRect/>
            <a:stretch/>
          </p:blipFill>
          <p:spPr>
            <a:xfrm>
              <a:off x="4362208" y="2879860"/>
              <a:ext cx="1347475" cy="206620"/>
            </a:xfrm>
            <a:prstGeom prst="rect">
              <a:avLst/>
            </a:prstGeom>
          </p:spPr>
        </p:pic>
      </p:grpSp>
    </p:spTree>
    <p:extLst>
      <p:ext uri="{BB962C8B-B14F-4D97-AF65-F5344CB8AC3E}">
        <p14:creationId xmlns:p14="http://schemas.microsoft.com/office/powerpoint/2010/main" val="4143583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A37C7-EB49-C1F0-A822-0143179E1D34}"/>
              </a:ext>
            </a:extLst>
          </p:cNvPr>
          <p:cNvSpPr>
            <a:spLocks noGrp="1"/>
          </p:cNvSpPr>
          <p:nvPr>
            <p:ph type="title"/>
          </p:nvPr>
        </p:nvSpPr>
        <p:spPr>
          <a:xfrm>
            <a:off x="0" y="0"/>
            <a:ext cx="7649817" cy="539336"/>
          </a:xfrm>
        </p:spPr>
        <p:txBody>
          <a:bodyPr>
            <a:normAutofit/>
          </a:bodyPr>
          <a:lstStyle/>
          <a:p>
            <a:r>
              <a:rPr lang="en-US" sz="2800" b="1">
                <a:solidFill>
                  <a:schemeClr val="accent3"/>
                </a:solidFill>
              </a:rPr>
              <a:t>&lt;LOGO&gt;&lt;TÊN CÔNG TY&gt; </a:t>
            </a:r>
          </a:p>
        </p:txBody>
      </p:sp>
      <p:graphicFrame>
        <p:nvGraphicFramePr>
          <p:cNvPr id="3" name="Object 2">
            <a:extLst>
              <a:ext uri="{FF2B5EF4-FFF2-40B4-BE49-F238E27FC236}">
                <a16:creationId xmlns:a16="http://schemas.microsoft.com/office/drawing/2014/main" id="{0602620D-2650-1A5D-A531-03C78E73CD21}"/>
              </a:ext>
            </a:extLst>
          </p:cNvPr>
          <p:cNvGraphicFramePr>
            <a:graphicFrameLocks noChangeAspect="1"/>
          </p:cNvGraphicFramePr>
          <p:nvPr>
            <p:extLst>
              <p:ext uri="{D42A27DB-BD31-4B8C-83A1-F6EECF244321}">
                <p14:modId xmlns:p14="http://schemas.microsoft.com/office/powerpoint/2010/main" val="3805247907"/>
              </p:ext>
            </p:extLst>
          </p:nvPr>
        </p:nvGraphicFramePr>
        <p:xfrm>
          <a:off x="252413" y="269875"/>
          <a:ext cx="11309350" cy="5710238"/>
        </p:xfrm>
        <a:graphic>
          <a:graphicData uri="http://schemas.openxmlformats.org/presentationml/2006/ole">
            <mc:AlternateContent xmlns:mc="http://schemas.openxmlformats.org/markup-compatibility/2006">
              <mc:Choice xmlns:v="urn:schemas-microsoft-com:vml" Requires="v">
                <p:oleObj name="Worksheet" r:id="rId2" imgW="9169252" imgH="4133719" progId="Excel.Sheet.12">
                  <p:embed/>
                </p:oleObj>
              </mc:Choice>
              <mc:Fallback>
                <p:oleObj name="Worksheet" r:id="rId2" imgW="9169252" imgH="4133719" progId="Excel.Sheet.12">
                  <p:embed/>
                  <p:pic>
                    <p:nvPicPr>
                      <p:cNvPr id="3" name="Object 2">
                        <a:extLst>
                          <a:ext uri="{FF2B5EF4-FFF2-40B4-BE49-F238E27FC236}">
                            <a16:creationId xmlns:a16="http://schemas.microsoft.com/office/drawing/2014/main" id="{0602620D-2650-1A5D-A531-03C78E73CD21}"/>
                          </a:ext>
                        </a:extLst>
                      </p:cNvPr>
                      <p:cNvPicPr/>
                      <p:nvPr/>
                    </p:nvPicPr>
                    <p:blipFill>
                      <a:blip r:embed="rId3"/>
                      <a:stretch>
                        <a:fillRect/>
                      </a:stretch>
                    </p:blipFill>
                    <p:spPr>
                      <a:xfrm>
                        <a:off x="252413" y="269875"/>
                        <a:ext cx="11309350" cy="5710238"/>
                      </a:xfrm>
                      <a:prstGeom prst="rect">
                        <a:avLst/>
                      </a:prstGeom>
                    </p:spPr>
                  </p:pic>
                </p:oleObj>
              </mc:Fallback>
            </mc:AlternateContent>
          </a:graphicData>
        </a:graphic>
      </p:graphicFrame>
    </p:spTree>
    <p:extLst>
      <p:ext uri="{BB962C8B-B14F-4D97-AF65-F5344CB8AC3E}">
        <p14:creationId xmlns:p14="http://schemas.microsoft.com/office/powerpoint/2010/main" val="32008608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2F755C32-4A35-3243-6588-172A067E6A6E}"/>
              </a:ext>
            </a:extLst>
          </p:cNvPr>
          <p:cNvGraphicFramePr>
            <a:graphicFrameLocks noGrp="1"/>
          </p:cNvGraphicFramePr>
          <p:nvPr>
            <p:ph sz="half" idx="1"/>
            <p:extLst>
              <p:ext uri="{D42A27DB-BD31-4B8C-83A1-F6EECF244321}">
                <p14:modId xmlns:p14="http://schemas.microsoft.com/office/powerpoint/2010/main" val="4200416046"/>
              </p:ext>
            </p:extLst>
          </p:nvPr>
        </p:nvGraphicFramePr>
        <p:xfrm>
          <a:off x="268357" y="496274"/>
          <a:ext cx="11645349" cy="2027120"/>
        </p:xfrm>
        <a:graphic>
          <a:graphicData uri="http://schemas.openxmlformats.org/drawingml/2006/table">
            <a:tbl>
              <a:tblPr firstRow="1" bandRow="1">
                <a:tableStyleId>{5C22544A-7EE6-4342-B048-85BDC9FD1C3A}</a:tableStyleId>
              </a:tblPr>
              <a:tblGrid>
                <a:gridCol w="4946374">
                  <a:extLst>
                    <a:ext uri="{9D8B030D-6E8A-4147-A177-3AD203B41FA5}">
                      <a16:colId xmlns:a16="http://schemas.microsoft.com/office/drawing/2014/main" val="4051756148"/>
                    </a:ext>
                  </a:extLst>
                </a:gridCol>
                <a:gridCol w="2504661">
                  <a:extLst>
                    <a:ext uri="{9D8B030D-6E8A-4147-A177-3AD203B41FA5}">
                      <a16:colId xmlns:a16="http://schemas.microsoft.com/office/drawing/2014/main" val="4227066444"/>
                    </a:ext>
                  </a:extLst>
                </a:gridCol>
                <a:gridCol w="4194314">
                  <a:extLst>
                    <a:ext uri="{9D8B030D-6E8A-4147-A177-3AD203B41FA5}">
                      <a16:colId xmlns:a16="http://schemas.microsoft.com/office/drawing/2014/main" val="3151258955"/>
                    </a:ext>
                  </a:extLst>
                </a:gridCol>
              </a:tblGrid>
              <a:tr h="331166">
                <a:tc>
                  <a:txBody>
                    <a:bodyPr/>
                    <a:lstStyle/>
                    <a:p>
                      <a:r>
                        <a:rPr lang="en-US"/>
                        <a:t>KPI</a:t>
                      </a:r>
                    </a:p>
                  </a:txBody>
                  <a:tcPr>
                    <a:lnB w="12700" cap="flat" cmpd="sng" algn="ctr">
                      <a:solidFill>
                        <a:schemeClr val="tx1"/>
                      </a:solidFill>
                      <a:prstDash val="solid"/>
                      <a:round/>
                      <a:headEnd type="none" w="med" len="med"/>
                      <a:tailEnd type="none" w="med" len="med"/>
                    </a:lnB>
                  </a:tcPr>
                </a:tc>
                <a:tc>
                  <a:txBody>
                    <a:bodyPr/>
                    <a:lstStyle/>
                    <a:p>
                      <a:pPr algn="ctr"/>
                      <a:r>
                        <a:rPr lang="en-US"/>
                        <a:t>Kết quả</a:t>
                      </a:r>
                    </a:p>
                  </a:txBody>
                  <a:tcPr>
                    <a:lnB w="12700" cap="flat" cmpd="sng" algn="ctr">
                      <a:solidFill>
                        <a:schemeClr val="tx1"/>
                      </a:solidFill>
                      <a:prstDash val="solid"/>
                      <a:round/>
                      <a:headEnd type="none" w="med" len="med"/>
                      <a:tailEnd type="none" w="med" len="med"/>
                    </a:lnB>
                  </a:tcPr>
                </a:tc>
                <a:tc>
                  <a:txBody>
                    <a:bodyPr/>
                    <a:lstStyle/>
                    <a:p>
                      <a:pPr algn="ctr"/>
                      <a:r>
                        <a:rPr lang="en-US"/>
                        <a:t>Bài học là gì ? </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5653626"/>
                  </a:ext>
                </a:extLst>
              </a:tr>
              <a:tr h="526203">
                <a:tc>
                  <a:txBody>
                    <a:bodyPr/>
                    <a:lstStyle/>
                    <a:p>
                      <a:r>
                        <a:rPr lang="en-US" sz="1400"/>
                        <a:t>1. KPI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400"/>
                        <a:t>Tốt hơn kế hoạch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1553919"/>
                  </a:ext>
                </a:extLst>
              </a:tr>
              <a:tr h="553915">
                <a:tc>
                  <a:txBody>
                    <a:bodyPr/>
                    <a:lstStyle/>
                    <a:p>
                      <a:r>
                        <a:rPr lang="en-US" sz="1400"/>
                        <a:t>2. KPI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400"/>
                        <a:t>Đạt kế hoạch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2897139"/>
                  </a:ext>
                </a:extLst>
              </a:tr>
              <a:tr h="581242">
                <a:tc>
                  <a:txBody>
                    <a:bodyPr/>
                    <a:lstStyle/>
                    <a:p>
                      <a:r>
                        <a:rPr lang="en-US" sz="1400"/>
                        <a:t>3. KPI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400"/>
                        <a:t>Không đạt kế hoạch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3090884"/>
                  </a:ext>
                </a:extLst>
              </a:tr>
            </a:tbl>
          </a:graphicData>
        </a:graphic>
      </p:graphicFrame>
      <p:grpSp>
        <p:nvGrpSpPr>
          <p:cNvPr id="11" name="Group 10">
            <a:extLst>
              <a:ext uri="{FF2B5EF4-FFF2-40B4-BE49-F238E27FC236}">
                <a16:creationId xmlns:a16="http://schemas.microsoft.com/office/drawing/2014/main" id="{468E6F40-B124-F25D-05DE-55650C0DA363}"/>
              </a:ext>
            </a:extLst>
          </p:cNvPr>
          <p:cNvGrpSpPr/>
          <p:nvPr/>
        </p:nvGrpSpPr>
        <p:grpSpPr>
          <a:xfrm>
            <a:off x="106018" y="2624094"/>
            <a:ext cx="12085982" cy="3604196"/>
            <a:chOff x="0" y="2759025"/>
            <a:chExt cx="12085982" cy="3604196"/>
          </a:xfrm>
        </p:grpSpPr>
        <p:sp>
          <p:nvSpPr>
            <p:cNvPr id="6" name="TextBox 5">
              <a:extLst>
                <a:ext uri="{FF2B5EF4-FFF2-40B4-BE49-F238E27FC236}">
                  <a16:creationId xmlns:a16="http://schemas.microsoft.com/office/drawing/2014/main" id="{7B3C8E6A-4C1F-47CE-E56B-0769646E6C81}"/>
                </a:ext>
              </a:extLst>
            </p:cNvPr>
            <p:cNvSpPr txBox="1"/>
            <p:nvPr/>
          </p:nvSpPr>
          <p:spPr>
            <a:xfrm>
              <a:off x="162339" y="2793013"/>
              <a:ext cx="11923643" cy="3570208"/>
            </a:xfrm>
            <a:prstGeom prst="rect">
              <a:avLst/>
            </a:prstGeom>
            <a:noFill/>
          </p:spPr>
          <p:txBody>
            <a:bodyPr wrap="square" rtlCol="0">
              <a:spAutoFit/>
            </a:bodyPr>
            <a:lstStyle/>
            <a:p>
              <a:r>
                <a:rPr lang="en-US" b="1"/>
                <a:t>          Tiếp tục: </a:t>
              </a:r>
              <a:r>
                <a:rPr lang="en-US" sz="1200"/>
                <a:t>Bạn nghĩ rằng các hoạt động, công việc mà bạn đang làm có tác động tốt nhất cho công ty hoặc đội nhóm của bạn cần được duy trì </a:t>
              </a:r>
            </a:p>
            <a:p>
              <a:r>
                <a:rPr lang="en-US" i="1"/>
                <a:t>-        </a:t>
              </a:r>
              <a:r>
                <a:rPr lang="en-US" sz="1400"/>
                <a:t>-</a:t>
              </a:r>
            </a:p>
            <a:p>
              <a:r>
                <a:rPr lang="en-US" sz="1400"/>
                <a:t>            -</a:t>
              </a:r>
            </a:p>
            <a:p>
              <a:r>
                <a:rPr lang="en-US" sz="1400"/>
                <a:t>            -</a:t>
              </a:r>
            </a:p>
            <a:p>
              <a:r>
                <a:rPr lang="en-US" sz="1400"/>
                <a:t>            -</a:t>
              </a:r>
            </a:p>
            <a:p>
              <a:r>
                <a:rPr lang="en-US" b="1"/>
                <a:t>         Bắt đầu</a:t>
              </a:r>
              <a:r>
                <a:rPr lang="en-US"/>
                <a:t>: </a:t>
              </a:r>
              <a:r>
                <a:rPr lang="en-US" sz="1200" i="1"/>
                <a:t>Bạn nghĩ rằng các hoạt động, công việc có thể cải tiến về qui trình, giảm lãng phí, và có tác động tích cực đến </a:t>
              </a:r>
              <a:r>
                <a:rPr lang="en-US" sz="1200" b="1" i="1"/>
                <a:t> </a:t>
              </a:r>
              <a:r>
                <a:rPr lang="en-US" sz="1200" i="1"/>
                <a:t>công việc của đổi ngũ của bạn mà chưa thực hiện</a:t>
              </a:r>
              <a:endParaRPr lang="en-US" sz="1200"/>
            </a:p>
            <a:p>
              <a:r>
                <a:rPr lang="en-US" sz="1400"/>
                <a:t>           -</a:t>
              </a:r>
            </a:p>
            <a:p>
              <a:r>
                <a:rPr lang="en-US" sz="1400"/>
                <a:t>          -</a:t>
              </a:r>
            </a:p>
            <a:p>
              <a:r>
                <a:rPr lang="en-US" sz="1400"/>
                <a:t>          -</a:t>
              </a:r>
            </a:p>
            <a:p>
              <a:r>
                <a:rPr lang="en-US" sz="1400"/>
                <a:t>          -</a:t>
              </a:r>
            </a:p>
            <a:p>
              <a:r>
                <a:rPr lang="en-US" sz="1400"/>
                <a:t>          </a:t>
              </a:r>
              <a:r>
                <a:rPr lang="en-US" b="1"/>
                <a:t>Dừng lại</a:t>
              </a:r>
              <a:r>
                <a:rPr lang="en-US"/>
                <a:t>: </a:t>
              </a:r>
              <a:r>
                <a:rPr lang="en-US" sz="1200" i="1"/>
                <a:t>Bạn nghĩ rằng các hoạt động, công việc mà theo bạn là không nên làm vì nó có rủi ro, lãng phí hoặc tác động tiêu cực đến công ty hoặc đội ngủ của bạn</a:t>
              </a:r>
              <a:r>
                <a:rPr lang="en-US" sz="1200"/>
                <a:t>.</a:t>
              </a:r>
            </a:p>
            <a:p>
              <a:r>
                <a:rPr lang="en-US" sz="1400"/>
                <a:t>         -</a:t>
              </a:r>
            </a:p>
            <a:p>
              <a:r>
                <a:rPr lang="en-US" sz="1400"/>
                <a:t>         -</a:t>
              </a:r>
            </a:p>
            <a:p>
              <a:r>
                <a:rPr lang="en-US" sz="1400"/>
                <a:t>         -</a:t>
              </a:r>
            </a:p>
            <a:p>
              <a:r>
                <a:rPr lang="en-US" sz="1400"/>
                <a:t>         -</a:t>
              </a:r>
            </a:p>
          </p:txBody>
        </p:sp>
        <p:pic>
          <p:nvPicPr>
            <p:cNvPr id="2" name="Picture 1">
              <a:extLst>
                <a:ext uri="{FF2B5EF4-FFF2-40B4-BE49-F238E27FC236}">
                  <a16:creationId xmlns:a16="http://schemas.microsoft.com/office/drawing/2014/main" id="{0157ED33-66E3-63D0-017E-A78AAF0C005F}"/>
                </a:ext>
              </a:extLst>
            </p:cNvPr>
            <p:cNvPicPr>
              <a:picLocks noChangeAspect="1"/>
            </p:cNvPicPr>
            <p:nvPr/>
          </p:nvPicPr>
          <p:blipFill>
            <a:blip r:embed="rId2"/>
            <a:stretch>
              <a:fillRect/>
            </a:stretch>
          </p:blipFill>
          <p:spPr>
            <a:xfrm>
              <a:off x="18988" y="2759025"/>
              <a:ext cx="539901" cy="539901"/>
            </a:xfrm>
            <a:prstGeom prst="rect">
              <a:avLst/>
            </a:prstGeom>
          </p:spPr>
        </p:pic>
        <p:pic>
          <p:nvPicPr>
            <p:cNvPr id="3" name="Picture 2">
              <a:extLst>
                <a:ext uri="{FF2B5EF4-FFF2-40B4-BE49-F238E27FC236}">
                  <a16:creationId xmlns:a16="http://schemas.microsoft.com/office/drawing/2014/main" id="{C09862CF-CB95-7329-24E0-9611A91F470F}"/>
                </a:ext>
              </a:extLst>
            </p:cNvPr>
            <p:cNvPicPr>
              <a:picLocks noChangeAspect="1"/>
            </p:cNvPicPr>
            <p:nvPr/>
          </p:nvPicPr>
          <p:blipFill>
            <a:blip r:embed="rId3"/>
            <a:stretch>
              <a:fillRect/>
            </a:stretch>
          </p:blipFill>
          <p:spPr>
            <a:xfrm>
              <a:off x="0" y="5020684"/>
              <a:ext cx="549013" cy="549013"/>
            </a:xfrm>
            <a:prstGeom prst="rect">
              <a:avLst/>
            </a:prstGeom>
          </p:spPr>
        </p:pic>
        <p:pic>
          <p:nvPicPr>
            <p:cNvPr id="7" name="Picture 6">
              <a:extLst>
                <a:ext uri="{FF2B5EF4-FFF2-40B4-BE49-F238E27FC236}">
                  <a16:creationId xmlns:a16="http://schemas.microsoft.com/office/drawing/2014/main" id="{BFF966CE-3086-ABCC-0542-17C6DF5A4957}"/>
                </a:ext>
              </a:extLst>
            </p:cNvPr>
            <p:cNvPicPr>
              <a:picLocks noChangeAspect="1"/>
            </p:cNvPicPr>
            <p:nvPr/>
          </p:nvPicPr>
          <p:blipFill>
            <a:blip r:embed="rId4"/>
            <a:stretch>
              <a:fillRect/>
            </a:stretch>
          </p:blipFill>
          <p:spPr>
            <a:xfrm>
              <a:off x="60339" y="3948199"/>
              <a:ext cx="457200" cy="457200"/>
            </a:xfrm>
            <a:prstGeom prst="rect">
              <a:avLst/>
            </a:prstGeom>
          </p:spPr>
        </p:pic>
      </p:grpSp>
      <p:pic>
        <p:nvPicPr>
          <p:cNvPr id="13" name="Picture 12">
            <a:extLst>
              <a:ext uri="{FF2B5EF4-FFF2-40B4-BE49-F238E27FC236}">
                <a16:creationId xmlns:a16="http://schemas.microsoft.com/office/drawing/2014/main" id="{2C41F297-9885-546C-4012-6E9BFEA1E36E}"/>
              </a:ext>
            </a:extLst>
          </p:cNvPr>
          <p:cNvPicPr>
            <a:picLocks noChangeAspect="1"/>
          </p:cNvPicPr>
          <p:nvPr/>
        </p:nvPicPr>
        <p:blipFill>
          <a:blip r:embed="rId5">
            <a:duotone>
              <a:schemeClr val="accent6">
                <a:shade val="45000"/>
                <a:satMod val="135000"/>
              </a:schemeClr>
              <a:prstClr val="white"/>
            </a:duotone>
          </a:blip>
          <a:srcRect t="2528" r="67768" b="10439"/>
          <a:stretch>
            <a:fillRect/>
          </a:stretch>
        </p:blipFill>
        <p:spPr>
          <a:xfrm>
            <a:off x="7223356" y="913332"/>
            <a:ext cx="437051" cy="423095"/>
          </a:xfrm>
          <a:prstGeom prst="rect">
            <a:avLst/>
          </a:prstGeom>
        </p:spPr>
      </p:pic>
      <p:pic>
        <p:nvPicPr>
          <p:cNvPr id="14" name="Picture 13">
            <a:extLst>
              <a:ext uri="{FF2B5EF4-FFF2-40B4-BE49-F238E27FC236}">
                <a16:creationId xmlns:a16="http://schemas.microsoft.com/office/drawing/2014/main" id="{080EC0F7-67ED-BEC2-A73D-2B82A558EDAE}"/>
              </a:ext>
            </a:extLst>
          </p:cNvPr>
          <p:cNvPicPr>
            <a:picLocks noChangeAspect="1"/>
          </p:cNvPicPr>
          <p:nvPr/>
        </p:nvPicPr>
        <p:blipFill>
          <a:blip r:embed="rId5">
            <a:duotone>
              <a:schemeClr val="accent1">
                <a:shade val="45000"/>
                <a:satMod val="135000"/>
              </a:schemeClr>
              <a:prstClr val="white"/>
            </a:duotone>
          </a:blip>
          <a:srcRect l="34395" t="3036" r="34402" b="9724"/>
          <a:stretch>
            <a:fillRect/>
          </a:stretch>
        </p:blipFill>
        <p:spPr>
          <a:xfrm>
            <a:off x="7262051" y="1464459"/>
            <a:ext cx="409810" cy="410774"/>
          </a:xfrm>
          <a:prstGeom prst="rect">
            <a:avLst/>
          </a:prstGeom>
        </p:spPr>
      </p:pic>
      <p:pic>
        <p:nvPicPr>
          <p:cNvPr id="15" name="Picture 14">
            <a:extLst>
              <a:ext uri="{FF2B5EF4-FFF2-40B4-BE49-F238E27FC236}">
                <a16:creationId xmlns:a16="http://schemas.microsoft.com/office/drawing/2014/main" id="{5F4A3832-42BF-4DB5-83C6-F11B221FCF65}"/>
              </a:ext>
            </a:extLst>
          </p:cNvPr>
          <p:cNvPicPr>
            <a:picLocks noChangeAspect="1"/>
          </p:cNvPicPr>
          <p:nvPr/>
        </p:nvPicPr>
        <p:blipFill>
          <a:blip r:embed="rId5">
            <a:duotone>
              <a:schemeClr val="accent2">
                <a:shade val="45000"/>
                <a:satMod val="135000"/>
              </a:schemeClr>
              <a:prstClr val="white"/>
            </a:duotone>
          </a:blip>
          <a:srcRect l="67922" t="2042" r="1111" b="9230"/>
          <a:stretch>
            <a:fillRect/>
          </a:stretch>
        </p:blipFill>
        <p:spPr>
          <a:xfrm>
            <a:off x="7285819" y="2010177"/>
            <a:ext cx="399876" cy="410774"/>
          </a:xfrm>
          <a:prstGeom prst="rect">
            <a:avLst/>
          </a:prstGeom>
        </p:spPr>
      </p:pic>
      <p:sp>
        <p:nvSpPr>
          <p:cNvPr id="16" name="Title 1">
            <a:extLst>
              <a:ext uri="{FF2B5EF4-FFF2-40B4-BE49-F238E27FC236}">
                <a16:creationId xmlns:a16="http://schemas.microsoft.com/office/drawing/2014/main" id="{E57560B3-37E3-9E3B-2B07-A838AE51FC31}"/>
              </a:ext>
            </a:extLst>
          </p:cNvPr>
          <p:cNvSpPr>
            <a:spLocks noGrp="1"/>
          </p:cNvSpPr>
          <p:nvPr>
            <p:ph type="title"/>
          </p:nvPr>
        </p:nvSpPr>
        <p:spPr>
          <a:xfrm>
            <a:off x="0" y="0"/>
            <a:ext cx="7649817" cy="539336"/>
          </a:xfrm>
        </p:spPr>
        <p:txBody>
          <a:bodyPr>
            <a:normAutofit/>
          </a:bodyPr>
          <a:lstStyle/>
          <a:p>
            <a:r>
              <a:rPr lang="en-US" sz="2800" b="1">
                <a:solidFill>
                  <a:schemeClr val="accent3"/>
                </a:solidFill>
              </a:rPr>
              <a:t>&lt;LOGO&gt;&lt;TÊN CÔNG TY&gt; </a:t>
            </a:r>
          </a:p>
        </p:txBody>
      </p:sp>
    </p:spTree>
    <p:extLst>
      <p:ext uri="{BB962C8B-B14F-4D97-AF65-F5344CB8AC3E}">
        <p14:creationId xmlns:p14="http://schemas.microsoft.com/office/powerpoint/2010/main" val="200034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464</TotalTime>
  <Words>226</Words>
  <Application>Microsoft Office PowerPoint</Application>
  <PresentationFormat>Widescreen</PresentationFormat>
  <Paragraphs>29</Paragraphs>
  <Slides>3</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3</vt:i4>
      </vt:variant>
    </vt:vector>
  </HeadingPairs>
  <TitlesOfParts>
    <vt:vector size="9" baseType="lpstr">
      <vt:lpstr>Aptos</vt:lpstr>
      <vt:lpstr>Aptos Display</vt:lpstr>
      <vt:lpstr>Arial</vt:lpstr>
      <vt:lpstr>Times New Roman</vt:lpstr>
      <vt:lpstr>Office Theme</vt:lpstr>
      <vt:lpstr>Worksheet</vt:lpstr>
      <vt:lpstr>HỌP TỔNG KẾT NĂM 2025 Khối Tài Chính Kế toán</vt:lpstr>
      <vt:lpstr>&lt;LOGO&gt;&lt;TÊN CÔNG TY&gt; </vt:lpstr>
      <vt:lpstr>&lt;LOGO&gt;&lt;TÊN CÔNG TY&gt;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Quốc, Nguyễn Bảo</dc:creator>
  <cp:lastModifiedBy>Quốc, Nguyễn Bảo</cp:lastModifiedBy>
  <cp:revision>1</cp:revision>
  <dcterms:created xsi:type="dcterms:W3CDTF">2025-03-17T06:56:08Z</dcterms:created>
  <dcterms:modified xsi:type="dcterms:W3CDTF">2025-12-22T03:13:51Z</dcterms:modified>
</cp:coreProperties>
</file>