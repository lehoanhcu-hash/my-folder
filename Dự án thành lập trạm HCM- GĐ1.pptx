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23"/>
  </p:notesMasterIdLst>
  <p:handoutMasterIdLst>
    <p:handoutMasterId r:id="rId24"/>
  </p:handoutMasterIdLst>
  <p:sldIdLst>
    <p:sldId id="261" r:id="rId5"/>
    <p:sldId id="339" r:id="rId6"/>
    <p:sldId id="337" r:id="rId7"/>
    <p:sldId id="526" r:id="rId8"/>
    <p:sldId id="517" r:id="rId9"/>
    <p:sldId id="519" r:id="rId10"/>
    <p:sldId id="520" r:id="rId11"/>
    <p:sldId id="521" r:id="rId12"/>
    <p:sldId id="522" r:id="rId13"/>
    <p:sldId id="506" r:id="rId14"/>
    <p:sldId id="510" r:id="rId15"/>
    <p:sldId id="511" r:id="rId16"/>
    <p:sldId id="512" r:id="rId17"/>
    <p:sldId id="515" r:id="rId18"/>
    <p:sldId id="513" r:id="rId19"/>
    <p:sldId id="524" r:id="rId20"/>
    <p:sldId id="514" r:id="rId21"/>
    <p:sldId id="495" r:id="rId22"/>
  </p:sldIdLst>
  <p:sldSz cx="9144000" cy="5143500" type="screen16x9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P presentation" id="{8E4498FF-85E0-457D-9BFF-FFE67C62EA5C}">
          <p14:sldIdLst>
            <p14:sldId id="261"/>
            <p14:sldId id="339"/>
            <p14:sldId id="337"/>
            <p14:sldId id="526"/>
            <p14:sldId id="517"/>
            <p14:sldId id="519"/>
            <p14:sldId id="520"/>
            <p14:sldId id="521"/>
            <p14:sldId id="522"/>
            <p14:sldId id="506"/>
            <p14:sldId id="510"/>
            <p14:sldId id="511"/>
            <p14:sldId id="512"/>
            <p14:sldId id="515"/>
            <p14:sldId id="513"/>
            <p14:sldId id="524"/>
            <p14:sldId id="514"/>
            <p14:sldId id="4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0B3734-228D-1D91-AA35-15765602FCF0}" name="Thiện, Trần Ngọc Phước" initials="TT" userId="S::TranNgocPhuocThien@duytangroup.com::c95ca287-6e50-4541-8801-ae49145525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70AD47"/>
    <a:srgbClr val="EAEAEA"/>
    <a:srgbClr val="006736"/>
    <a:srgbClr val="0000FF"/>
    <a:srgbClr val="119303"/>
    <a:srgbClr val="176534"/>
    <a:srgbClr val="003399"/>
    <a:srgbClr val="00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A59F9-0502-4354-A564-996BF1602D65}" v="1083" dt="2026-04-14T08:03:30.804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01" autoAdjust="0"/>
  </p:normalViewPr>
  <p:slideViewPr>
    <p:cSldViewPr snapToGrid="0">
      <p:cViewPr varScale="1">
        <p:scale>
          <a:sx n="79" d="100"/>
          <a:sy n="79" d="100"/>
        </p:scale>
        <p:origin x="768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7" d="100"/>
          <a:sy n="87" d="100"/>
        </p:scale>
        <p:origin x="1912" y="-2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àng, Phạm Đình" userId="9751e56f-facf-48fb-a28f-7199feb47b66" providerId="ADAL" clId="{55DB81D8-18E9-4883-9624-329A10098B1E}"/>
    <pc:docChg chg="undo custSel addSld delSld modSld sldOrd modMainMaster modSection">
      <pc:chgData name="Hoàng, Phạm Đình" userId="9751e56f-facf-48fb-a28f-7199feb47b66" providerId="ADAL" clId="{55DB81D8-18E9-4883-9624-329A10098B1E}" dt="2026-04-14T08:03:30.804" v="18448"/>
      <pc:docMkLst>
        <pc:docMk/>
      </pc:docMkLst>
      <pc:sldChg chg="modSp mod">
        <pc:chgData name="Hoàng, Phạm Đình" userId="9751e56f-facf-48fb-a28f-7199feb47b66" providerId="ADAL" clId="{55DB81D8-18E9-4883-9624-329A10098B1E}" dt="2026-04-14T07:59:12.759" v="18408" actId="20577"/>
        <pc:sldMkLst>
          <pc:docMk/>
          <pc:sldMk cId="0" sldId="261"/>
        </pc:sldMkLst>
        <pc:spChg chg="mod">
          <ac:chgData name="Hoàng, Phạm Đình" userId="9751e56f-facf-48fb-a28f-7199feb47b66" providerId="ADAL" clId="{55DB81D8-18E9-4883-9624-329A10098B1E}" dt="2026-04-14T07:19:08.507" v="18035" actId="2711"/>
          <ac:spMkLst>
            <pc:docMk/>
            <pc:sldMk cId="0" sldId="261"/>
            <ac:spMk id="6" creationId="{6D0DFC0C-E3A7-AC85-8C7C-C6BD6BEC71AB}"/>
          </ac:spMkLst>
        </pc:spChg>
        <pc:spChg chg="mod">
          <ac:chgData name="Hoàng, Phạm Đình" userId="9751e56f-facf-48fb-a28f-7199feb47b66" providerId="ADAL" clId="{55DB81D8-18E9-4883-9624-329A10098B1E}" dt="2026-04-14T03:24:35.770" v="16976" actId="20577"/>
          <ac:spMkLst>
            <pc:docMk/>
            <pc:sldMk cId="0" sldId="261"/>
            <ac:spMk id="9" creationId="{0C454FAF-64C6-8169-39AC-7716333EF97F}"/>
          </ac:spMkLst>
        </pc:spChg>
        <pc:spChg chg="mod">
          <ac:chgData name="Hoàng, Phạm Đình" userId="9751e56f-facf-48fb-a28f-7199feb47b66" providerId="ADAL" clId="{55DB81D8-18E9-4883-9624-329A10098B1E}" dt="2026-04-14T07:59:12.759" v="18408" actId="20577"/>
          <ac:spMkLst>
            <pc:docMk/>
            <pc:sldMk cId="0" sldId="261"/>
            <ac:spMk id="13" creationId="{CBC46DE1-A1F7-7E77-0783-B86269A164BA}"/>
          </ac:spMkLst>
        </pc:spChg>
      </pc:sldChg>
      <pc:sldChg chg="addSp delSp modSp mod">
        <pc:chgData name="Hoàng, Phạm Đình" userId="9751e56f-facf-48fb-a28f-7199feb47b66" providerId="ADAL" clId="{55DB81D8-18E9-4883-9624-329A10098B1E}" dt="2026-04-14T07:19:59.866" v="18047" actId="1035"/>
        <pc:sldMkLst>
          <pc:docMk/>
          <pc:sldMk cId="342575093" sldId="337"/>
        </pc:sldMkLst>
        <pc:spChg chg="add mod">
          <ac:chgData name="Hoàng, Phạm Đình" userId="9751e56f-facf-48fb-a28f-7199feb47b66" providerId="ADAL" clId="{55DB81D8-18E9-4883-9624-329A10098B1E}" dt="2026-04-14T07:19:59.866" v="18047" actId="1035"/>
          <ac:spMkLst>
            <pc:docMk/>
            <pc:sldMk cId="342575093" sldId="337"/>
            <ac:spMk id="5" creationId="{3F83758F-B638-3664-D9C4-56FC618DFD94}"/>
          </ac:spMkLst>
        </pc:spChg>
        <pc:spChg chg="mod">
          <ac:chgData name="Hoàng, Phạm Đình" userId="9751e56f-facf-48fb-a28f-7199feb47b66" providerId="ADAL" clId="{55DB81D8-18E9-4883-9624-329A10098B1E}" dt="2026-04-14T03:53:35.857" v="17502" actId="20577"/>
          <ac:spMkLst>
            <pc:docMk/>
            <pc:sldMk cId="342575093" sldId="337"/>
            <ac:spMk id="27" creationId="{F280B31E-4FD1-AAC2-6349-1C086490A557}"/>
          </ac:spMkLst>
        </pc:spChg>
        <pc:graphicFrameChg chg="add mod ord">
          <ac:chgData name="Hoàng, Phạm Đình" userId="9751e56f-facf-48fb-a28f-7199feb47b66" providerId="ADAL" clId="{55DB81D8-18E9-4883-9624-329A10098B1E}" dt="2026-04-14T07:19:57.187" v="18044" actId="14100"/>
          <ac:graphicFrameMkLst>
            <pc:docMk/>
            <pc:sldMk cId="342575093" sldId="337"/>
            <ac:graphicFrameMk id="2" creationId="{1154938E-9B5C-4E14-9A27-436004CC6186}"/>
          </ac:graphicFrameMkLst>
        </pc:graphicFrameChg>
        <pc:graphicFrameChg chg="add del mod">
          <ac:chgData name="Hoàng, Phạm Đình" userId="9751e56f-facf-48fb-a28f-7199feb47b66" providerId="ADAL" clId="{55DB81D8-18E9-4883-9624-329A10098B1E}" dt="2026-04-13T09:15:32.307" v="15690" actId="478"/>
          <ac:graphicFrameMkLst>
            <pc:docMk/>
            <pc:sldMk cId="342575093" sldId="337"/>
            <ac:graphicFrameMk id="4" creationId="{4F60E62F-2A77-1B15-A5D6-25A73C22E8E4}"/>
          </ac:graphicFrameMkLst>
        </pc:graphicFrameChg>
        <pc:picChg chg="add mod">
          <ac:chgData name="Hoàng, Phạm Đình" userId="9751e56f-facf-48fb-a28f-7199feb47b66" providerId="ADAL" clId="{55DB81D8-18E9-4883-9624-329A10098B1E}" dt="2026-04-13T09:16:26.168" v="15703" actId="1076"/>
          <ac:picMkLst>
            <pc:docMk/>
            <pc:sldMk cId="342575093" sldId="337"/>
            <ac:picMk id="6" creationId="{03CFED64-799C-7FFC-01D2-FD4413D314DD}"/>
          </ac:picMkLst>
        </pc:picChg>
      </pc:sldChg>
      <pc:sldChg chg="addSp delSp modSp mod">
        <pc:chgData name="Hoàng, Phạm Đình" userId="9751e56f-facf-48fb-a28f-7199feb47b66" providerId="ADAL" clId="{55DB81D8-18E9-4883-9624-329A10098B1E}" dt="2026-04-13T09:40:39.259" v="16783" actId="478"/>
        <pc:sldMkLst>
          <pc:docMk/>
          <pc:sldMk cId="3818345709" sldId="339"/>
        </pc:sldMkLst>
        <pc:spChg chg="mod">
          <ac:chgData name="Hoàng, Phạm Đình" userId="9751e56f-facf-48fb-a28f-7199feb47b66" providerId="ADAL" clId="{55DB81D8-18E9-4883-9624-329A10098B1E}" dt="2026-04-06T06:17:11.015" v="11127"/>
          <ac:spMkLst>
            <pc:docMk/>
            <pc:sldMk cId="3818345709" sldId="339"/>
            <ac:spMk id="4" creationId="{EDF3C4CB-E3BE-4B1C-1FD5-9AA4305D4D68}"/>
          </ac:spMkLst>
        </pc:spChg>
        <pc:spChg chg="mod">
          <ac:chgData name="Hoàng, Phạm Đình" userId="9751e56f-facf-48fb-a28f-7199feb47b66" providerId="ADAL" clId="{55DB81D8-18E9-4883-9624-329A10098B1E}" dt="2026-04-06T06:18:47.811" v="11222" actId="20577"/>
          <ac:spMkLst>
            <pc:docMk/>
            <pc:sldMk cId="3818345709" sldId="339"/>
            <ac:spMk id="5" creationId="{BD0DA6EB-F92D-45F7-02E6-C0D5C6E2A98E}"/>
          </ac:spMkLst>
        </pc:spChg>
        <pc:spChg chg="mod">
          <ac:chgData name="Hoàng, Phạm Đình" userId="9751e56f-facf-48fb-a28f-7199feb47b66" providerId="ADAL" clId="{55DB81D8-18E9-4883-9624-329A10098B1E}" dt="2026-04-08T03:26:58.269" v="14691" actId="1076"/>
          <ac:spMkLst>
            <pc:docMk/>
            <pc:sldMk cId="3818345709" sldId="339"/>
            <ac:spMk id="6" creationId="{4B0228C8-05DA-FEDA-A182-DA8BE4A8BA55}"/>
          </ac:spMkLst>
        </pc:spChg>
        <pc:spChg chg="mod">
          <ac:chgData name="Hoàng, Phạm Đình" userId="9751e56f-facf-48fb-a28f-7199feb47b66" providerId="ADAL" clId="{55DB81D8-18E9-4883-9624-329A10098B1E}" dt="2026-04-06T06:17:11.015" v="11127"/>
          <ac:spMkLst>
            <pc:docMk/>
            <pc:sldMk cId="3818345709" sldId="339"/>
            <ac:spMk id="7" creationId="{327B1857-86CC-CB5D-E9FF-1A1522438009}"/>
          </ac:spMkLst>
        </pc:spChg>
        <pc:spChg chg="mod">
          <ac:chgData name="Hoàng, Phạm Đình" userId="9751e56f-facf-48fb-a28f-7199feb47b66" providerId="ADAL" clId="{55DB81D8-18E9-4883-9624-329A10098B1E}" dt="2026-04-06T06:15:45.672" v="11056" actId="6549"/>
          <ac:spMkLst>
            <pc:docMk/>
            <pc:sldMk cId="3818345709" sldId="339"/>
            <ac:spMk id="28" creationId="{C2EF5D01-995D-3FA3-55DF-FA968C88C329}"/>
          </ac:spMkLst>
        </pc:spChg>
        <pc:spChg chg="mod">
          <ac:chgData name="Hoàng, Phạm Đình" userId="9751e56f-facf-48fb-a28f-7199feb47b66" providerId="ADAL" clId="{55DB81D8-18E9-4883-9624-329A10098B1E}" dt="2026-04-06T06:18:12.378" v="11160" actId="20577"/>
          <ac:spMkLst>
            <pc:docMk/>
            <pc:sldMk cId="3818345709" sldId="339"/>
            <ac:spMk id="29" creationId="{DB8090BA-CA6B-507D-9A29-37886F08BD48}"/>
          </ac:spMkLst>
        </pc:spChg>
        <pc:spChg chg="mod">
          <ac:chgData name="Hoàng, Phạm Đình" userId="9751e56f-facf-48fb-a28f-7199feb47b66" providerId="ADAL" clId="{55DB81D8-18E9-4883-9624-329A10098B1E}" dt="2026-04-06T06:15:52.806" v="11070" actId="20577"/>
          <ac:spMkLst>
            <pc:docMk/>
            <pc:sldMk cId="3818345709" sldId="339"/>
            <ac:spMk id="35" creationId="{4BC6DF5E-6848-9449-7451-16382E5C8B0F}"/>
          </ac:spMkLst>
        </pc:spChg>
        <pc:spChg chg="mod">
          <ac:chgData name="Hoàng, Phạm Đình" userId="9751e56f-facf-48fb-a28f-7199feb47b66" providerId="ADAL" clId="{55DB81D8-18E9-4883-9624-329A10098B1E}" dt="2026-04-06T06:18:14.929" v="11161" actId="20577"/>
          <ac:spMkLst>
            <pc:docMk/>
            <pc:sldMk cId="3818345709" sldId="339"/>
            <ac:spMk id="36" creationId="{0893421E-AF1A-829D-A052-96F2CB462DB4}"/>
          </ac:spMkLst>
        </pc:spChg>
        <pc:grpChg chg="add mod">
          <ac:chgData name="Hoàng, Phạm Đình" userId="9751e56f-facf-48fb-a28f-7199feb47b66" providerId="ADAL" clId="{55DB81D8-18E9-4883-9624-329A10098B1E}" dt="2026-04-08T03:27:10.074" v="14712" actId="1038"/>
          <ac:grpSpMkLst>
            <pc:docMk/>
            <pc:sldMk cId="3818345709" sldId="339"/>
            <ac:grpSpMk id="2" creationId="{4260E75B-0EE1-7825-FE31-27A8982FC220}"/>
          </ac:grpSpMkLst>
        </pc:grpChg>
        <pc:grpChg chg="mod">
          <ac:chgData name="Hoàng, Phạm Đình" userId="9751e56f-facf-48fb-a28f-7199feb47b66" providerId="ADAL" clId="{55DB81D8-18E9-4883-9624-329A10098B1E}" dt="2026-04-08T03:27:10.074" v="14712" actId="1038"/>
          <ac:grpSpMkLst>
            <pc:docMk/>
            <pc:sldMk cId="3818345709" sldId="339"/>
            <ac:grpSpMk id="12" creationId="{CCECCFDC-9135-609C-8D51-A9D50B4132DD}"/>
          </ac:grpSpMkLst>
        </pc:grpChg>
        <pc:grpChg chg="mod">
          <ac:chgData name="Hoàng, Phạm Đình" userId="9751e56f-facf-48fb-a28f-7199feb47b66" providerId="ADAL" clId="{55DB81D8-18E9-4883-9624-329A10098B1E}" dt="2026-04-08T03:27:10.074" v="14712" actId="1038"/>
          <ac:grpSpMkLst>
            <pc:docMk/>
            <pc:sldMk cId="3818345709" sldId="339"/>
            <ac:grpSpMk id="25" creationId="{D87EF04A-FF2A-AD70-2274-A3BC450B1551}"/>
          </ac:grpSpMkLst>
        </pc:grpChg>
        <pc:grpChg chg="mod">
          <ac:chgData name="Hoàng, Phạm Đình" userId="9751e56f-facf-48fb-a28f-7199feb47b66" providerId="ADAL" clId="{55DB81D8-18E9-4883-9624-329A10098B1E}" dt="2026-04-08T03:27:10.074" v="14712" actId="1038"/>
          <ac:grpSpMkLst>
            <pc:docMk/>
            <pc:sldMk cId="3818345709" sldId="339"/>
            <ac:grpSpMk id="32" creationId="{D9CDF25E-2923-E4E6-7FF6-CE6DBC21583F}"/>
          </ac:grpSpMkLst>
        </pc:grpChg>
        <pc:grpChg chg="del mod">
          <ac:chgData name="Hoàng, Phạm Đình" userId="9751e56f-facf-48fb-a28f-7199feb47b66" providerId="ADAL" clId="{55DB81D8-18E9-4883-9624-329A10098B1E}" dt="2026-04-13T09:40:38.433" v="16782" actId="478"/>
          <ac:grpSpMkLst>
            <pc:docMk/>
            <pc:sldMk cId="3818345709" sldId="339"/>
            <ac:grpSpMk id="38" creationId="{4D426B1D-6F82-18FA-D478-0AC477A44A3D}"/>
          </ac:grpSpMkLst>
        </pc:grpChg>
        <pc:picChg chg="add del mod">
          <ac:chgData name="Hoàng, Phạm Đình" userId="9751e56f-facf-48fb-a28f-7199feb47b66" providerId="ADAL" clId="{55DB81D8-18E9-4883-9624-329A10098B1E}" dt="2026-04-13T09:40:39.259" v="16783" actId="478"/>
          <ac:picMkLst>
            <pc:docMk/>
            <pc:sldMk cId="3818345709" sldId="339"/>
            <ac:picMk id="11" creationId="{2FDC47AA-C447-4BE8-C650-5E2478936B92}"/>
          </ac:picMkLst>
        </pc:picChg>
        <pc:picChg chg="add mod">
          <ac:chgData name="Hoàng, Phạm Đình" userId="9751e56f-facf-48fb-a28f-7199feb47b66" providerId="ADAL" clId="{55DB81D8-18E9-4883-9624-329A10098B1E}" dt="2026-04-08T04:08:01.560" v="15041" actId="29295"/>
          <ac:picMkLst>
            <pc:docMk/>
            <pc:sldMk cId="3818345709" sldId="339"/>
            <ac:picMk id="19" creationId="{AB4426B8-2217-C5E4-9A9D-FD773B6B7C71}"/>
          </ac:picMkLst>
        </pc:picChg>
        <pc:picChg chg="add mod">
          <ac:chgData name="Hoàng, Phạm Đình" userId="9751e56f-facf-48fb-a28f-7199feb47b66" providerId="ADAL" clId="{55DB81D8-18E9-4883-9624-329A10098B1E}" dt="2026-04-08T04:08:01.560" v="15041" actId="29295"/>
          <ac:picMkLst>
            <pc:docMk/>
            <pc:sldMk cId="3818345709" sldId="339"/>
            <ac:picMk id="21" creationId="{82F010C6-CD76-8351-D08E-1B30D07DA3B6}"/>
          </ac:picMkLst>
        </pc:picChg>
        <pc:picChg chg="add mod">
          <ac:chgData name="Hoàng, Phạm Đình" userId="9751e56f-facf-48fb-a28f-7199feb47b66" providerId="ADAL" clId="{55DB81D8-18E9-4883-9624-329A10098B1E}" dt="2026-04-08T04:08:01.560" v="15041" actId="29295"/>
          <ac:picMkLst>
            <pc:docMk/>
            <pc:sldMk cId="3818345709" sldId="339"/>
            <ac:picMk id="26" creationId="{33211384-4B20-3B74-9D50-8133B0B0DB41}"/>
          </ac:picMkLst>
        </pc:picChg>
        <pc:picChg chg="add mod">
          <ac:chgData name="Hoàng, Phạm Đình" userId="9751e56f-facf-48fb-a28f-7199feb47b66" providerId="ADAL" clId="{55DB81D8-18E9-4883-9624-329A10098B1E}" dt="2026-04-08T04:08:07.107" v="15042" actId="29295"/>
          <ac:picMkLst>
            <pc:docMk/>
            <pc:sldMk cId="3818345709" sldId="339"/>
            <ac:picMk id="31" creationId="{DF097005-19E1-623B-8B50-F5C1C0341BD2}"/>
          </ac:picMkLst>
        </pc:picChg>
      </pc:sldChg>
      <pc:sldChg chg="addSp delSp modSp mod">
        <pc:chgData name="Hoàng, Phạm Đình" userId="9751e56f-facf-48fb-a28f-7199feb47b66" providerId="ADAL" clId="{55DB81D8-18E9-4883-9624-329A10098B1E}" dt="2026-04-14T07:57:53.118" v="18283" actId="20577"/>
        <pc:sldMkLst>
          <pc:docMk/>
          <pc:sldMk cId="2411238218" sldId="506"/>
        </pc:sldMkLst>
        <pc:spChg chg="mod">
          <ac:chgData name="Hoàng, Phạm Đình" userId="9751e56f-facf-48fb-a28f-7199feb47b66" providerId="ADAL" clId="{55DB81D8-18E9-4883-9624-329A10098B1E}" dt="2026-04-14T07:57:53.118" v="18283" actId="20577"/>
          <ac:spMkLst>
            <pc:docMk/>
            <pc:sldMk cId="2411238218" sldId="506"/>
            <ac:spMk id="27" creationId="{565C2AFD-465A-23FF-2F8C-158D2BFAD103}"/>
          </ac:spMkLst>
        </pc:spChg>
        <pc:graphicFrameChg chg="add del mod">
          <ac:chgData name="Hoàng, Phạm Đình" userId="9751e56f-facf-48fb-a28f-7199feb47b66" providerId="ADAL" clId="{55DB81D8-18E9-4883-9624-329A10098B1E}" dt="2026-04-14T07:53:58.655" v="18246" actId="113"/>
          <ac:graphicFrameMkLst>
            <pc:docMk/>
            <pc:sldMk cId="2411238218" sldId="506"/>
            <ac:graphicFrameMk id="5" creationId="{4B1BB59D-BC03-6E1F-5F39-B03517B2797A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51:12.376" v="18211"/>
          <ac:graphicFrameMkLst>
            <pc:docMk/>
            <pc:sldMk cId="2411238218" sldId="506"/>
            <ac:graphicFrameMk id="7" creationId="{3FE19339-660E-4194-9AB8-9D4F14FBC34D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25:08.895" v="18124"/>
          <ac:graphicFrameMkLst>
            <pc:docMk/>
            <pc:sldMk cId="2411238218" sldId="506"/>
            <ac:graphicFrameMk id="8" creationId="{62A53B26-FBD9-4DE8-8DB9-60C91081A842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7:57:55.822" v="18284" actId="20577"/>
        <pc:sldMkLst>
          <pc:docMk/>
          <pc:sldMk cId="77482316" sldId="510"/>
        </pc:sldMkLst>
        <pc:spChg chg="mod">
          <ac:chgData name="Hoàng, Phạm Đình" userId="9751e56f-facf-48fb-a28f-7199feb47b66" providerId="ADAL" clId="{55DB81D8-18E9-4883-9624-329A10098B1E}" dt="2026-04-06T06:46:33.854" v="11381" actId="1076"/>
          <ac:spMkLst>
            <pc:docMk/>
            <pc:sldMk cId="77482316" sldId="510"/>
            <ac:spMk id="2" creationId="{090C3BFC-6AFF-1DB1-9B09-BBECF36094B3}"/>
          </ac:spMkLst>
        </pc:spChg>
        <pc:spChg chg="mod">
          <ac:chgData name="Hoàng, Phạm Đình" userId="9751e56f-facf-48fb-a28f-7199feb47b66" providerId="ADAL" clId="{55DB81D8-18E9-4883-9624-329A10098B1E}" dt="2026-04-14T07:57:55.822" v="18284" actId="20577"/>
          <ac:spMkLst>
            <pc:docMk/>
            <pc:sldMk cId="77482316" sldId="510"/>
            <ac:spMk id="27" creationId="{8D754089-7EC4-FB25-DEF3-60A606000FFC}"/>
          </ac:spMkLst>
        </pc:spChg>
        <pc:graphicFrameChg chg="add mod">
          <ac:chgData name="Hoàng, Phạm Đình" userId="9751e56f-facf-48fb-a28f-7199feb47b66" providerId="ADAL" clId="{55DB81D8-18E9-4883-9624-329A10098B1E}" dt="2026-04-14T07:24:48.243" v="18112"/>
          <ac:graphicFrameMkLst>
            <pc:docMk/>
            <pc:sldMk cId="77482316" sldId="510"/>
            <ac:graphicFrameMk id="4" creationId="{ADE2F91C-9C9C-485C-A042-77A94BB6955C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24:43.306" v="18111"/>
          <ac:graphicFrameMkLst>
            <pc:docMk/>
            <pc:sldMk cId="77482316" sldId="510"/>
            <ac:graphicFrameMk id="5" creationId="{8D51723F-2F7D-4AC9-BB11-6A166156F3C6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24:39.654" v="18110"/>
          <ac:graphicFrameMkLst>
            <pc:docMk/>
            <pc:sldMk cId="77482316" sldId="510"/>
            <ac:graphicFrameMk id="9" creationId="{6C9B2759-2591-4BA0-82DA-8093291D7411}"/>
          </ac:graphicFrameMkLst>
        </pc:graphicFrameChg>
      </pc:sldChg>
      <pc:sldChg chg="addSp modSp add mod">
        <pc:chgData name="Hoàng, Phạm Đình" userId="9751e56f-facf-48fb-a28f-7199feb47b66" providerId="ADAL" clId="{55DB81D8-18E9-4883-9624-329A10098B1E}" dt="2026-04-14T07:54:34.951" v="18256" actId="27918"/>
        <pc:sldMkLst>
          <pc:docMk/>
          <pc:sldMk cId="3911856104" sldId="511"/>
        </pc:sldMkLst>
        <pc:spChg chg="mod">
          <ac:chgData name="Hoàng, Phạm Đình" userId="9751e56f-facf-48fb-a28f-7199feb47b66" providerId="ADAL" clId="{55DB81D8-18E9-4883-9624-329A10098B1E}" dt="2026-04-14T04:12:30.899" v="17786" actId="1076"/>
          <ac:spMkLst>
            <pc:docMk/>
            <pc:sldMk cId="3911856104" sldId="511"/>
            <ac:spMk id="2" creationId="{E4C0FB11-B269-C5EA-2CA3-97969144D2F9}"/>
          </ac:spMkLst>
        </pc:spChg>
        <pc:spChg chg="mod">
          <ac:chgData name="Hoàng, Phạm Đình" userId="9751e56f-facf-48fb-a28f-7199feb47b66" providerId="ADAL" clId="{55DB81D8-18E9-4883-9624-329A10098B1E}" dt="2026-04-14T04:12:45.352" v="17788" actId="1076"/>
          <ac:spMkLst>
            <pc:docMk/>
            <pc:sldMk cId="3911856104" sldId="511"/>
            <ac:spMk id="27" creationId="{4C43241B-171F-DA71-EC20-86244780982F}"/>
          </ac:spMkLst>
        </pc:spChg>
        <pc:graphicFrameChg chg="add mod">
          <ac:chgData name="Hoàng, Phạm Đình" userId="9751e56f-facf-48fb-a28f-7199feb47b66" providerId="ADAL" clId="{55DB81D8-18E9-4883-9624-329A10098B1E}" dt="2026-04-14T07:21:10.133" v="18056" actId="113"/>
          <ac:graphicFrameMkLst>
            <pc:docMk/>
            <pc:sldMk cId="3911856104" sldId="511"/>
            <ac:graphicFrameMk id="4" creationId="{790FBD46-DC1A-44C1-9114-B330FC9D3345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21:16.319" v="18057" actId="113"/>
          <ac:graphicFrameMkLst>
            <pc:docMk/>
            <pc:sldMk cId="3911856104" sldId="511"/>
            <ac:graphicFrameMk id="5" creationId="{DB2F5E2F-4E91-4DC6-BB70-603A7A1C889F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7:57:34.933" v="18282"/>
        <pc:sldMkLst>
          <pc:docMk/>
          <pc:sldMk cId="3284706631" sldId="512"/>
        </pc:sldMkLst>
        <pc:spChg chg="mod">
          <ac:chgData name="Hoàng, Phạm Đình" userId="9751e56f-facf-48fb-a28f-7199feb47b66" providerId="ADAL" clId="{55DB81D8-18E9-4883-9624-329A10098B1E}" dt="2026-04-06T07:22:14.324" v="11620" actId="14100"/>
          <ac:spMkLst>
            <pc:docMk/>
            <pc:sldMk cId="3284706631" sldId="512"/>
            <ac:spMk id="2" creationId="{823FF750-80C1-C2EB-D80A-8782354A412A}"/>
          </ac:spMkLst>
        </pc:spChg>
        <pc:spChg chg="mod">
          <ac:chgData name="Hoàng, Phạm Đình" userId="9751e56f-facf-48fb-a28f-7199feb47b66" providerId="ADAL" clId="{55DB81D8-18E9-4883-9624-329A10098B1E}" dt="2026-04-14T04:16:14.953" v="17848" actId="20577"/>
          <ac:spMkLst>
            <pc:docMk/>
            <pc:sldMk cId="3284706631" sldId="512"/>
            <ac:spMk id="27" creationId="{27637C39-E1A0-AA53-E1FD-FC0BEE2C2405}"/>
          </ac:spMkLst>
        </pc:spChg>
        <pc:graphicFrameChg chg="mod">
          <ac:chgData name="Hoàng, Phạm Đình" userId="9751e56f-facf-48fb-a28f-7199feb47b66" providerId="ADAL" clId="{55DB81D8-18E9-4883-9624-329A10098B1E}" dt="2026-04-14T07:57:34.933" v="18282"/>
          <ac:graphicFrameMkLst>
            <pc:docMk/>
            <pc:sldMk cId="3284706631" sldId="512"/>
            <ac:graphicFrameMk id="6" creationId="{72FB59CA-8C33-D454-F6F6-F3183F972C5F}"/>
          </ac:graphicFrameMkLst>
        </pc:graphicFrameChg>
      </pc:sldChg>
      <pc:sldChg chg="modSp add mod">
        <pc:chgData name="Hoàng, Phạm Đình" userId="9751e56f-facf-48fb-a28f-7199feb47b66" providerId="ADAL" clId="{55DB81D8-18E9-4883-9624-329A10098B1E}" dt="2026-04-14T07:57:03.813" v="18277"/>
        <pc:sldMkLst>
          <pc:docMk/>
          <pc:sldMk cId="4250259322" sldId="513"/>
        </pc:sldMkLst>
        <pc:spChg chg="mod">
          <ac:chgData name="Hoàng, Phạm Đình" userId="9751e56f-facf-48fb-a28f-7199feb47b66" providerId="ADAL" clId="{55DB81D8-18E9-4883-9624-329A10098B1E}" dt="2026-04-14T04:17:47.386" v="17852" actId="20577"/>
          <ac:spMkLst>
            <pc:docMk/>
            <pc:sldMk cId="4250259322" sldId="513"/>
            <ac:spMk id="27" creationId="{183338A8-E223-5516-59FF-42B6ABA23AEE}"/>
          </ac:spMkLst>
        </pc:spChg>
        <pc:graphicFrameChg chg="mod">
          <ac:chgData name="Hoàng, Phạm Đình" userId="9751e56f-facf-48fb-a28f-7199feb47b66" providerId="ADAL" clId="{55DB81D8-18E9-4883-9624-329A10098B1E}" dt="2026-04-14T07:57:03.813" v="18277"/>
          <ac:graphicFrameMkLst>
            <pc:docMk/>
            <pc:sldMk cId="4250259322" sldId="513"/>
            <ac:graphicFrameMk id="4" creationId="{0E025C71-2689-BBFD-5ADA-BD55521ECCBC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7:50:17.158" v="18194" actId="27918"/>
        <pc:sldMkLst>
          <pc:docMk/>
          <pc:sldMk cId="4054265051" sldId="514"/>
        </pc:sldMkLst>
        <pc:spChg chg="add mod">
          <ac:chgData name="Hoàng, Phạm Đình" userId="9751e56f-facf-48fb-a28f-7199feb47b66" providerId="ADAL" clId="{55DB81D8-18E9-4883-9624-329A10098B1E}" dt="2026-04-14T07:22:07.571" v="18072" actId="1035"/>
          <ac:spMkLst>
            <pc:docMk/>
            <pc:sldMk cId="4054265051" sldId="514"/>
            <ac:spMk id="5" creationId="{EA7CBA03-3C95-EF6F-2E36-B1CF7CA4021E}"/>
          </ac:spMkLst>
        </pc:spChg>
        <pc:spChg chg="mod">
          <ac:chgData name="Hoàng, Phạm Đình" userId="9751e56f-facf-48fb-a28f-7199feb47b66" providerId="ADAL" clId="{55DB81D8-18E9-4883-9624-329A10098B1E}" dt="2026-04-06T09:00:16.456" v="12779" actId="207"/>
          <ac:spMkLst>
            <pc:docMk/>
            <pc:sldMk cId="4054265051" sldId="514"/>
            <ac:spMk id="27" creationId="{C2422FBB-104E-E912-65B3-977FE20DA73A}"/>
          </ac:spMkLst>
        </pc:spChg>
        <pc:graphicFrameChg chg="add mod">
          <ac:chgData name="Hoàng, Phạm Đình" userId="9751e56f-facf-48fb-a28f-7199feb47b66" providerId="ADAL" clId="{55DB81D8-18E9-4883-9624-329A10098B1E}" dt="2026-04-14T07:21:53.681" v="18061" actId="14100"/>
          <ac:graphicFrameMkLst>
            <pc:docMk/>
            <pc:sldMk cId="4054265051" sldId="514"/>
            <ac:graphicFrameMk id="4" creationId="{2151674D-6A62-4F5B-903B-5FD7C5559DE9}"/>
          </ac:graphicFrameMkLst>
        </pc:graphicFrameChg>
        <pc:picChg chg="add del mod">
          <ac:chgData name="Hoàng, Phạm Đình" userId="9751e56f-facf-48fb-a28f-7199feb47b66" providerId="ADAL" clId="{55DB81D8-18E9-4883-9624-329A10098B1E}" dt="2026-04-14T04:01:24.478" v="17573" actId="478"/>
          <ac:picMkLst>
            <pc:docMk/>
            <pc:sldMk cId="4054265051" sldId="514"/>
            <ac:picMk id="6" creationId="{DDC52BEB-6D64-3142-A649-5E737BC70F8A}"/>
          </ac:picMkLst>
        </pc:picChg>
        <pc:picChg chg="add del">
          <ac:chgData name="Hoàng, Phạm Đình" userId="9751e56f-facf-48fb-a28f-7199feb47b66" providerId="ADAL" clId="{55DB81D8-18E9-4883-9624-329A10098B1E}" dt="2026-04-14T04:01:29.759" v="17575" actId="478"/>
          <ac:picMkLst>
            <pc:docMk/>
            <pc:sldMk cId="4054265051" sldId="514"/>
            <ac:picMk id="8" creationId="{8ED7E9D0-B3C2-A884-79C9-24574324D4C5}"/>
          </ac:picMkLst>
        </pc:picChg>
        <pc:picChg chg="add mod">
          <ac:chgData name="Hoàng, Phạm Đình" userId="9751e56f-facf-48fb-a28f-7199feb47b66" providerId="ADAL" clId="{55DB81D8-18E9-4883-9624-329A10098B1E}" dt="2026-04-14T07:22:10.153" v="18080" actId="1035"/>
          <ac:picMkLst>
            <pc:docMk/>
            <pc:sldMk cId="4054265051" sldId="514"/>
            <ac:picMk id="10" creationId="{2390D734-E8CA-49BF-B494-0D776B30378C}"/>
          </ac:picMkLst>
        </pc:picChg>
      </pc:sldChg>
      <pc:sldChg chg="addSp delSp modSp add mod">
        <pc:chgData name="Hoàng, Phạm Đình" userId="9751e56f-facf-48fb-a28f-7199feb47b66" providerId="ADAL" clId="{55DB81D8-18E9-4883-9624-329A10098B1E}" dt="2026-04-14T08:03:30.804" v="18448"/>
        <pc:sldMkLst>
          <pc:docMk/>
          <pc:sldMk cId="1951378396" sldId="515"/>
        </pc:sldMkLst>
        <pc:spChg chg="mod">
          <ac:chgData name="Hoàng, Phạm Đình" userId="9751e56f-facf-48fb-a28f-7199feb47b66" providerId="ADAL" clId="{55DB81D8-18E9-4883-9624-329A10098B1E}" dt="2026-04-14T03:54:52.400" v="17551" actId="20577"/>
          <ac:spMkLst>
            <pc:docMk/>
            <pc:sldMk cId="1951378396" sldId="515"/>
            <ac:spMk id="27" creationId="{DC1A6602-FD90-0F05-42A4-5095BDEEBE9F}"/>
          </ac:spMkLst>
        </pc:spChg>
        <pc:graphicFrameChg chg="add mod">
          <ac:chgData name="Hoàng, Phạm Đình" userId="9751e56f-facf-48fb-a28f-7199feb47b66" providerId="ADAL" clId="{55DB81D8-18E9-4883-9624-329A10098B1E}" dt="2026-04-14T08:03:30.804" v="18448"/>
          <ac:graphicFrameMkLst>
            <pc:docMk/>
            <pc:sldMk cId="1951378396" sldId="515"/>
            <ac:graphicFrameMk id="4" creationId="{8006AE84-738B-2BB0-12C5-99562E8A34F3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8:03:28.424" v="18447"/>
          <ac:graphicFrameMkLst>
            <pc:docMk/>
            <pc:sldMk cId="1951378396" sldId="515"/>
            <ac:graphicFrameMk id="5" creationId="{71F10670-5E39-4DDE-B152-3108FE800458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8:03:20.794" v="18443"/>
          <ac:graphicFrameMkLst>
            <pc:docMk/>
            <pc:sldMk cId="1951378396" sldId="515"/>
            <ac:graphicFrameMk id="9" creationId="{D2A1ECA3-5B6C-4B98-ACB3-03FC420FD24B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8:03:23.479" v="18444"/>
          <ac:graphicFrameMkLst>
            <pc:docMk/>
            <pc:sldMk cId="1951378396" sldId="515"/>
            <ac:graphicFrameMk id="10" creationId="{AAC34367-581A-4598-ACC9-093F324CD66A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7:50:17.158" v="18195"/>
        <pc:sldMkLst>
          <pc:docMk/>
          <pc:sldMk cId="308046235" sldId="517"/>
        </pc:sldMkLst>
        <pc:spChg chg="add del mod">
          <ac:chgData name="Hoàng, Phạm Đình" userId="9751e56f-facf-48fb-a28f-7199feb47b66" providerId="ADAL" clId="{55DB81D8-18E9-4883-9624-329A10098B1E}" dt="2026-04-13T07:30:41.604" v="15154" actId="478"/>
          <ac:spMkLst>
            <pc:docMk/>
            <pc:sldMk cId="308046235" sldId="517"/>
            <ac:spMk id="5" creationId="{67441CD5-18A1-8744-0072-6A56BE94695D}"/>
          </ac:spMkLst>
        </pc:spChg>
        <pc:spChg chg="mod">
          <ac:chgData name="Hoàng, Phạm Đình" userId="9751e56f-facf-48fb-a28f-7199feb47b66" providerId="ADAL" clId="{55DB81D8-18E9-4883-9624-329A10098B1E}" dt="2026-04-14T04:03:30.351" v="17609" actId="20577"/>
          <ac:spMkLst>
            <pc:docMk/>
            <pc:sldMk cId="308046235" sldId="517"/>
            <ac:spMk id="27" creationId="{FAAE944A-A545-760C-32D2-95FA10AA004F}"/>
          </ac:spMkLst>
        </pc:spChg>
        <pc:graphicFrameChg chg="del mod">
          <ac:chgData name="Hoàng, Phạm Đình" userId="9751e56f-facf-48fb-a28f-7199feb47b66" providerId="ADAL" clId="{55DB81D8-18E9-4883-9624-329A10098B1E}" dt="2026-04-14T07:05:03.184" v="17942" actId="478"/>
          <ac:graphicFrameMkLst>
            <pc:docMk/>
            <pc:sldMk cId="308046235" sldId="517"/>
            <ac:graphicFrameMk id="2" creationId="{AF2C8A1D-61E5-6FA2-72C8-A8BC74E01A91}"/>
          </ac:graphicFrameMkLst>
        </pc:graphicFrameChg>
        <pc:graphicFrameChg chg="mod">
          <ac:chgData name="Hoàng, Phạm Đình" userId="9751e56f-facf-48fb-a28f-7199feb47b66" providerId="ADAL" clId="{55DB81D8-18E9-4883-9624-329A10098B1E}" dt="2026-04-14T07:50:17.158" v="18195"/>
          <ac:graphicFrameMkLst>
            <pc:docMk/>
            <pc:sldMk cId="308046235" sldId="517"/>
            <ac:graphicFrameMk id="4" creationId="{9807E463-E815-AB93-78A2-52A0485C879C}"/>
          </ac:graphicFrameMkLst>
        </pc:graphicFrameChg>
        <pc:picChg chg="add del mod">
          <ac:chgData name="Hoàng, Phạm Đình" userId="9751e56f-facf-48fb-a28f-7199feb47b66" providerId="ADAL" clId="{55DB81D8-18E9-4883-9624-329A10098B1E}" dt="2026-04-13T07:31:30.087" v="15161" actId="478"/>
          <ac:picMkLst>
            <pc:docMk/>
            <pc:sldMk cId="308046235" sldId="517"/>
            <ac:picMk id="9" creationId="{68F404E1-B45E-C0F8-87B3-E6F3F6DC2D12}"/>
          </ac:picMkLst>
        </pc:picChg>
      </pc:sldChg>
      <pc:sldChg chg="addSp delSp modSp add del mod">
        <pc:chgData name="Hoàng, Phạm Đình" userId="9751e56f-facf-48fb-a28f-7199feb47b66" providerId="ADAL" clId="{55DB81D8-18E9-4883-9624-329A10098B1E}" dt="2026-04-13T07:30:34.955" v="15153" actId="47"/>
        <pc:sldMkLst>
          <pc:docMk/>
          <pc:sldMk cId="1243370239" sldId="518"/>
        </pc:sldMkLst>
        <pc:graphicFrameChg chg="mod">
          <ac:chgData name="Hoàng, Phạm Đình" userId="9751e56f-facf-48fb-a28f-7199feb47b66" providerId="ADAL" clId="{55DB81D8-18E9-4883-9624-329A10098B1E}" dt="2026-04-13T07:28:17.098" v="15140"/>
          <ac:graphicFrameMkLst>
            <pc:docMk/>
            <pc:sldMk cId="1243370239" sldId="518"/>
            <ac:graphicFrameMk id="2" creationId="{1DA13375-28FD-2B3D-AE87-2B3AC15ACE3A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7:50:17.158" v="18196"/>
        <pc:sldMkLst>
          <pc:docMk/>
          <pc:sldMk cId="1145813012" sldId="519"/>
        </pc:sldMkLst>
        <pc:spChg chg="mod">
          <ac:chgData name="Hoàng, Phạm Đình" userId="9751e56f-facf-48fb-a28f-7199feb47b66" providerId="ADAL" clId="{55DB81D8-18E9-4883-9624-329A10098B1E}" dt="2026-04-14T07:25:38.720" v="18168" actId="20577"/>
          <ac:spMkLst>
            <pc:docMk/>
            <pc:sldMk cId="1145813012" sldId="519"/>
            <ac:spMk id="27" creationId="{EFD0E606-D9A8-B161-6326-62F1A0D3B171}"/>
          </ac:spMkLst>
        </pc:spChg>
        <pc:graphicFrameChg chg="mod">
          <ac:chgData name="Hoàng, Phạm Đình" userId="9751e56f-facf-48fb-a28f-7199feb47b66" providerId="ADAL" clId="{55DB81D8-18E9-4883-9624-329A10098B1E}" dt="2026-04-14T07:50:17.158" v="18196"/>
          <ac:graphicFrameMkLst>
            <pc:docMk/>
            <pc:sldMk cId="1145813012" sldId="519"/>
            <ac:graphicFrameMk id="2" creationId="{6B93D776-9412-0560-7CF5-912F0580A5CC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7:50:45.424" v="18207" actId="14100"/>
        <pc:sldMkLst>
          <pc:docMk/>
          <pc:sldMk cId="3644974628" sldId="520"/>
        </pc:sldMkLst>
        <pc:spChg chg="mod">
          <ac:chgData name="Hoàng, Phạm Đình" userId="9751e56f-facf-48fb-a28f-7199feb47b66" providerId="ADAL" clId="{55DB81D8-18E9-4883-9624-329A10098B1E}" dt="2026-04-14T04:08:40.021" v="17732" actId="20577"/>
          <ac:spMkLst>
            <pc:docMk/>
            <pc:sldMk cId="3644974628" sldId="520"/>
            <ac:spMk id="27" creationId="{F0550B33-10D5-3394-78BD-87F17EF5A7BE}"/>
          </ac:spMkLst>
        </pc:spChg>
        <pc:graphicFrameChg chg="mod">
          <ac:chgData name="Hoàng, Phạm Đình" userId="9751e56f-facf-48fb-a28f-7199feb47b66" providerId="ADAL" clId="{55DB81D8-18E9-4883-9624-329A10098B1E}" dt="2026-04-14T07:50:45.424" v="18207" actId="14100"/>
          <ac:graphicFrameMkLst>
            <pc:docMk/>
            <pc:sldMk cId="3644974628" sldId="520"/>
            <ac:graphicFrameMk id="2" creationId="{98B50117-3CA2-185C-B93F-2419D78FFEAE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7:50:17.158" v="18199"/>
        <pc:sldMkLst>
          <pc:docMk/>
          <pc:sldMk cId="647669788" sldId="521"/>
        </pc:sldMkLst>
        <pc:spChg chg="mod">
          <ac:chgData name="Hoàng, Phạm Đình" userId="9751e56f-facf-48fb-a28f-7199feb47b66" providerId="ADAL" clId="{55DB81D8-18E9-4883-9624-329A10098B1E}" dt="2026-04-14T03:54:13.109" v="17525" actId="20577"/>
          <ac:spMkLst>
            <pc:docMk/>
            <pc:sldMk cId="647669788" sldId="521"/>
            <ac:spMk id="27" creationId="{F6DFF597-C2F8-D410-9E87-196C4B5916CF}"/>
          </ac:spMkLst>
        </pc:spChg>
        <pc:graphicFrameChg chg="add mod">
          <ac:chgData name="Hoàng, Phạm Đình" userId="9751e56f-facf-48fb-a28f-7199feb47b66" providerId="ADAL" clId="{55DB81D8-18E9-4883-9624-329A10098B1E}" dt="2026-04-13T09:44:25.437" v="16800"/>
          <ac:graphicFrameMkLst>
            <pc:docMk/>
            <pc:sldMk cId="647669788" sldId="521"/>
            <ac:graphicFrameMk id="2" creationId="{05AFDE2E-F396-C6F5-99BF-DA795A402EEC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3T07:36:43.768" v="15231" actId="478"/>
          <ac:graphicFrameMkLst>
            <pc:docMk/>
            <pc:sldMk cId="647669788" sldId="521"/>
            <ac:graphicFrameMk id="2" creationId="{77199857-7284-A498-9FEB-F4A734A9E702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3T07:37:23.128" v="15239"/>
          <ac:graphicFrameMkLst>
            <pc:docMk/>
            <pc:sldMk cId="647669788" sldId="521"/>
            <ac:graphicFrameMk id="4" creationId="{7EE1EC38-F336-63C5-C78B-775B8190126E}"/>
          </ac:graphicFrameMkLst>
        </pc:graphicFrameChg>
        <pc:graphicFrameChg chg="add del mod modGraphic">
          <ac:chgData name="Hoàng, Phạm Đình" userId="9751e56f-facf-48fb-a28f-7199feb47b66" providerId="ADAL" clId="{55DB81D8-18E9-4883-9624-329A10098B1E}" dt="2026-04-13T09:51:11.333" v="16863" actId="478"/>
          <ac:graphicFrameMkLst>
            <pc:docMk/>
            <pc:sldMk cId="647669788" sldId="521"/>
            <ac:graphicFrameMk id="4" creationId="{BCD08B50-A8A1-EEAB-2775-87D39EA86110}"/>
          </ac:graphicFrameMkLst>
        </pc:graphicFrameChg>
        <pc:graphicFrameChg chg="mod">
          <ac:chgData name="Hoàng, Phạm Đình" userId="9751e56f-facf-48fb-a28f-7199feb47b66" providerId="ADAL" clId="{55DB81D8-18E9-4883-9624-329A10098B1E}" dt="2026-04-14T07:50:17.158" v="18195"/>
          <ac:graphicFrameMkLst>
            <pc:docMk/>
            <pc:sldMk cId="647669788" sldId="521"/>
            <ac:graphicFrameMk id="5" creationId="{73EC6AA8-6403-0D51-2E64-6B20D0771F4C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3T07:36:45.427" v="15232" actId="478"/>
          <ac:graphicFrameMkLst>
            <pc:docMk/>
            <pc:sldMk cId="647669788" sldId="521"/>
            <ac:graphicFrameMk id="5" creationId="{7F7B6512-4F42-6022-D990-8305DDAE3C1B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3T07:36:47.051" v="15233" actId="478"/>
          <ac:graphicFrameMkLst>
            <pc:docMk/>
            <pc:sldMk cId="647669788" sldId="521"/>
            <ac:graphicFrameMk id="6" creationId="{338F5914-3A34-0BAF-2815-ACA851749CB2}"/>
          </ac:graphicFrameMkLst>
        </pc:graphicFrameChg>
        <pc:graphicFrameChg chg="mod">
          <ac:chgData name="Hoàng, Phạm Đình" userId="9751e56f-facf-48fb-a28f-7199feb47b66" providerId="ADAL" clId="{55DB81D8-18E9-4883-9624-329A10098B1E}" dt="2026-04-14T07:50:17.158" v="18198"/>
          <ac:graphicFrameMkLst>
            <pc:docMk/>
            <pc:sldMk cId="647669788" sldId="521"/>
            <ac:graphicFrameMk id="7" creationId="{379C552D-BCDC-B5E5-CA00-56534E9633B2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3T07:37:23.128" v="15239"/>
          <ac:graphicFrameMkLst>
            <pc:docMk/>
            <pc:sldMk cId="647669788" sldId="521"/>
            <ac:graphicFrameMk id="8" creationId="{3C603B76-F350-FECB-4084-70EE484FC6FF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3T07:37:23.128" v="15239"/>
          <ac:graphicFrameMkLst>
            <pc:docMk/>
            <pc:sldMk cId="647669788" sldId="521"/>
            <ac:graphicFrameMk id="10" creationId="{592B9A2D-1791-0BEF-725F-572448A1E177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50:17.158" v="18199"/>
          <ac:graphicFrameMkLst>
            <pc:docMk/>
            <pc:sldMk cId="647669788" sldId="521"/>
            <ac:graphicFrameMk id="11" creationId="{7EE1EC38-F336-63C5-C78B-775B8190126E}"/>
          </ac:graphicFrameMkLst>
        </pc:graphicFrameChg>
        <pc:graphicFrameChg chg="add del mod">
          <ac:chgData name="Hoàng, Phạm Đình" userId="9751e56f-facf-48fb-a28f-7199feb47b66" providerId="ADAL" clId="{55DB81D8-18E9-4883-9624-329A10098B1E}" dt="2026-04-13T09:42:46.979" v="16799" actId="478"/>
          <ac:graphicFrameMkLst>
            <pc:docMk/>
            <pc:sldMk cId="647669788" sldId="521"/>
            <ac:graphicFrameMk id="12" creationId="{592B9A2D-1791-0BEF-725F-572448A1E177}"/>
          </ac:graphicFrameMkLst>
        </pc:graphicFrameChg>
        <pc:picChg chg="add del mod">
          <ac:chgData name="Hoàng, Phạm Đình" userId="9751e56f-facf-48fb-a28f-7199feb47b66" providerId="ADAL" clId="{55DB81D8-18E9-4883-9624-329A10098B1E}" dt="2026-04-14T04:08:56.129" v="17733" actId="478"/>
          <ac:picMkLst>
            <pc:docMk/>
            <pc:sldMk cId="647669788" sldId="521"/>
            <ac:picMk id="9" creationId="{455F6C21-4601-559F-052D-B41E5697FF31}"/>
          </ac:picMkLst>
        </pc:picChg>
      </pc:sldChg>
      <pc:sldChg chg="addSp delSp modSp add mod">
        <pc:chgData name="Hoàng, Phạm Đình" userId="9751e56f-facf-48fb-a28f-7199feb47b66" providerId="ADAL" clId="{55DB81D8-18E9-4883-9624-329A10098B1E}" dt="2026-04-14T07:50:17.158" v="18202"/>
        <pc:sldMkLst>
          <pc:docMk/>
          <pc:sldMk cId="3228182752" sldId="522"/>
        </pc:sldMkLst>
        <pc:spChg chg="mod">
          <ac:chgData name="Hoàng, Phạm Đình" userId="9751e56f-facf-48fb-a28f-7199feb47b66" providerId="ADAL" clId="{55DB81D8-18E9-4883-9624-329A10098B1E}" dt="2026-04-14T03:54:18.168" v="17529" actId="20577"/>
          <ac:spMkLst>
            <pc:docMk/>
            <pc:sldMk cId="3228182752" sldId="522"/>
            <ac:spMk id="27" creationId="{71381F6C-2D1B-8D79-0BCE-BF9966BBEB75}"/>
          </ac:spMkLst>
        </pc:spChg>
        <pc:graphicFrameChg chg="add del mod">
          <ac:chgData name="Hoàng, Phạm Đình" userId="9751e56f-facf-48fb-a28f-7199feb47b66" providerId="ADAL" clId="{55DB81D8-18E9-4883-9624-329A10098B1E}" dt="2026-04-13T07:37:31.348" v="15241" actId="21"/>
          <ac:graphicFrameMkLst>
            <pc:docMk/>
            <pc:sldMk cId="3228182752" sldId="522"/>
            <ac:graphicFrameMk id="2" creationId="{7EE1EC38-F336-63C5-C78B-775B8190126E}"/>
          </ac:graphicFrameMkLst>
        </pc:graphicFrameChg>
        <pc:graphicFrameChg chg="add del mod modGraphic">
          <ac:chgData name="Hoàng, Phạm Đình" userId="9751e56f-facf-48fb-a28f-7199feb47b66" providerId="ADAL" clId="{55DB81D8-18E9-4883-9624-329A10098B1E}" dt="2026-04-13T09:46:57.272" v="16841" actId="478"/>
          <ac:graphicFrameMkLst>
            <pc:docMk/>
            <pc:sldMk cId="3228182752" sldId="522"/>
            <ac:graphicFrameMk id="2" creationId="{D1C8F4C8-5A15-D2CD-D332-E1CC99253145}"/>
          </ac:graphicFrameMkLst>
        </pc:graphicFrameChg>
        <pc:graphicFrameChg chg="add del mod">
          <ac:chgData name="Hoàng, Phạm Đình" userId="9751e56f-facf-48fb-a28f-7199feb47b66" providerId="ADAL" clId="{55DB81D8-18E9-4883-9624-329A10098B1E}" dt="2026-04-14T03:42:38.034" v="17430" actId="478"/>
          <ac:graphicFrameMkLst>
            <pc:docMk/>
            <pc:sldMk cId="3228182752" sldId="522"/>
            <ac:graphicFrameMk id="4" creationId="{9B23D26E-2C02-5AF3-0D7C-85A619EAF37A}"/>
          </ac:graphicFrameMkLst>
        </pc:graphicFrameChg>
        <pc:graphicFrameChg chg="add del mod">
          <ac:chgData name="Hoàng, Phạm Đình" userId="9751e56f-facf-48fb-a28f-7199feb47b66" providerId="ADAL" clId="{55DB81D8-18E9-4883-9624-329A10098B1E}" dt="2026-04-13T09:46:22.135" v="16829" actId="478"/>
          <ac:graphicFrameMkLst>
            <pc:docMk/>
            <pc:sldMk cId="3228182752" sldId="522"/>
            <ac:graphicFrameMk id="5" creationId="{3C603B76-F350-FECB-4084-70EE484FC6FF}"/>
          </ac:graphicFrameMkLst>
        </pc:graphicFrameChg>
        <pc:graphicFrameChg chg="add del mod">
          <ac:chgData name="Hoàng, Phạm Đình" userId="9751e56f-facf-48fb-a28f-7199feb47b66" providerId="ADAL" clId="{55DB81D8-18E9-4883-9624-329A10098B1E}" dt="2026-04-13T07:37:31.348" v="15241" actId="21"/>
          <ac:graphicFrameMkLst>
            <pc:docMk/>
            <pc:sldMk cId="3228182752" sldId="522"/>
            <ac:graphicFrameMk id="6" creationId="{592B9A2D-1791-0BEF-725F-572448A1E177}"/>
          </ac:graphicFrameMkLst>
        </pc:graphicFrameChg>
        <pc:graphicFrameChg chg="add del mod modGraphic">
          <ac:chgData name="Hoàng, Phạm Đình" userId="9751e56f-facf-48fb-a28f-7199feb47b66" providerId="ADAL" clId="{55DB81D8-18E9-4883-9624-329A10098B1E}" dt="2026-04-13T09:49:18.916" v="16849" actId="478"/>
          <ac:graphicFrameMkLst>
            <pc:docMk/>
            <pc:sldMk cId="3228182752" sldId="522"/>
            <ac:graphicFrameMk id="6" creationId="{F95FCF81-C674-FF25-077D-FC1FFBDB8AD8}"/>
          </ac:graphicFrameMkLst>
        </pc:graphicFrameChg>
        <pc:graphicFrameChg chg="add del mod">
          <ac:chgData name="Hoàng, Phạm Đình" userId="9751e56f-facf-48fb-a28f-7199feb47b66" providerId="ADAL" clId="{55DB81D8-18E9-4883-9624-329A10098B1E}" dt="2026-04-14T03:42:38.845" v="17431" actId="478"/>
          <ac:graphicFrameMkLst>
            <pc:docMk/>
            <pc:sldMk cId="3228182752" sldId="522"/>
            <ac:graphicFrameMk id="7" creationId="{4C0ABEB1-082B-1521-8717-5AE3ABE24DD0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50:17.158" v="18200"/>
          <ac:graphicFrameMkLst>
            <pc:docMk/>
            <pc:sldMk cId="3228182752" sldId="522"/>
            <ac:graphicFrameMk id="8" creationId="{E563684C-0288-D429-B8D4-AAE4577BAC9E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50:17.158" v="18201"/>
          <ac:graphicFrameMkLst>
            <pc:docMk/>
            <pc:sldMk cId="3228182752" sldId="522"/>
            <ac:graphicFrameMk id="9" creationId="{D953F9FD-2B71-8C0D-AAC8-BD18CFC93E4E}"/>
          </ac:graphicFrameMkLst>
        </pc:graphicFrameChg>
        <pc:graphicFrameChg chg="add mod">
          <ac:chgData name="Hoàng, Phạm Đình" userId="9751e56f-facf-48fb-a28f-7199feb47b66" providerId="ADAL" clId="{55DB81D8-18E9-4883-9624-329A10098B1E}" dt="2026-04-14T07:50:17.158" v="18202"/>
          <ac:graphicFrameMkLst>
            <pc:docMk/>
            <pc:sldMk cId="3228182752" sldId="522"/>
            <ac:graphicFrameMk id="10" creationId="{9AFE2ADD-6B58-9540-90D2-F8CFCB405FBC}"/>
          </ac:graphicFrameMkLst>
        </pc:graphicFrameChg>
        <pc:graphicFrameChg chg="add del mod modGraphic">
          <ac:chgData name="Hoàng, Phạm Đình" userId="9751e56f-facf-48fb-a28f-7199feb47b66" providerId="ADAL" clId="{55DB81D8-18E9-4883-9624-329A10098B1E}" dt="2026-04-13T09:49:36.051" v="16853" actId="478"/>
          <ac:graphicFrameMkLst>
            <pc:docMk/>
            <pc:sldMk cId="3228182752" sldId="522"/>
            <ac:graphicFrameMk id="11" creationId="{C0E34E03-A1C0-C069-F0EC-CF6DFF0E2331}"/>
          </ac:graphicFrameMkLst>
        </pc:graphicFrameChg>
        <pc:graphicFrameChg chg="mod">
          <ac:chgData name="Hoàng, Phạm Đình" userId="9751e56f-facf-48fb-a28f-7199feb47b66" providerId="ADAL" clId="{55DB81D8-18E9-4883-9624-329A10098B1E}" dt="2026-04-14T07:50:17.158" v="18195"/>
          <ac:graphicFrameMkLst>
            <pc:docMk/>
            <pc:sldMk cId="3228182752" sldId="522"/>
            <ac:graphicFrameMk id="12" creationId="{C1C68B40-3AC7-EFC8-980C-9B4D0881E0B4}"/>
          </ac:graphicFrameMkLst>
        </pc:graphicFrameChg>
      </pc:sldChg>
      <pc:sldChg chg="delSp modSp add del mod">
        <pc:chgData name="Hoàng, Phạm Đình" userId="9751e56f-facf-48fb-a28f-7199feb47b66" providerId="ADAL" clId="{55DB81D8-18E9-4883-9624-329A10098B1E}" dt="2026-04-13T07:39:41.965" v="15325" actId="47"/>
        <pc:sldMkLst>
          <pc:docMk/>
          <pc:sldMk cId="2433994982" sldId="523"/>
        </pc:sldMkLst>
        <pc:graphicFrameChg chg="del mod">
          <ac:chgData name="Hoàng, Phạm Đình" userId="9751e56f-facf-48fb-a28f-7199feb47b66" providerId="ADAL" clId="{55DB81D8-18E9-4883-9624-329A10098B1E}" dt="2026-04-13T07:37:52.900" v="15248" actId="21"/>
          <ac:graphicFrameMkLst>
            <pc:docMk/>
            <pc:sldMk cId="2433994982" sldId="523"/>
            <ac:graphicFrameMk id="2" creationId="{9B23D26E-2C02-5AF3-0D7C-85A619EAF37A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3T07:37:52.900" v="15248" actId="21"/>
          <ac:graphicFrameMkLst>
            <pc:docMk/>
            <pc:sldMk cId="2433994982" sldId="523"/>
            <ac:graphicFrameMk id="4" creationId="{4C0ABEB1-082B-1521-8717-5AE3ABE24DD0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3T07:37:52.900" v="15248" actId="21"/>
          <ac:graphicFrameMkLst>
            <pc:docMk/>
            <pc:sldMk cId="2433994982" sldId="523"/>
            <ac:graphicFrameMk id="5" creationId="{E563684C-0288-D429-B8D4-AAE4577BAC9E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3T07:37:52.900" v="15248" actId="21"/>
          <ac:graphicFrameMkLst>
            <pc:docMk/>
            <pc:sldMk cId="2433994982" sldId="523"/>
            <ac:graphicFrameMk id="6" creationId="{D953F9FD-2B71-8C0D-AAC8-BD18CFC93E4E}"/>
          </ac:graphicFrameMkLst>
        </pc:graphicFrameChg>
        <pc:graphicFrameChg chg="del mod">
          <ac:chgData name="Hoàng, Phạm Đình" userId="9751e56f-facf-48fb-a28f-7199feb47b66" providerId="ADAL" clId="{55DB81D8-18E9-4883-9624-329A10098B1E}" dt="2026-04-13T07:37:52.900" v="15248" actId="21"/>
          <ac:graphicFrameMkLst>
            <pc:docMk/>
            <pc:sldMk cId="2433994982" sldId="523"/>
            <ac:graphicFrameMk id="7" creationId="{9AFE2ADD-6B58-9540-90D2-F8CFCB405FBC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7:58:16.585" v="18289" actId="6549"/>
        <pc:sldMkLst>
          <pc:docMk/>
          <pc:sldMk cId="509029562" sldId="524"/>
        </pc:sldMkLst>
        <pc:spChg chg="mod">
          <ac:chgData name="Hoàng, Phạm Đình" userId="9751e56f-facf-48fb-a28f-7199feb47b66" providerId="ADAL" clId="{55DB81D8-18E9-4883-9624-329A10098B1E}" dt="2026-04-06T08:39:47.752" v="12010" actId="14100"/>
          <ac:spMkLst>
            <pc:docMk/>
            <pc:sldMk cId="509029562" sldId="524"/>
            <ac:spMk id="2" creationId="{074B6DD1-F06D-7398-7971-CED7E2354655}"/>
          </ac:spMkLst>
        </pc:spChg>
        <pc:spChg chg="mod">
          <ac:chgData name="Hoàng, Phạm Đình" userId="9751e56f-facf-48fb-a28f-7199feb47b66" providerId="ADAL" clId="{55DB81D8-18E9-4883-9624-329A10098B1E}" dt="2026-04-14T07:58:16.585" v="18289" actId="6549"/>
          <ac:spMkLst>
            <pc:docMk/>
            <pc:sldMk cId="509029562" sldId="524"/>
            <ac:spMk id="27" creationId="{3D71235D-AFD7-BC44-A1F6-4C9A6010C51D}"/>
          </ac:spMkLst>
        </pc:spChg>
        <pc:graphicFrameChg chg="mod">
          <ac:chgData name="Hoàng, Phạm Đình" userId="9751e56f-facf-48fb-a28f-7199feb47b66" providerId="ADAL" clId="{55DB81D8-18E9-4883-9624-329A10098B1E}" dt="2026-04-14T07:50:17.174" v="18205"/>
          <ac:graphicFrameMkLst>
            <pc:docMk/>
            <pc:sldMk cId="509029562" sldId="524"/>
            <ac:graphicFrameMk id="5" creationId="{B3379EFA-9203-0338-64EA-4F1D01B42758}"/>
          </ac:graphicFrameMkLst>
        </pc:graphicFrameChg>
        <pc:picChg chg="add mod">
          <ac:chgData name="Hoàng, Phạm Đình" userId="9751e56f-facf-48fb-a28f-7199feb47b66" providerId="ADAL" clId="{55DB81D8-18E9-4883-9624-329A10098B1E}" dt="2026-04-14T07:58:13.995" v="18287" actId="1076"/>
          <ac:picMkLst>
            <pc:docMk/>
            <pc:sldMk cId="509029562" sldId="524"/>
            <ac:picMk id="6" creationId="{BAAF5F15-A8B0-4DEE-E885-995DDC237013}"/>
          </ac:picMkLst>
        </pc:picChg>
      </pc:sldChg>
      <pc:sldChg chg="addSp delSp modSp add del mod">
        <pc:chgData name="Hoàng, Phạm Đình" userId="9751e56f-facf-48fb-a28f-7199feb47b66" providerId="ADAL" clId="{55DB81D8-18E9-4883-9624-329A10098B1E}" dt="2026-04-13T09:40:29.838" v="16781" actId="47"/>
        <pc:sldMkLst>
          <pc:docMk/>
          <pc:sldMk cId="1261034481" sldId="525"/>
        </pc:sldMkLst>
        <pc:graphicFrameChg chg="mod">
          <ac:chgData name="Hoàng, Phạm Đình" userId="9751e56f-facf-48fb-a28f-7199feb47b66" providerId="ADAL" clId="{55DB81D8-18E9-4883-9624-329A10098B1E}" dt="2026-04-13T09:32:28.852" v="16179" actId="1036"/>
          <ac:graphicFrameMkLst>
            <pc:docMk/>
            <pc:sldMk cId="1261034481" sldId="525"/>
            <ac:graphicFrameMk id="6" creationId="{9451F235-EE08-593B-92D8-1861E1255E67}"/>
          </ac:graphicFrameMkLst>
        </pc:graphicFrameChg>
      </pc:sldChg>
      <pc:sldChg chg="addSp delSp modSp add mod">
        <pc:chgData name="Hoàng, Phạm Đình" userId="9751e56f-facf-48fb-a28f-7199feb47b66" providerId="ADAL" clId="{55DB81D8-18E9-4883-9624-329A10098B1E}" dt="2026-04-14T03:53:43.334" v="17508" actId="6549"/>
        <pc:sldMkLst>
          <pc:docMk/>
          <pc:sldMk cId="1802932700" sldId="526"/>
        </pc:sldMkLst>
        <pc:spChg chg="mod">
          <ac:chgData name="Hoàng, Phạm Đình" userId="9751e56f-facf-48fb-a28f-7199feb47b66" providerId="ADAL" clId="{55DB81D8-18E9-4883-9624-329A10098B1E}" dt="2026-04-14T03:53:43.334" v="17508" actId="6549"/>
          <ac:spMkLst>
            <pc:docMk/>
            <pc:sldMk cId="1802932700" sldId="526"/>
            <ac:spMk id="27" creationId="{39D43C18-E6B4-F79C-109B-C074526F1CEE}"/>
          </ac:spMkLst>
        </pc:spChg>
        <pc:grpChg chg="add del mod">
          <ac:chgData name="Hoàng, Phạm Đình" userId="9751e56f-facf-48fb-a28f-7199feb47b66" providerId="ADAL" clId="{55DB81D8-18E9-4883-9624-329A10098B1E}" dt="2026-04-08T02:57:11.960" v="14522" actId="1036"/>
          <ac:grpSpMkLst>
            <pc:docMk/>
            <pc:sldMk cId="1802932700" sldId="526"/>
            <ac:grpSpMk id="9" creationId="{D21708FF-26E0-3F51-8BC7-9D5A72A2329F}"/>
          </ac:grpSpMkLst>
        </pc:grpChg>
        <pc:picChg chg="add mod modCrop">
          <ac:chgData name="Hoàng, Phạm Đình" userId="9751e56f-facf-48fb-a28f-7199feb47b66" providerId="ADAL" clId="{55DB81D8-18E9-4883-9624-329A10098B1E}" dt="2026-04-08T02:57:23.236" v="14524" actId="14100"/>
          <ac:picMkLst>
            <pc:docMk/>
            <pc:sldMk cId="1802932700" sldId="526"/>
            <ac:picMk id="6" creationId="{029DD0AF-5F24-4BC4-A8BE-CCB7419279A1}"/>
          </ac:picMkLst>
        </pc:picChg>
        <pc:picChg chg="add mod">
          <ac:chgData name="Hoàng, Phạm Đình" userId="9751e56f-facf-48fb-a28f-7199feb47b66" providerId="ADAL" clId="{55DB81D8-18E9-4883-9624-329A10098B1E}" dt="2026-04-08T02:56:14.431" v="14509" actId="164"/>
          <ac:picMkLst>
            <pc:docMk/>
            <pc:sldMk cId="1802932700" sldId="526"/>
            <ac:picMk id="8" creationId="{1E45737D-AF1B-7D18-4D9A-7B674BF8448C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119303"/>
                </a:solidFill>
              </a:rPr>
              <a:t>Giá</a:t>
            </a:r>
            <a:r>
              <a:rPr lang="en-US" baseline="0">
                <a:solidFill>
                  <a:srgbClr val="119303"/>
                </a:solidFill>
              </a:rPr>
              <a:t> trị đầu tư - Chuyền phân loại chai AI</a:t>
            </a:r>
            <a:endParaRPr lang="en-US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25343669307795663"/>
          <c:y val="2.572612731484467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688748634310474"/>
          <c:y val="0.158511939497779"/>
          <c:w val="0.83587841106677718"/>
          <c:h val="0.7086670827628243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B.đồ!$B$5</c:f>
              <c:strCache>
                <c:ptCount val="1"/>
                <c:pt idx="0">
                  <c:v>Chuyền phân loại chai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ED3-4252-A128-C0C717394980}"/>
              </c:ext>
            </c:extLst>
          </c:dPt>
          <c:dPt>
            <c:idx val="1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D3-4252-A128-C0C717394980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D3-4252-A128-C0C717394980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D3-4252-A128-C0C717394980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D3-4252-A128-C0C717394980}"/>
              </c:ext>
            </c:extLst>
          </c:dPt>
          <c:dLbls>
            <c:dLbl>
              <c:idx val="0"/>
              <c:layout>
                <c:manualLayout>
                  <c:x val="-6.0124850019629087E-3"/>
                  <c:y val="-0.3835970401790403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rgbClr val="0066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ED3-4252-A128-C0C717394980}"/>
                </c:ext>
              </c:extLst>
            </c:dLbl>
            <c:dLbl>
              <c:idx val="1"/>
              <c:layout>
                <c:manualLayout>
                  <c:x val="-6.0124850019628766E-3"/>
                  <c:y val="-0.3116315424645640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D3-4252-A128-C0C717394980}"/>
                </c:ext>
              </c:extLst>
            </c:dLbl>
            <c:dLbl>
              <c:idx val="2"/>
              <c:layout>
                <c:manualLayout>
                  <c:x val="-6.4368712201869332E-17"/>
                  <c:y val="-0.111342900160143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ED3-4252-A128-C0C717394980}"/>
                </c:ext>
              </c:extLst>
            </c:dLbl>
            <c:dLbl>
              <c:idx val="3"/>
              <c:layout>
                <c:manualLayout>
                  <c:x val="1.7555306125834223E-3"/>
                  <c:y val="-9.317033450020585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ED3-4252-A128-C0C717394980}"/>
                </c:ext>
              </c:extLst>
            </c:dLbl>
            <c:dLbl>
              <c:idx val="4"/>
              <c:layout>
                <c:manualLayout>
                  <c:x val="3.5110612251668446E-3"/>
                  <c:y val="-8.161147913911734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ED3-4252-A128-C0C7173949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066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B.đồ!$C$3:$G$3</c:f>
              <c:strCache>
                <c:ptCount val="5"/>
                <c:pt idx="0">
                  <c:v>Tổng</c:v>
                </c:pt>
                <c:pt idx="1">
                  <c:v>1.MMTB chính</c:v>
                </c:pt>
                <c:pt idx="2">
                  <c:v>2.Điện, hơi</c:v>
                </c:pt>
                <c:pt idx="3">
                  <c:v>3.Thiết bị SX</c:v>
                </c:pt>
                <c:pt idx="4">
                  <c:v>4.Thiết bị QL</c:v>
                </c:pt>
              </c:strCache>
            </c:strRef>
          </c:cat>
          <c:val>
            <c:numRef>
              <c:f>B.đồ!$C$5:$G$5</c:f>
              <c:numCache>
                <c:formatCode>#,##0.0,,,</c:formatCode>
                <c:ptCount val="5"/>
                <c:pt idx="0">
                  <c:v>16767003000</c:v>
                </c:pt>
                <c:pt idx="1">
                  <c:v>12160003000</c:v>
                </c:pt>
                <c:pt idx="2">
                  <c:v>3263000000</c:v>
                </c:pt>
                <c:pt idx="3">
                  <c:v>1137000000</c:v>
                </c:pt>
                <c:pt idx="4">
                  <c:v>207000000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ED3-4252-A128-C0C71739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9"/>
        <c:overlap val="100"/>
        <c:axId val="520704656"/>
        <c:axId val="520710896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B.đồ!$B$6</c15:sqref>
                        </c15:formulaRef>
                      </c:ext>
                    </c:extLst>
                    <c:strCache>
                      <c:ptCount val="1"/>
                      <c:pt idx="0">
                        <c:v>Chuyền băm vảy</c:v>
                      </c:pt>
                    </c:strCache>
                  </c:strRef>
                </c:tx>
                <c:spPr>
                  <a:solidFill>
                    <a:srgbClr val="169B2F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7.7777777777777779E-2"/>
                        <c:y val="1.038961038961039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A-1ED3-4252-A128-C0C717394980}"/>
                      </c:ext>
                    </c:extLst>
                  </c:dLbl>
                  <c:dLbl>
                    <c:idx val="2"/>
                    <c:layout>
                      <c:manualLayout>
                        <c:x val="-2.7777777777777779E-3"/>
                        <c:y val="5.1948051948051951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B-1ED3-4252-A128-C0C717394980}"/>
                      </c:ext>
                    </c:extLst>
                  </c:dLbl>
                  <c:dLbl>
                    <c:idx val="3"/>
                    <c:layout>
                      <c:manualLayout>
                        <c:x val="-2.7777777777777779E-3"/>
                        <c:y val="3.1168831168831169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layout>
                          <c:manualLayout>
                            <c:w val="8.259733158355205E-2"/>
                            <c:h val="7.8987217506902546E-2"/>
                          </c:manualLayout>
                        </c15:layout>
                      </c:ext>
                      <c:ext xmlns:c16="http://schemas.microsoft.com/office/drawing/2014/chart" uri="{C3380CC4-5D6E-409C-BE32-E72D297353CC}">
                        <c16:uniqueId val="{0000000C-1ED3-4252-A128-C0C717394980}"/>
                      </c:ext>
                    </c:extLst>
                  </c:dLbl>
                  <c:dLbl>
                    <c:idx val="4"/>
                    <c:layout>
                      <c:manualLayout>
                        <c:x val="0"/>
                        <c:y val="4.6753246753246804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D-1ED3-4252-A128-C0C717394980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B.đồ!$C$3:$G$3</c15:sqref>
                        </c15:formulaRef>
                      </c:ext>
                    </c:extLst>
                    <c:strCache>
                      <c:ptCount val="5"/>
                      <c:pt idx="0">
                        <c:v>Tổng</c:v>
                      </c:pt>
                      <c:pt idx="1">
                        <c:v>1.MMTB chính</c:v>
                      </c:pt>
                      <c:pt idx="2">
                        <c:v>2.Điện, hơi</c:v>
                      </c:pt>
                      <c:pt idx="3">
                        <c:v>3.Thiết bị SX</c:v>
                      </c:pt>
                      <c:pt idx="4">
                        <c:v>4.Thiết bị QL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B.đồ!$C$6:$G$6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1ED3-4252-A128-C0C717394980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0704656"/>
        <c:axId val="520710896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B.đồ!$B$7</c15:sqref>
                        </c15:formulaRef>
                      </c:ext>
                    </c:extLst>
                    <c:strCache>
                      <c:ptCount val="1"/>
                      <c:pt idx="0">
                        <c:v>Tổng đầu tư</c:v>
                      </c:pt>
                    </c:strCache>
                  </c:strRef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0"/>
                    <c:layout>
                      <c:manualLayout>
                        <c:x val="-5.2944444444444447E-2"/>
                        <c:y val="-0.10645464771449033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2-1ED3-4252-A128-C0C717394980}"/>
                      </c:ext>
                    </c:extLst>
                  </c:dLbl>
                  <c:dLbl>
                    <c:idx val="2"/>
                    <c:layout>
                      <c:manualLayout>
                        <c:x val="-4.4611111111111164E-2"/>
                        <c:y val="-7.5285816545659065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3-1ED3-4252-A128-C0C717394980}"/>
                      </c:ext>
                    </c:extLst>
                  </c:dLbl>
                  <c:dLbl>
                    <c:idx val="3"/>
                    <c:layout>
                      <c:manualLayout>
                        <c:x val="-4.738888888888889E-2"/>
                        <c:y val="-7.5285816545659065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4-1ED3-4252-A128-C0C717394980}"/>
                      </c:ext>
                    </c:extLst>
                  </c:dLbl>
                  <c:dLbl>
                    <c:idx val="4"/>
                    <c:layout>
                      <c:manualLayout>
                        <c:x val="-4.4611111111111212E-2"/>
                        <c:y val="-6.4896206156048672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5-1ED3-4252-A128-C0C717394980}"/>
                      </c:ext>
                    </c:extLst>
                  </c:dLbl>
                  <c:spPr>
                    <a:solidFill>
                      <a:srgbClr val="FFC000">
                        <a:alpha val="42000"/>
                      </a:srgbClr>
                    </a:solidFill>
                    <a:ln w="6350">
                      <a:solidFill>
                        <a:srgbClr val="FFC000"/>
                      </a:solidFill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noFill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B.đồ!$C$7:$G$7</c15:sqref>
                        </c15:formulaRef>
                      </c:ext>
                    </c:extLst>
                    <c:numCache>
                      <c:formatCode>#,##0.0,,,</c:formatCode>
                      <c:ptCount val="5"/>
                      <c:pt idx="0">
                        <c:v>16767003000</c:v>
                      </c:pt>
                      <c:pt idx="1">
                        <c:v>12160003000</c:v>
                      </c:pt>
                      <c:pt idx="2">
                        <c:v>3263000000</c:v>
                      </c:pt>
                      <c:pt idx="3">
                        <c:v>1137000000</c:v>
                      </c:pt>
                      <c:pt idx="4">
                        <c:v>207000000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16-1ED3-4252-A128-C0C717394980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7853135"/>
        <c:axId val="187856495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B.đồ!$B$4</c15:sqref>
                        </c15:formulaRef>
                      </c:ext>
                    </c:extLst>
                    <c:strCache>
                      <c:ptCount val="1"/>
                      <c:pt idx="0">
                        <c:v>Công suất thiết kế</c:v>
                      </c:pt>
                    </c:strCache>
                  </c:strRef>
                </c:tx>
                <c:spPr>
                  <a:ln w="19050" cap="rnd">
                    <a:solidFill>
                      <a:srgbClr val="FFC000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0"/>
                    <c:layout>
                      <c:manualLayout>
                        <c:x val="-4.4736220472440968E-2"/>
                        <c:y val="1.038961038961039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F-1ED3-4252-A128-C0C717394980}"/>
                      </c:ext>
                    </c:extLst>
                  </c:dLbl>
                  <c:dLbl>
                    <c:idx val="3"/>
                    <c:layout>
                      <c:manualLayout>
                        <c:x val="-5.8020997375328086E-2"/>
                        <c:y val="1.0389610389610343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0-1ED3-4252-A128-C0C717394980}"/>
                      </c:ext>
                    </c:extLst>
                  </c:dLbl>
                  <c:spPr>
                    <a:solidFill>
                      <a:srgbClr val="FFC000">
                        <a:alpha val="45000"/>
                      </a:srgbClr>
                    </a:solidFill>
                    <a:ln w="9525">
                      <a:solidFill>
                        <a:srgbClr val="FFC000"/>
                      </a:solidFill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00" b="0" i="0" u="none" strike="noStrike" kern="1200" baseline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noFill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B.đồ!$C$4:$G$4</c15:sqref>
                        </c15:formulaRef>
                      </c:ext>
                    </c:extLst>
                    <c:numCache>
                      <c:formatCode>#,###,</c:formatCode>
                      <c:ptCount val="5"/>
                      <c:pt idx="0">
                        <c:v>500000</c:v>
                      </c:pt>
                      <c:pt idx="1">
                        <c:v>500000</c:v>
                      </c:pt>
                      <c:pt idx="2">
                        <c:v>500000</c:v>
                      </c:pt>
                      <c:pt idx="3">
                        <c:v>500000</c:v>
                      </c:pt>
                      <c:pt idx="4">
                        <c:v>500000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11-1ED3-4252-A128-C0C717394980}"/>
                  </c:ext>
                </c:extLst>
              </c15:ser>
            </c15:filteredLineSeries>
          </c:ext>
        </c:extLst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 val="autoZero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8.0310134526172597E-2"/>
              <c:y val="5.2617722963938407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04656"/>
        <c:crosses val="autoZero"/>
        <c:crossBetween val="between"/>
      </c:valAx>
      <c:valAx>
        <c:axId val="187856495"/>
        <c:scaling>
          <c:orientation val="minMax"/>
        </c:scaling>
        <c:delete val="0"/>
        <c:axPos val="r"/>
        <c:numFmt formatCode="#,###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853135"/>
        <c:crosses val="max"/>
        <c:crossBetween val="between"/>
      </c:valAx>
      <c:catAx>
        <c:axId val="18785313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78564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rgbClr val="119303"/>
                </a:solidFill>
              </a:rPr>
              <a:t>Sản lượng </a:t>
            </a:r>
            <a:r>
              <a:rPr lang="en-US" sz="1100">
                <a:solidFill>
                  <a:srgbClr val="119303"/>
                </a:solidFill>
              </a:rPr>
              <a:t>mua – </a:t>
            </a:r>
            <a:r>
              <a:rPr lang="en-US" sz="1100" b="0">
                <a:solidFill>
                  <a:srgbClr val="119303"/>
                </a:solidFill>
              </a:rPr>
              <a:t>bán (1 tháng)</a:t>
            </a:r>
          </a:p>
        </c:rich>
      </c:tx>
      <c:layout>
        <c:manualLayout>
          <c:xMode val="edge"/>
          <c:yMode val="edge"/>
          <c:x val="0.37241428805774279"/>
          <c:y val="3.703849518810148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370603674540683"/>
          <c:y val="0.17022178477690289"/>
          <c:w val="0.86803710083114616"/>
          <c:h val="0.588726159230096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B.đồ!$B$13</c:f>
              <c:strCache>
                <c:ptCount val="1"/>
                <c:pt idx="0">
                  <c:v>SL mua B0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6805555555555559E-3"/>
                  <c:y val="-2.22222222222222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87-4E82-A5D9-E73877E6DE64}"/>
                </c:ext>
              </c:extLst>
            </c:dLbl>
            <c:dLbl>
              <c:idx val="1"/>
              <c:layout>
                <c:manualLayout>
                  <c:x val="-5.3047226700083302E-17"/>
                  <c:y val="-2.77777777777777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B87-4E82-A5D9-E73877E6DE64}"/>
                </c:ext>
              </c:extLst>
            </c:dLbl>
            <c:dLbl>
              <c:idx val="2"/>
              <c:layout>
                <c:manualLayout>
                  <c:x val="0"/>
                  <c:y val="-6.9986876640419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D60-4286-B24A-432899A1B9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66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B.đồ!$C$12:$F$12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B.đồ!$C$13:$F$13</c:f>
              <c:numCache>
                <c:formatCode>#,###,</c:formatCode>
                <c:ptCount val="4"/>
                <c:pt idx="0">
                  <c:v>200000</c:v>
                </c:pt>
                <c:pt idx="1">
                  <c:v>300000</c:v>
                </c:pt>
                <c:pt idx="2">
                  <c:v>400000</c:v>
                </c:pt>
                <c:pt idx="3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60-4286-B24A-432899A1B9CB}"/>
            </c:ext>
          </c:extLst>
        </c:ser>
        <c:ser>
          <c:idx val="1"/>
          <c:order val="1"/>
          <c:tx>
            <c:strRef>
              <c:f>B.đồ!$B$14</c:f>
              <c:strCache>
                <c:ptCount val="1"/>
                <c:pt idx="0">
                  <c:v>SL bán Chai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70AD47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B.đồ!$C$12:$F$12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B.đồ!$C$14:$F$14</c:f>
              <c:numCache>
                <c:formatCode>#,###,</c:formatCode>
                <c:ptCount val="4"/>
                <c:pt idx="0">
                  <c:v>184800</c:v>
                </c:pt>
                <c:pt idx="1">
                  <c:v>277200</c:v>
                </c:pt>
                <c:pt idx="2">
                  <c:v>369600</c:v>
                </c:pt>
                <c:pt idx="3">
                  <c:v>462000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60-4286-B24A-432899A1B9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20704656"/>
        <c:axId val="520710896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B.đồ!$B$15</c15:sqref>
                        </c15:formulaRef>
                      </c:ext>
                    </c:extLst>
                    <c:strCache>
                      <c:ptCount val="1"/>
                      <c:pt idx="0">
                        <c:v>SL bán Vảy</c:v>
                      </c:pt>
                    </c:strCache>
                  </c:strRef>
                </c:tx>
                <c:spPr>
                  <a:solidFill>
                    <a:srgbClr val="70AD47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2"/>
                    <c:layout>
                      <c:manualLayout>
                        <c:x val="5.5555555555555558E-3"/>
                        <c:y val="3.1168831168831169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3-9D60-4286-B24A-432899A1B9CB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00" b="0" i="0" u="none" strike="noStrike" kern="1200" baseline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noFill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B.đồ!$C$15:$F$15</c15:sqref>
                        </c15:formulaRef>
                      </c:ext>
                    </c:extLst>
                    <c:numCache>
                      <c:formatCode>#,###,</c:formatCode>
                      <c:ptCount val="4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9D60-4286-B24A-432899A1B9CB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B.đồ!$B$16</c15:sqref>
                        </c15:formulaRef>
                      </c:ext>
                    </c:extLst>
                    <c:strCache>
                      <c:ptCount val="1"/>
                      <c:pt idx="0">
                        <c:v>Công suất Chai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B.đồ!$C$16:$F$16</c15:sqref>
                        </c15:formulaRef>
                      </c:ext>
                    </c:extLst>
                    <c:numCache>
                      <c:formatCode>#,###,</c:formatCode>
                      <c:ptCount val="4"/>
                      <c:pt idx="0">
                        <c:v>500000</c:v>
                      </c:pt>
                      <c:pt idx="1">
                        <c:v>500000</c:v>
                      </c:pt>
                      <c:pt idx="2">
                        <c:v>500000</c:v>
                      </c:pt>
                      <c:pt idx="3">
                        <c:v>500000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9D60-4286-B24A-432899A1B9CB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B.đồ!$B$17</c15:sqref>
                        </c15:formulaRef>
                      </c:ext>
                    </c:extLst>
                    <c:strCache>
                      <c:ptCount val="1"/>
                      <c:pt idx="0">
                        <c:v>Công suất Vay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B.đồ!$C$17:$F$17</c15:sqref>
                        </c15:formulaRef>
                      </c:ext>
                    </c:extLst>
                    <c:numCache>
                      <c:formatCode>#,###,</c:formatCode>
                      <c:ptCount val="4"/>
                      <c:pt idx="0">
                        <c:v>500000</c:v>
                      </c:pt>
                      <c:pt idx="1">
                        <c:v>500000</c:v>
                      </c:pt>
                      <c:pt idx="2">
                        <c:v>500000</c:v>
                      </c:pt>
                      <c:pt idx="3">
                        <c:v>500000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9D60-4286-B24A-432899A1B9CB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0210928"/>
        <c:axId val="610211888"/>
        <c:extLst>
          <c:ext xmlns:c15="http://schemas.microsoft.com/office/drawing/2012/chart" uri="{02D57815-91ED-43cb-92C2-25804820EDAC}">
            <c15:filteredLineSeries>
              <c15:ser>
                <c:idx val="5"/>
                <c:order val="5"/>
                <c:tx>
                  <c:strRef>
                    <c:extLst>
                      <c:ext uri="{02D57815-91ED-43cb-92C2-25804820EDAC}">
                        <c15:formulaRef>
                          <c15:sqref>B.đồ!$B$18</c15:sqref>
                        </c15:formulaRef>
                      </c:ext>
                    </c:extLst>
                    <c:strCache>
                      <c:ptCount val="1"/>
                      <c:pt idx="0">
                        <c:v>Hiệu suất Chai</c:v>
                      </c:pt>
                    </c:strCache>
                  </c:strRef>
                </c:tx>
                <c:spPr>
                  <a:ln w="12700" cap="rnd">
                    <a:solidFill>
                      <a:srgbClr val="FFC000"/>
                    </a:solidFill>
                    <a:prstDash val="dash"/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B.đồ!$C$18:$F$18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0.4</c:v>
                      </c:pt>
                      <c:pt idx="1">
                        <c:v>0.6</c:v>
                      </c:pt>
                      <c:pt idx="2">
                        <c:v>0.8</c:v>
                      </c:pt>
                      <c:pt idx="3">
                        <c:v>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9D60-4286-B24A-432899A1B9CB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B.đồ!$B$19</c15:sqref>
                        </c15:formulaRef>
                      </c:ext>
                    </c:extLst>
                    <c:strCache>
                      <c:ptCount val="1"/>
                      <c:pt idx="0">
                        <c:v>Hiệu suất Vảy</c:v>
                      </c:pt>
                    </c:strCache>
                  </c:strRef>
                </c:tx>
                <c:spPr>
                  <a:ln w="12700" cap="rnd">
                    <a:solidFill>
                      <a:srgbClr val="0066FF"/>
                    </a:solidFill>
                    <a:prstDash val="dash"/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B.đồ!$C$12:$F$12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B.đồ!$C$19:$F$19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9D60-4286-B24A-432899A1B9CB}"/>
                  </c:ext>
                </c:extLst>
              </c15:ser>
            </c15:filteredLineSeries>
          </c:ext>
        </c:extLst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 val="autoZero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Tấn/ </a:t>
                </a:r>
                <a:r>
                  <a:rPr lang="en-US" b="1" u="sng"/>
                  <a:t>tháng</a:t>
                </a:r>
              </a:p>
            </c:rich>
          </c:tx>
          <c:layout>
            <c:manualLayout>
              <c:xMode val="edge"/>
              <c:yMode val="edge"/>
              <c:x val="2.2222222222222223E-2"/>
              <c:y val="2.7052055993000871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#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04656"/>
        <c:crosses val="autoZero"/>
        <c:crossBetween val="between"/>
      </c:valAx>
      <c:valAx>
        <c:axId val="610211888"/>
        <c:scaling>
          <c:orientation val="minMax"/>
          <c:max val="1"/>
          <c:min val="0.30000000000000004"/>
        </c:scaling>
        <c:delete val="1"/>
        <c:axPos val="r"/>
        <c:numFmt formatCode="0%" sourceLinked="1"/>
        <c:majorTickMark val="out"/>
        <c:minorTickMark val="none"/>
        <c:tickLblPos val="nextTo"/>
        <c:crossAx val="610210928"/>
        <c:crosses val="max"/>
        <c:crossBetween val="between"/>
        <c:majorUnit val="0.1"/>
      </c:valAx>
      <c:catAx>
        <c:axId val="610210928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610211888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098600174978128"/>
          <c:y val="0.87327620411084983"/>
          <c:w val="0.82025000000000015"/>
          <c:h val="0.122093874629307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rgbClr val="119303"/>
                </a:solidFill>
              </a:rPr>
              <a:t>Doanh</a:t>
            </a:r>
            <a:r>
              <a:rPr lang="en-US" sz="1100" b="1" baseline="0">
                <a:solidFill>
                  <a:srgbClr val="119303"/>
                </a:solidFill>
              </a:rPr>
              <a:t> thu </a:t>
            </a:r>
            <a:r>
              <a:rPr lang="en-US" sz="1100" baseline="0">
                <a:solidFill>
                  <a:srgbClr val="119303"/>
                </a:solidFill>
              </a:rPr>
              <a:t>và </a:t>
            </a:r>
            <a:r>
              <a:rPr lang="en-US" sz="1100" b="1" baseline="0">
                <a:solidFill>
                  <a:srgbClr val="119303"/>
                </a:solidFill>
              </a:rPr>
              <a:t>Lợi nhuận </a:t>
            </a:r>
            <a:r>
              <a:rPr lang="en-US" sz="1100" baseline="0">
                <a:solidFill>
                  <a:srgbClr val="119303"/>
                </a:solidFill>
              </a:rPr>
              <a:t>sau thuế</a:t>
            </a:r>
            <a:endParaRPr lang="en-US" sz="1100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29799300087489061"/>
          <c:y val="4.064628285100726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695603674540682"/>
          <c:y val="0.17397375328083989"/>
          <c:w val="0.79083792650918638"/>
          <c:h val="0.682289588801399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B.đồ!$B$24</c:f>
              <c:strCache>
                <c:ptCount val="1"/>
                <c:pt idx="0">
                  <c:v>Doanh thu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66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B.đồ!$C$24:$F$24</c:f>
              <c:numCache>
                <c:formatCode>#,##0.0,,,</c:formatCode>
                <c:ptCount val="4"/>
                <c:pt idx="0">
                  <c:v>15825600000</c:v>
                </c:pt>
                <c:pt idx="1">
                  <c:v>23738400000</c:v>
                </c:pt>
                <c:pt idx="2">
                  <c:v>31651200000</c:v>
                </c:pt>
                <c:pt idx="3">
                  <c:v>39564000000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EF-45AF-B769-ED1FE32C28A3}"/>
            </c:ext>
          </c:extLst>
        </c:ser>
        <c:ser>
          <c:idx val="3"/>
          <c:order val="3"/>
          <c:tx>
            <c:strRef>
              <c:f>B.đồ!$B$27</c:f>
              <c:strCache>
                <c:ptCount val="1"/>
                <c:pt idx="0">
                  <c:v>LN sau thuế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0347222222222224E-2"/>
                  <c:y val="8.748906386701662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EF-45AF-B769-ED1FE32C28A3}"/>
                </c:ext>
              </c:extLst>
            </c:dLbl>
            <c:dLbl>
              <c:idx val="1"/>
              <c:layout>
                <c:manualLayout>
                  <c:x val="1.1574074074074073E-2"/>
                  <c:y val="0.127777777777777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981-4595-B6AA-F11B8F19E649}"/>
                </c:ext>
              </c:extLst>
            </c:dLbl>
            <c:dLbl>
              <c:idx val="2"/>
              <c:layout>
                <c:manualLayout>
                  <c:x val="8.6805555555554501E-3"/>
                  <c:y val="0.1277782152230972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981-4595-B6AA-F11B8F19E6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B.đồ!$C$27:$F$27</c:f>
              <c:numCache>
                <c:formatCode>#,##0.0,,,</c:formatCode>
                <c:ptCount val="4"/>
                <c:pt idx="0">
                  <c:v>-3244399581.6404686</c:v>
                </c:pt>
                <c:pt idx="1">
                  <c:v>-2153391862.7107029</c:v>
                </c:pt>
                <c:pt idx="2">
                  <c:v>-1000632643.7809372</c:v>
                </c:pt>
                <c:pt idx="3">
                  <c:v>289260060.11906207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EF-45AF-B769-ED1FE32C28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20704656"/>
        <c:axId val="520710896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B.đồ!$B$25</c15:sqref>
                        </c15:formulaRef>
                      </c:ext>
                    </c:extLst>
                    <c:strCache>
                      <c:ptCount val="1"/>
                      <c:pt idx="0">
                        <c:v>Lãi biến phí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B.đồ!$C$25:$F$25</c15:sqref>
                        </c15:formulaRef>
                      </c:ext>
                    </c:extLst>
                    <c:numCache>
                      <c:formatCode>#,##0.0,,,</c:formatCode>
                      <c:ptCount val="4"/>
                      <c:pt idx="0">
                        <c:v>3245538514.782608</c:v>
                      </c:pt>
                      <c:pt idx="1">
                        <c:v>4868307772.173912</c:v>
                      </c:pt>
                      <c:pt idx="2">
                        <c:v>6491077029.5652161</c:v>
                      </c:pt>
                      <c:pt idx="3">
                        <c:v>8113846286.9565201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8-A0EF-45AF-B769-ED1FE32C28A3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B.đồ!$B$29</c15:sqref>
                        </c15:formulaRef>
                      </c:ext>
                    </c:extLst>
                    <c:strCache>
                      <c:ptCount val="1"/>
                      <c:pt idx="0">
                        <c:v>EBITDA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B.đồ!$C$29:$F$29</c15:sqref>
                        </c15:formulaRef>
                      </c:ext>
                    </c:extLst>
                    <c:numCache>
                      <c:formatCode>#,##0.0,,,</c:formatCode>
                      <c:ptCount val="4"/>
                      <c:pt idx="0">
                        <c:v>-2517774456.6404686</c:v>
                      </c:pt>
                      <c:pt idx="1">
                        <c:v>-1426766737.7107029</c:v>
                      </c:pt>
                      <c:pt idx="2">
                        <c:v>-274007518.78093719</c:v>
                      </c:pt>
                      <c:pt idx="3">
                        <c:v>1015885185.1190621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A0EF-45AF-B769-ED1FE32C28A3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4"/>
          <c:order val="4"/>
          <c:tx>
            <c:strRef>
              <c:f>B.đồ!$B$28</c:f>
              <c:strCache>
                <c:ptCount val="1"/>
                <c:pt idx="0">
                  <c:v>% LN sau thuế</c:v>
                </c:pt>
              </c:strCache>
            </c:strRef>
          </c:tx>
          <c:spPr>
            <a:ln w="158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1.0412109944590259E-2"/>
                  <c:y val="-0.144622047244094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0EF-45AF-B769-ED1FE32C28A3}"/>
                </c:ext>
              </c:extLst>
            </c:dLbl>
            <c:dLbl>
              <c:idx val="1"/>
              <c:layout>
                <c:manualLayout>
                  <c:x val="-1.1963673811607413E-3"/>
                  <c:y val="-9.22624671916010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0EF-45AF-B769-ED1FE32C28A3}"/>
                </c:ext>
              </c:extLst>
            </c:dLbl>
            <c:dLbl>
              <c:idx val="2"/>
              <c:layout>
                <c:manualLayout>
                  <c:x val="-1.0300470253718284E-3"/>
                  <c:y val="-9.85901137357830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EF-45AF-B769-ED1FE32C28A3}"/>
                </c:ext>
              </c:extLst>
            </c:dLbl>
            <c:dLbl>
              <c:idx val="3"/>
              <c:layout>
                <c:manualLayout>
                  <c:x val="1.6318897637795276E-3"/>
                  <c:y val="-5.97014009612434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0EF-45AF-B769-ED1FE32C28A3}"/>
                </c:ext>
              </c:extLst>
            </c:dLbl>
            <c:spPr>
              <a:noFill/>
              <a:ln w="6350">
                <a:solidFill>
                  <a:srgbClr val="00B05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B.đồ!$C$28:$F$28</c:f>
              <c:numCache>
                <c:formatCode>0.0%</c:formatCode>
                <c:ptCount val="4"/>
                <c:pt idx="0">
                  <c:v>-0.20500957825551439</c:v>
                </c:pt>
                <c:pt idx="1">
                  <c:v>-9.0713437414092907E-2</c:v>
                </c:pt>
                <c:pt idx="2">
                  <c:v>-3.1614366715351623E-2</c:v>
                </c:pt>
                <c:pt idx="3">
                  <c:v>7.3111935122601879E-3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0EF-45AF-B769-ED1FE32C28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0210928"/>
        <c:axId val="610211888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B.đồ!$B$26</c15:sqref>
                        </c15:formulaRef>
                      </c:ext>
                    </c:extLst>
                    <c:strCache>
                      <c:ptCount val="1"/>
                      <c:pt idx="0">
                        <c:v>% lãi biến phí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B.đồ!$C$26:$F$26</c15:sqref>
                        </c15:formulaRef>
                      </c:ext>
                    </c:extLst>
                    <c:numCache>
                      <c:formatCode>0.0%</c:formatCode>
                      <c:ptCount val="4"/>
                      <c:pt idx="0">
                        <c:v>0.20508154602559195</c:v>
                      </c:pt>
                      <c:pt idx="1">
                        <c:v>0.20508154602559195</c:v>
                      </c:pt>
                      <c:pt idx="2">
                        <c:v>0.20508154602559195</c:v>
                      </c:pt>
                      <c:pt idx="3">
                        <c:v>0.20508154602559195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9-A0EF-45AF-B769-ED1FE32C28A3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B.đồ!$B$30</c15:sqref>
                        </c15:formulaRef>
                      </c:ext>
                    </c:extLst>
                    <c:strCache>
                      <c:ptCount val="1"/>
                      <c:pt idx="0">
                        <c:v>% EBITDA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B.đồ!$C$30:$F$30</c15:sqref>
                        </c15:formulaRef>
                      </c:ext>
                    </c:extLst>
                    <c:numCache>
                      <c:formatCode>0.0%</c:formatCode>
                      <c:ptCount val="4"/>
                      <c:pt idx="0">
                        <c:v>-0.15909503947025508</c:v>
                      </c:pt>
                      <c:pt idx="1">
                        <c:v>-6.0103744890586681E-2</c:v>
                      </c:pt>
                      <c:pt idx="2">
                        <c:v>-8.6570973227219558E-3</c:v>
                      </c:pt>
                      <c:pt idx="3">
                        <c:v>2.5677009026363919E-2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A0EF-45AF-B769-ED1FE32C28A3}"/>
                  </c:ext>
                </c:extLst>
              </c15:ser>
            </c15:filteredLineSeries>
          </c:ext>
        </c:extLst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 val="autoZero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"/>
              <c:y val="3.699606299212598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04656"/>
        <c:crosses val="autoZero"/>
        <c:crossBetween val="between"/>
      </c:valAx>
      <c:valAx>
        <c:axId val="610211888"/>
        <c:scaling>
          <c:orientation val="minMax"/>
          <c:max val="0.15000000000000002"/>
        </c:scaling>
        <c:delete val="0"/>
        <c:axPos val="r"/>
        <c:numFmt formatCode="0.0%" sourceLinked="1"/>
        <c:majorTickMark val="in"/>
        <c:minorTickMark val="in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210928"/>
        <c:crosses val="max"/>
        <c:crossBetween val="between"/>
        <c:majorUnit val="5.000000000000001E-2"/>
      </c:valAx>
      <c:catAx>
        <c:axId val="610210928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610211888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8208223972003503E-2"/>
          <c:y val="0.8940554248900705"/>
          <c:w val="0.82025000000000015"/>
          <c:h val="0.101314653850086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rgbClr val="119303"/>
                </a:solidFill>
              </a:rPr>
              <a:t>Lãi</a:t>
            </a:r>
            <a:r>
              <a:rPr lang="en-US" sz="1100" b="1" baseline="0">
                <a:solidFill>
                  <a:srgbClr val="119303"/>
                </a:solidFill>
              </a:rPr>
              <a:t> biến phí </a:t>
            </a:r>
            <a:r>
              <a:rPr lang="en-US" sz="1100" baseline="0">
                <a:solidFill>
                  <a:srgbClr val="119303"/>
                </a:solidFill>
              </a:rPr>
              <a:t>và EBITDA</a:t>
            </a:r>
            <a:endParaRPr lang="en-US" sz="1100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29799300087489061"/>
          <c:y val="4.064628285100726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973381452318461"/>
          <c:y val="0.17397361693424684"/>
          <c:w val="0.79083792650918638"/>
          <c:h val="0.6929886264216973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B.đồ!$B$25</c:f>
              <c:strCache>
                <c:ptCount val="1"/>
                <c:pt idx="0">
                  <c:v>Lãi biến phí</c:v>
                </c:pt>
              </c:strCache>
              <c:extLst xmlns:c15="http://schemas.microsoft.com/office/drawing/2012/chart"/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5.7870370370369309E-3"/>
                  <c:y val="1.66666666666666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6E4-4F8A-A88C-1D0E1B18D7BB}"/>
                </c:ext>
              </c:extLst>
            </c:dLbl>
            <c:dLbl>
              <c:idx val="3"/>
              <c:layout>
                <c:manualLayout>
                  <c:x val="6.9212962962962962E-2"/>
                  <c:y val="5.21644794400699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0CE-4CB2-A124-2866C707AE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  <c:extLst xmlns:c15="http://schemas.microsoft.com/office/drawing/2012/chart"/>
            </c:strRef>
          </c:cat>
          <c:val>
            <c:numRef>
              <c:f>B.đồ!$C$25:$F$25</c:f>
              <c:numCache>
                <c:formatCode>#,##0.0,,,</c:formatCode>
                <c:ptCount val="4"/>
                <c:pt idx="0">
                  <c:v>3245538514.782608</c:v>
                </c:pt>
                <c:pt idx="1">
                  <c:v>4868307772.173912</c:v>
                </c:pt>
                <c:pt idx="2">
                  <c:v>6491077029.5652161</c:v>
                </c:pt>
                <c:pt idx="3">
                  <c:v>8113846286.9565201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1-A0CE-4CB2-A124-2866C707AE52}"/>
            </c:ext>
          </c:extLst>
        </c:ser>
        <c:ser>
          <c:idx val="5"/>
          <c:order val="5"/>
          <c:tx>
            <c:strRef>
              <c:f>B.đồ!$B$29</c:f>
              <c:strCache>
                <c:ptCount val="1"/>
                <c:pt idx="0">
                  <c:v>EBITDA</c:v>
                </c:pt>
              </c:strCache>
              <c:extLst xmlns:c15="http://schemas.microsoft.com/office/drawing/2012/chart"/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6729887187186855E-2"/>
                  <c:y val="-2.61779023251650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0CE-4CB2-A124-2866C707AE52}"/>
                </c:ext>
              </c:extLst>
            </c:dLbl>
            <c:dLbl>
              <c:idx val="1"/>
              <c:layout>
                <c:manualLayout>
                  <c:x val="1.3876145840182647E-2"/>
                  <c:y val="-1.61464284137610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0CE-4CB2-A124-2866C707AE52}"/>
                </c:ext>
              </c:extLst>
            </c:dLbl>
            <c:dLbl>
              <c:idx val="2"/>
              <c:layout>
                <c:manualLayout>
                  <c:x val="1.1098352289297064E-2"/>
                  <c:y val="-5.20551181102361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0CE-4CB2-A124-2866C707AE52}"/>
                </c:ext>
              </c:extLst>
            </c:dLbl>
            <c:dLbl>
              <c:idx val="3"/>
              <c:layout>
                <c:manualLayout>
                  <c:x val="1.1098391044647535E-2"/>
                  <c:y val="5.092690284318153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CE-4CB2-A124-2866C707AE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6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  <c:extLst xmlns:c15="http://schemas.microsoft.com/office/drawing/2012/chart"/>
            </c:strRef>
          </c:cat>
          <c:val>
            <c:numRef>
              <c:f>B.đồ!$C$29:$F$29</c:f>
              <c:numCache>
                <c:formatCode>#,##0.0,,,</c:formatCode>
                <c:ptCount val="4"/>
                <c:pt idx="0">
                  <c:v>-2517774456.6404686</c:v>
                </c:pt>
                <c:pt idx="1">
                  <c:v>-1426766737.7107029</c:v>
                </c:pt>
                <c:pt idx="2">
                  <c:v>-274007518.78093719</c:v>
                </c:pt>
                <c:pt idx="3">
                  <c:v>1015885185.1190621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6-A0CE-4CB2-A124-2866C707AE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520704656"/>
        <c:axId val="52071089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B.đồ!$B$24</c15:sqref>
                        </c15:formulaRef>
                      </c:ext>
                    </c:extLst>
                    <c:strCache>
                      <c:ptCount val="1"/>
                      <c:pt idx="0">
                        <c:v>Doanh thu</c:v>
                      </c:pt>
                    </c:strCache>
                  </c:strRef>
                </c:tx>
                <c:spPr>
                  <a:solidFill>
                    <a:srgbClr val="2F97FF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B.đồ!$C$24:$F$24</c15:sqref>
                        </c15:formulaRef>
                      </c:ext>
                    </c:extLst>
                    <c:numCache>
                      <c:formatCode>#,##0.0,,,</c:formatCode>
                      <c:ptCount val="4"/>
                      <c:pt idx="0">
                        <c:v>15825600000</c:v>
                      </c:pt>
                      <c:pt idx="1">
                        <c:v>23738400000</c:v>
                      </c:pt>
                      <c:pt idx="2">
                        <c:v>31651200000</c:v>
                      </c:pt>
                      <c:pt idx="3">
                        <c:v>39564000000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A0CE-4CB2-A124-2866C707AE52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B.đồ!$B$27</c15:sqref>
                        </c15:formulaRef>
                      </c:ext>
                    </c:extLst>
                    <c:strCache>
                      <c:ptCount val="1"/>
                      <c:pt idx="0">
                        <c:v>LN sau thuế</c:v>
                      </c:pt>
                    </c:strCache>
                  </c:strRef>
                </c:tx>
                <c:spPr>
                  <a:solidFill>
                    <a:srgbClr val="00B05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noFill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B.đồ!$C$27:$F$27</c15:sqref>
                        </c15:formulaRef>
                      </c:ext>
                    </c:extLst>
                    <c:numCache>
                      <c:formatCode>#,##0.0,,,</c:formatCode>
                      <c:ptCount val="4"/>
                      <c:pt idx="0">
                        <c:v>-3244399581.6404686</c:v>
                      </c:pt>
                      <c:pt idx="1">
                        <c:v>-2153391862.7107029</c:v>
                      </c:pt>
                      <c:pt idx="2">
                        <c:v>-1000632643.7809372</c:v>
                      </c:pt>
                      <c:pt idx="3">
                        <c:v>289260060.11906207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A0CE-4CB2-A124-2866C707AE52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B.đồ!$B$26</c:f>
              <c:strCache>
                <c:ptCount val="1"/>
                <c:pt idx="0">
                  <c:v>% lãi biến phí</c:v>
                </c:pt>
              </c:strCache>
              <c:extLst xmlns:c15="http://schemas.microsoft.com/office/drawing/2012/chart"/>
            </c:strRef>
          </c:tx>
          <c:spPr>
            <a:ln w="15875" cap="rnd">
              <a:solidFill>
                <a:srgbClr val="3399FF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6.8590332458442801E-2"/>
                  <c:y val="-7.528581654565906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0CE-4CB2-A124-2866C707AE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66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  <c:extLst xmlns:c15="http://schemas.microsoft.com/office/drawing/2012/chart"/>
            </c:strRef>
          </c:cat>
          <c:val>
            <c:numRef>
              <c:f>B.đồ!$C$26:$F$26</c:f>
              <c:numCache>
                <c:formatCode>0.0%</c:formatCode>
                <c:ptCount val="4"/>
                <c:pt idx="0">
                  <c:v>0.20508154602559195</c:v>
                </c:pt>
                <c:pt idx="1">
                  <c:v>0.20508154602559195</c:v>
                </c:pt>
                <c:pt idx="2">
                  <c:v>0.20508154602559195</c:v>
                </c:pt>
                <c:pt idx="3">
                  <c:v>0.20508154602559195</c:v>
                </c:pt>
              </c:numCache>
              <c:extLst xmlns:c15="http://schemas.microsoft.com/office/drawing/2012/chart"/>
            </c:numRef>
          </c:val>
          <c:smooth val="0"/>
          <c:extLst>
            <c:ext xmlns:c16="http://schemas.microsoft.com/office/drawing/2014/chart" uri="{C3380CC4-5D6E-409C-BE32-E72D297353CC}">
              <c16:uniqueId val="{00000008-A0CE-4CB2-A124-2866C707AE52}"/>
            </c:ext>
          </c:extLst>
        </c:ser>
        <c:ser>
          <c:idx val="6"/>
          <c:order val="6"/>
          <c:tx>
            <c:strRef>
              <c:f>B.đồ!$B$30</c:f>
              <c:strCache>
                <c:ptCount val="1"/>
                <c:pt idx="0">
                  <c:v>% EBITDA</c:v>
                </c:pt>
              </c:strCache>
              <c:extLst xmlns:c15="http://schemas.microsoft.com/office/drawing/2012/chart"/>
            </c:strRef>
          </c:tx>
          <c:spPr>
            <a:ln w="158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1.1138451443569553E-2"/>
                  <c:y val="-0.2329702537182853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0CE-4CB2-A124-2866C707AE52}"/>
                </c:ext>
              </c:extLst>
            </c:dLbl>
            <c:dLbl>
              <c:idx val="1"/>
              <c:layout>
                <c:manualLayout>
                  <c:x val="-2.7777777777778286E-3"/>
                  <c:y val="-0.1298701298701299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0CE-4CB2-A124-2866C707AE52}"/>
                </c:ext>
              </c:extLst>
            </c:dLbl>
            <c:dLbl>
              <c:idx val="2"/>
              <c:layout>
                <c:manualLayout>
                  <c:x val="-1.3888888888888888E-2"/>
                  <c:y val="-0.1246753246753246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0CE-4CB2-A124-2866C707AE52}"/>
                </c:ext>
              </c:extLst>
            </c:dLbl>
            <c:dLbl>
              <c:idx val="3"/>
              <c:layout>
                <c:manualLayout>
                  <c:x val="-1.1111111111111112E-2"/>
                  <c:y val="-0.1350649350649350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0CE-4CB2-A124-2866C707AE52}"/>
                </c:ext>
              </c:extLst>
            </c:dLbl>
            <c:spPr>
              <a:noFill/>
              <a:ln w="6350">
                <a:solidFill>
                  <a:srgbClr val="00B05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6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B.đồ!$C$23:$F$23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  <c:extLst xmlns:c15="http://schemas.microsoft.com/office/drawing/2012/chart"/>
            </c:strRef>
          </c:cat>
          <c:val>
            <c:numRef>
              <c:f>B.đồ!$C$30:$F$30</c:f>
              <c:numCache>
                <c:formatCode>0.0%</c:formatCode>
                <c:ptCount val="4"/>
                <c:pt idx="0">
                  <c:v>-0.15909503947025508</c:v>
                </c:pt>
                <c:pt idx="1">
                  <c:v>-6.0103744890586681E-2</c:v>
                </c:pt>
                <c:pt idx="2">
                  <c:v>-8.6570973227219558E-3</c:v>
                </c:pt>
                <c:pt idx="3">
                  <c:v>2.5677009026363919E-2</c:v>
                </c:pt>
              </c:numCache>
              <c:extLst xmlns:c15="http://schemas.microsoft.com/office/drawing/2012/chart"/>
            </c:numRef>
          </c:val>
          <c:smooth val="0"/>
          <c:extLst>
            <c:ext xmlns:c16="http://schemas.microsoft.com/office/drawing/2014/chart" uri="{C3380CC4-5D6E-409C-BE32-E72D297353CC}">
              <c16:uniqueId val="{0000000D-A0CE-4CB2-A124-2866C707AE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10210928"/>
        <c:axId val="610211888"/>
        <c:extLst>
          <c:ext xmlns:c15="http://schemas.microsoft.com/office/drawing/2012/chart" uri="{02D57815-91ED-43cb-92C2-25804820EDAC}">
            <c15:filteredLineSeries>
              <c15:ser>
                <c:idx val="4"/>
                <c:order val="4"/>
                <c:tx>
                  <c:strRef>
                    <c:extLst>
                      <c:ext uri="{02D57815-91ED-43cb-92C2-25804820EDAC}">
                        <c15:formulaRef>
                          <c15:sqref>B.đồ!$B$28</c15:sqref>
                        </c15:formulaRef>
                      </c:ext>
                    </c:extLst>
                    <c:strCache>
                      <c:ptCount val="1"/>
                      <c:pt idx="0">
                        <c:v>% LN sau thuế</c:v>
                      </c:pt>
                    </c:strCache>
                  </c:strRef>
                </c:tx>
                <c:spPr>
                  <a:ln w="15875" cap="rnd">
                    <a:solidFill>
                      <a:srgbClr val="00B050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noFill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B.đồ!$C$23:$F$23</c15:sqref>
                        </c15:formulaRef>
                      </c:ext>
                    </c:extLst>
                    <c:strCache>
                      <c:ptCount val="4"/>
                      <c:pt idx="0">
                        <c:v>H.S 40%</c:v>
                      </c:pt>
                      <c:pt idx="1">
                        <c:v>H.S 60%</c:v>
                      </c:pt>
                      <c:pt idx="2">
                        <c:v>H.S 80%</c:v>
                      </c:pt>
                      <c:pt idx="3">
                        <c:v>H.S 100%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B.đồ!$C$28:$F$28</c15:sqref>
                        </c15:formulaRef>
                      </c:ext>
                    </c:extLst>
                    <c:numCache>
                      <c:formatCode>0.0%</c:formatCode>
                      <c:ptCount val="4"/>
                      <c:pt idx="0">
                        <c:v>-0.20500957825551439</c:v>
                      </c:pt>
                      <c:pt idx="1">
                        <c:v>-9.0713437414092907E-2</c:v>
                      </c:pt>
                      <c:pt idx="2">
                        <c:v>-3.1614366715351623E-2</c:v>
                      </c:pt>
                      <c:pt idx="3">
                        <c:v>7.3111935122601879E-3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10-A0CE-4CB2-A124-2866C707AE52}"/>
                  </c:ext>
                </c:extLst>
              </c15:ser>
            </c15:filteredLineSeries>
          </c:ext>
        </c:extLst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 val="autoZero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5.5555555555555558E-3"/>
              <c:y val="3.735678494733614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04656"/>
        <c:crosses val="autoZero"/>
        <c:crossBetween val="between"/>
      </c:valAx>
      <c:valAx>
        <c:axId val="610211888"/>
        <c:scaling>
          <c:orientation val="minMax"/>
          <c:max val="0.25"/>
        </c:scaling>
        <c:delete val="0"/>
        <c:axPos val="r"/>
        <c:numFmt formatCode="0.0%" sourceLinked="1"/>
        <c:majorTickMark val="in"/>
        <c:minorTickMark val="in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210928"/>
        <c:crosses val="max"/>
        <c:crossBetween val="between"/>
        <c:majorUnit val="5.000000000000001E-2"/>
      </c:valAx>
      <c:catAx>
        <c:axId val="610210928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610211888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2652668416447925E-2"/>
          <c:y val="0.8992502300848757"/>
          <c:w val="0.82025000000000015"/>
          <c:h val="9.61198486552817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="1" baseline="0">
                <a:solidFill>
                  <a:srgbClr val="119303"/>
                </a:solidFill>
              </a:rPr>
              <a:t>Biến phí </a:t>
            </a:r>
            <a:r>
              <a:rPr lang="en-US" sz="1100" baseline="0">
                <a:solidFill>
                  <a:srgbClr val="119303"/>
                </a:solidFill>
              </a:rPr>
              <a:t>vs </a:t>
            </a:r>
            <a:r>
              <a:rPr lang="en-US" sz="1100" b="1" baseline="0">
                <a:solidFill>
                  <a:srgbClr val="119303"/>
                </a:solidFill>
              </a:rPr>
              <a:t>Định phí</a:t>
            </a:r>
            <a:endParaRPr lang="en-US" sz="1100" b="1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34217179579517859"/>
          <c:y val="4.064739448136410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0289370078740158E-2"/>
          <c:y val="0.17397361693424684"/>
          <c:w val="0.92417125984251969"/>
          <c:h val="0.61542169728783902"/>
        </c:manualLayout>
      </c:layout>
      <c:barChart>
        <c:barDir val="col"/>
        <c:grouping val="stacked"/>
        <c:varyColors val="0"/>
        <c:ser>
          <c:idx val="2"/>
          <c:order val="0"/>
          <c:tx>
            <c:strRef>
              <c:f>B.đồ!$B$39</c:f>
              <c:strCache>
                <c:ptCount val="1"/>
                <c:pt idx="0">
                  <c:v> ĐỊNH PHÍ 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6712962962963097E-3"/>
                  <c:y val="-0.11042082239720034"/>
                </c:manualLayout>
              </c:layout>
              <c:tx>
                <c:rich>
                  <a:bodyPr/>
                  <a:lstStyle/>
                  <a:p>
                    <a:fld id="{18082F4C-1A8F-41CB-AF52-ACDBBA295640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378A7276-E144-475F-B928-FAF4E27EB372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A8FD-4861-9301-EA4799808729}"/>
                </c:ext>
              </c:extLst>
            </c:dLbl>
            <c:dLbl>
              <c:idx val="1"/>
              <c:layout>
                <c:manualLayout>
                  <c:x val="-2.7650189559638378E-3"/>
                  <c:y val="-0.13726640419947517"/>
                </c:manualLayout>
              </c:layout>
              <c:tx>
                <c:rich>
                  <a:bodyPr/>
                  <a:lstStyle/>
                  <a:p>
                    <a:fld id="{9170EBD5-862E-4ADA-8890-CA6B65707A48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DB5A9E13-0D3B-4D94-8E39-21E992753142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8FD-4861-9301-EA4799808729}"/>
                </c:ext>
              </c:extLst>
            </c:dLbl>
            <c:dLbl>
              <c:idx val="2"/>
              <c:layout>
                <c:manualLayout>
                  <c:x val="2.8935185185184125E-3"/>
                  <c:y val="-0.10907524059492574"/>
                </c:manualLayout>
              </c:layout>
              <c:tx>
                <c:rich>
                  <a:bodyPr/>
                  <a:lstStyle/>
                  <a:p>
                    <a:fld id="{44F3E553-3BF9-4CA4-A9AD-743C340A1C1F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58C763D8-668D-4824-B9E9-4AC0A494906A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A8FD-4861-9301-EA4799808729}"/>
                </c:ext>
              </c:extLst>
            </c:dLbl>
            <c:dLbl>
              <c:idx val="3"/>
              <c:layout>
                <c:manualLayout>
                  <c:x val="3.0093731773112756E-3"/>
                  <c:y val="-0.1273324584426947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00" b="0" i="0" u="none" strike="noStrike" kern="1200" baseline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2BC3265-6062-4B39-9A32-F5FE0BCA741D}" type="CELLRANGE">
                      <a:rPr lang="en-US"/>
                      <a:pPr>
                        <a:defRPr sz="1000">
                          <a:solidFill>
                            <a:srgbClr val="0000FF"/>
                          </a:solidFill>
                        </a:defRPr>
                      </a:pPr>
                      <a:t>[CELLRANGE]</a:t>
                    </a:fld>
                    <a:endParaRPr lang="en-US" baseline="0"/>
                  </a:p>
                  <a:p>
                    <a:pPr>
                      <a:defRPr sz="1000">
                        <a:solidFill>
                          <a:srgbClr val="0000FF"/>
                        </a:solidFill>
                      </a:defRPr>
                    </a:pPr>
                    <a:fld id="{FAE2DAA6-88C0-4FD4-BB2F-53DB75E53559}" type="VALUE">
                      <a:rPr lang="en-US"/>
                      <a:pPr>
                        <a:defRPr sz="1000">
                          <a:solidFill>
                            <a:srgbClr val="0000FF"/>
                          </a:solidFill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rgbClr val="0000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0584490740740739"/>
                      <c:h val="0.1611111111111111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8FD-4861-9301-EA47998087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B.đồ!$C$36:$F$36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B.đồ!$C$39:$F$39</c:f>
              <c:numCache>
                <c:formatCode>#,##0.0,,,</c:formatCode>
                <c:ptCount val="4"/>
                <c:pt idx="0">
                  <c:v>6489938096.4230766</c:v>
                </c:pt>
                <c:pt idx="1">
                  <c:v>7021699634.8846149</c:v>
                </c:pt>
                <c:pt idx="2">
                  <c:v>7491709673.3461533</c:v>
                </c:pt>
                <c:pt idx="3">
                  <c:v>7752271211.8076925</c:v>
                </c:pt>
              </c:numCache>
            </c:numRef>
          </c:val>
          <c:extLst xmlns:c15="http://schemas.microsoft.com/office/drawing/2012/chart">
            <c:ext xmlns:c15="http://schemas.microsoft.com/office/drawing/2012/chart" uri="{02D57815-91ED-43cb-92C2-25804820EDAC}">
              <c15:datalabelsRange>
                <c15:f>B.đồ!$C$40:$F$40</c15:f>
                <c15:dlblRangeCache>
                  <c:ptCount val="4"/>
                  <c:pt idx="0">
                    <c:v>34%</c:v>
                  </c:pt>
                  <c:pt idx="1">
                    <c:v>27%</c:v>
                  </c:pt>
                  <c:pt idx="2">
                    <c:v>23%</c:v>
                  </c:pt>
                  <c:pt idx="3">
                    <c:v>20%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8FD-4861-9301-EA4799808729}"/>
            </c:ext>
          </c:extLst>
        </c:ser>
        <c:ser>
          <c:idx val="1"/>
          <c:order val="1"/>
          <c:tx>
            <c:strRef>
              <c:f>B.đồ!$B$37</c:f>
              <c:strCache>
                <c:ptCount val="1"/>
                <c:pt idx="0">
                  <c:v> BIẾN PHÍ 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5302657480314965E-3"/>
                  <c:y val="-0.17726115485564303"/>
                </c:manualLayout>
              </c:layout>
              <c:tx>
                <c:rich>
                  <a:bodyPr/>
                  <a:lstStyle/>
                  <a:p>
                    <a:fld id="{8F48FA7B-61B5-401D-AB09-976C71F1B45B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19777DC5-EC24-4635-A48C-C5A146BF2D40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A8FD-4861-9301-EA4799808729}"/>
                </c:ext>
              </c:extLst>
            </c:dLbl>
            <c:dLbl>
              <c:idx val="1"/>
              <c:layout>
                <c:manualLayout>
                  <c:x val="1.2849956255468067E-4"/>
                  <c:y val="-0.22442038495188107"/>
                </c:manualLayout>
              </c:layout>
              <c:tx>
                <c:rich>
                  <a:bodyPr/>
                  <a:lstStyle/>
                  <a:p>
                    <a:fld id="{92A8F07E-D283-4784-AAB0-A627F96EB302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A90A2E19-0003-4B8D-B092-9B84BA1BA41E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A8FD-4861-9301-EA4799808729}"/>
                </c:ext>
              </c:extLst>
            </c:dLbl>
            <c:dLbl>
              <c:idx val="2"/>
              <c:layout>
                <c:manualLayout>
                  <c:x val="-2.8935185185186246E-3"/>
                  <c:y val="-0.26349037620297461"/>
                </c:manualLayout>
              </c:layout>
              <c:tx>
                <c:rich>
                  <a:bodyPr/>
                  <a:lstStyle/>
                  <a:p>
                    <a:fld id="{E6F3F0F9-2836-4547-AE36-9BE1C90CD828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04885BF1-45EA-4553-9209-ECE8067C8C55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A8FD-4861-9301-EA4799808729}"/>
                </c:ext>
              </c:extLst>
            </c:dLbl>
            <c:dLbl>
              <c:idx val="3"/>
              <c:layout>
                <c:manualLayout>
                  <c:x val="1.1317302785068427E-2"/>
                  <c:y val="-0.30380096237970255"/>
                </c:manualLayout>
              </c:layout>
              <c:tx>
                <c:rich>
                  <a:bodyPr/>
                  <a:lstStyle/>
                  <a:p>
                    <a:fld id="{B08C3629-56E4-4354-8E74-F5C70B159CB9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71658315-F7D4-4409-9785-D287992AA534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A8FD-4861-9301-EA479980872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70AD47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B.đồ!$C$36:$F$36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B.đồ!$C$37:$F$37</c:f>
              <c:numCache>
                <c:formatCode>#,##0.0,,,</c:formatCode>
                <c:ptCount val="4"/>
                <c:pt idx="0">
                  <c:v>12580061485.217392</c:v>
                </c:pt>
                <c:pt idx="1">
                  <c:v>18870092227.826088</c:v>
                </c:pt>
                <c:pt idx="2">
                  <c:v>25160122970.434784</c:v>
                </c:pt>
                <c:pt idx="3">
                  <c:v>31450153713.04348</c:v>
                </c:pt>
              </c:numCache>
            </c:numRef>
          </c:val>
          <c:extLst xmlns:c15="http://schemas.microsoft.com/office/drawing/2012/chart">
            <c:ext xmlns:c15="http://schemas.microsoft.com/office/drawing/2012/chart" uri="{02D57815-91ED-43cb-92C2-25804820EDAC}">
              <c15:datalabelsRange>
                <c15:f>B.đồ!$C$38:$F$38</c15:f>
                <c15:dlblRangeCache>
                  <c:ptCount val="4"/>
                  <c:pt idx="0">
                    <c:v>66%</c:v>
                  </c:pt>
                  <c:pt idx="1">
                    <c:v>73%</c:v>
                  </c:pt>
                  <c:pt idx="2">
                    <c:v>77%</c:v>
                  </c:pt>
                  <c:pt idx="3">
                    <c:v>80%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A8FD-4861-9301-EA47998087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520704656"/>
        <c:axId val="520710896"/>
      </c:barChart>
      <c:lineChart>
        <c:grouping val="standard"/>
        <c:varyColors val="0"/>
        <c:ser>
          <c:idx val="3"/>
          <c:order val="2"/>
          <c:tx>
            <c:strRef>
              <c:f>B.đồ!$B$41</c:f>
              <c:strCache>
                <c:ptCount val="1"/>
                <c:pt idx="0">
                  <c:v> TỔNG CHI PHÍ 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6.8187700495771358E-2"/>
                  <c:y val="-0.2027615923009623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8FD-4861-9301-EA4799808729}"/>
                </c:ext>
              </c:extLst>
            </c:dLbl>
            <c:dLbl>
              <c:idx val="1"/>
              <c:layout>
                <c:manualLayout>
                  <c:x val="-7.8006980898221057E-2"/>
                  <c:y val="-0.2144890638670166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8FD-4861-9301-EA4799808729}"/>
                </c:ext>
              </c:extLst>
            </c:dLbl>
            <c:dLbl>
              <c:idx val="2"/>
              <c:layout>
                <c:manualLayout>
                  <c:x val="-7.4869396753871942E-2"/>
                  <c:y val="-0.2024458078603857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8FD-4861-9301-EA4799808729}"/>
                </c:ext>
              </c:extLst>
            </c:dLbl>
            <c:dLbl>
              <c:idx val="3"/>
              <c:layout>
                <c:manualLayout>
                  <c:x val="-5.8112332312627586E-2"/>
                  <c:y val="-0.1981828521434820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8FD-4861-9301-EA4799808729}"/>
                </c:ext>
              </c:extLst>
            </c:dLbl>
            <c:spPr>
              <a:noFill/>
              <a:ln w="6350"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B.đồ!$C$36:$F$36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B.đồ!$C$41:$F$41</c:f>
              <c:numCache>
                <c:formatCode>#,##0.0,,,</c:formatCode>
                <c:ptCount val="4"/>
                <c:pt idx="0">
                  <c:v>19069999581.640469</c:v>
                </c:pt>
                <c:pt idx="1">
                  <c:v>25891791862.710701</c:v>
                </c:pt>
                <c:pt idx="2">
                  <c:v>32651832643.780937</c:v>
                </c:pt>
                <c:pt idx="3">
                  <c:v>39202424924.851173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A8FD-4861-9301-EA47998087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6717103"/>
        <c:axId val="316716143"/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At val="0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1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"/>
              <c:y val="4.255159014214133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crossAx val="520704656"/>
        <c:crosses val="autoZero"/>
        <c:crossBetween val="between"/>
      </c:valAx>
      <c:valAx>
        <c:axId val="316716143"/>
        <c:scaling>
          <c:orientation val="minMax"/>
        </c:scaling>
        <c:delete val="1"/>
        <c:axPos val="r"/>
        <c:numFmt formatCode="#,##0.0,,," sourceLinked="1"/>
        <c:majorTickMark val="out"/>
        <c:minorTickMark val="none"/>
        <c:tickLblPos val="nextTo"/>
        <c:crossAx val="316717103"/>
        <c:crosses val="max"/>
        <c:crossBetween val="between"/>
      </c:valAx>
      <c:catAx>
        <c:axId val="3167171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167161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043044619422575"/>
          <c:y val="0.90963984047448609"/>
          <c:w val="0.67041666666666666"/>
          <c:h val="8.76629512220063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rgbClr val="119303"/>
                </a:solidFill>
              </a:rPr>
              <a:t>Cơ</a:t>
            </a:r>
            <a:r>
              <a:rPr lang="en-US" sz="1100" baseline="0">
                <a:solidFill>
                  <a:srgbClr val="119303"/>
                </a:solidFill>
              </a:rPr>
              <a:t> cấu </a:t>
            </a:r>
            <a:r>
              <a:rPr lang="en-US" sz="1100" b="1" baseline="0">
                <a:solidFill>
                  <a:srgbClr val="119303"/>
                </a:solidFill>
              </a:rPr>
              <a:t>B</a:t>
            </a:r>
            <a:r>
              <a:rPr lang="en-US" sz="1100" b="1">
                <a:solidFill>
                  <a:srgbClr val="119303"/>
                </a:solidFill>
              </a:rPr>
              <a:t>iến</a:t>
            </a:r>
            <a:r>
              <a:rPr lang="en-US" sz="1100" b="1" baseline="0">
                <a:solidFill>
                  <a:srgbClr val="119303"/>
                </a:solidFill>
              </a:rPr>
              <a:t> phí</a:t>
            </a:r>
            <a:endParaRPr lang="en-US" sz="1100" b="1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41465966754155731"/>
          <c:y val="4.064628285100725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0289370078740158E-2"/>
          <c:y val="0.135084864391951"/>
          <c:w val="0.92417125984251969"/>
          <c:h val="0.6709772528433946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B.đồ!$B$45</c:f>
              <c:strCache>
                <c:ptCount val="1"/>
                <c:pt idx="0">
                  <c:v> Biến phí bán hàng 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2.597402597402597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800" b="0" i="0" u="none" strike="noStrike" kern="1200" baseline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28AAEF5-7F63-4FAA-B30E-C224FF2AF6D9}" type="CELLRANGE">
                      <a:rPr lang="en-US" sz="800">
                        <a:solidFill>
                          <a:srgbClr val="0000FF"/>
                        </a:solidFill>
                      </a:rPr>
                      <a:pPr>
                        <a:defRPr sz="800">
                          <a:solidFill>
                            <a:srgbClr val="0000FF"/>
                          </a:solidFill>
                        </a:defRPr>
                      </a:pPr>
                      <a:t>[CELLRANGE]</a:t>
                    </a:fld>
                    <a:endParaRPr lang="en-US" sz="800" baseline="0">
                      <a:solidFill>
                        <a:srgbClr val="0000FF"/>
                      </a:solidFill>
                    </a:endParaRPr>
                  </a:p>
                  <a:p>
                    <a:pPr>
                      <a:defRPr sz="800">
                        <a:solidFill>
                          <a:srgbClr val="0000FF"/>
                        </a:solidFill>
                      </a:defRPr>
                    </a:pPr>
                    <a:fld id="{1EEC04BC-7B78-4A84-B965-81D75A42E980}" type="VALUE">
                      <a:rPr lang="en-US" sz="800">
                        <a:solidFill>
                          <a:srgbClr val="0000FF"/>
                        </a:solidFill>
                      </a:rPr>
                      <a:pPr>
                        <a:defRPr sz="800">
                          <a:solidFill>
                            <a:srgbClr val="0000FF"/>
                          </a:solidFill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rgbClr val="0000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BB40-4187-A0C9-D028A08AC371}"/>
                </c:ext>
              </c:extLst>
            </c:dLbl>
            <c:dLbl>
              <c:idx val="1"/>
              <c:layout>
                <c:manualLayout>
                  <c:x val="0"/>
                  <c:y val="-7.2727272727272724E-2"/>
                </c:manualLayout>
              </c:layout>
              <c:tx>
                <c:rich>
                  <a:bodyPr/>
                  <a:lstStyle/>
                  <a:p>
                    <a:fld id="{ACC08D42-AC9D-4E04-A0FB-82264F050C20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1DABB9E7-E679-44B4-8AFE-01FF087883C4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BB40-4187-A0C9-D028A08AC371}"/>
                </c:ext>
              </c:extLst>
            </c:dLbl>
            <c:dLbl>
              <c:idx val="2"/>
              <c:layout>
                <c:manualLayout>
                  <c:x val="5.5555555555555558E-3"/>
                  <c:y val="-8.8311688311688313E-2"/>
                </c:manualLayout>
              </c:layout>
              <c:tx>
                <c:rich>
                  <a:bodyPr/>
                  <a:lstStyle/>
                  <a:p>
                    <a:fld id="{D3637D8B-8E7A-4941-8474-05982B5953F4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25C3782F-514C-4B4D-B615-AD0099E18C79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BB40-4187-A0C9-D028A08AC371}"/>
                </c:ext>
              </c:extLst>
            </c:dLbl>
            <c:dLbl>
              <c:idx val="3"/>
              <c:layout>
                <c:manualLayout>
                  <c:x val="-1.0185067526415994E-16"/>
                  <c:y val="-8.8311688311688313E-2"/>
                </c:manualLayout>
              </c:layout>
              <c:tx>
                <c:rich>
                  <a:bodyPr/>
                  <a:lstStyle/>
                  <a:p>
                    <a:fld id="{EF3EEF47-D8DD-4B3C-BA87-DBEAF65AED17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F915BE13-DC42-4132-AC09-6472669C1AF6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BB40-4187-A0C9-D028A08AC3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B.đồ!$C$45:$F$45</c:f>
              <c:numCache>
                <c:formatCode>#,##0.0,,,</c:formatCode>
                <c:ptCount val="4"/>
                <c:pt idx="0">
                  <c:v>207900000</c:v>
                </c:pt>
                <c:pt idx="1">
                  <c:v>311850000</c:v>
                </c:pt>
                <c:pt idx="2">
                  <c:v>415800000</c:v>
                </c:pt>
                <c:pt idx="3">
                  <c:v>519750000</c:v>
                </c:pt>
              </c:numCache>
            </c:numRef>
          </c:val>
          <c:extLst xmlns:c15="http://schemas.microsoft.com/office/drawing/2012/chart">
            <c:ext xmlns:c15="http://schemas.microsoft.com/office/drawing/2012/chart" uri="{02D57815-91ED-43cb-92C2-25804820EDAC}">
              <c15:datalabelsRange>
                <c15:f>B.đồ!$C$46:$F$46</c15:f>
                <c15:dlblRangeCache>
                  <c:ptCount val="4"/>
                  <c:pt idx="0">
                    <c:v>1.7%</c:v>
                  </c:pt>
                  <c:pt idx="1">
                    <c:v>1.7%</c:v>
                  </c:pt>
                  <c:pt idx="2">
                    <c:v>1.7%</c:v>
                  </c:pt>
                  <c:pt idx="3">
                    <c:v>1.7%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BB40-4187-A0C9-D028A08AC371}"/>
            </c:ext>
          </c:extLst>
        </c:ser>
        <c:ser>
          <c:idx val="3"/>
          <c:order val="1"/>
          <c:tx>
            <c:strRef>
              <c:f>B.đồ!$B$47</c:f>
              <c:strCache>
                <c:ptCount val="1"/>
                <c:pt idx="0">
                  <c:v> Biến phí sản xuất 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778916958296615E-3"/>
                  <c:y val="-3.867257217847769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B982BFD-91CA-46E9-82D8-1989E9AF9258}" type="CELLRANGE">
                      <a:rPr lang="en-US" sz="900"/>
                      <a:pPr>
                        <a:defRPr/>
                      </a:pPr>
                      <a:t>[CELLRANGE]</a:t>
                    </a:fld>
                    <a:endParaRPr lang="en-US" sz="900" baseline="0"/>
                  </a:p>
                  <a:p>
                    <a:pPr>
                      <a:defRPr/>
                    </a:pPr>
                    <a:fld id="{E249F950-FF62-41D6-A754-B0C92AA91D25}" type="VALUE">
                      <a:rPr lang="en-US" sz="900"/>
                      <a:pPr>
                        <a:defRPr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9.9569335083114607E-2"/>
                      <c:h val="0.1423896103896104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BB40-4187-A0C9-D028A08AC371}"/>
                </c:ext>
              </c:extLst>
            </c:dLbl>
            <c:dLbl>
              <c:idx val="1"/>
              <c:layout>
                <c:manualLayout>
                  <c:x val="-5.3047226700083302E-17"/>
                  <c:y val="-5.90909886264218E-2"/>
                </c:manualLayout>
              </c:layout>
              <c:tx>
                <c:rich>
                  <a:bodyPr/>
                  <a:lstStyle/>
                  <a:p>
                    <a:fld id="{24E78DF2-3D2E-4FED-9EF5-F628F19EB9A0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18B6E0F6-377F-400D-86D3-6474D4217163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BB40-4187-A0C9-D028A08AC371}"/>
                </c:ext>
              </c:extLst>
            </c:dLbl>
            <c:dLbl>
              <c:idx val="2"/>
              <c:layout>
                <c:manualLayout>
                  <c:x val="2.7777777777777779E-3"/>
                  <c:y val="-9.350649350649351E-2"/>
                </c:manualLayout>
              </c:layout>
              <c:tx>
                <c:rich>
                  <a:bodyPr/>
                  <a:lstStyle/>
                  <a:p>
                    <a:fld id="{73EBC42F-F836-46B5-967A-EDA0379044E3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41F247BD-9B39-4756-9AAF-F5A8358BC6F7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BB40-4187-A0C9-D028A08AC371}"/>
                </c:ext>
              </c:extLst>
            </c:dLbl>
            <c:dLbl>
              <c:idx val="3"/>
              <c:layout>
                <c:manualLayout>
                  <c:x val="5.5555555555554534E-3"/>
                  <c:y val="-0.11948051948051953"/>
                </c:manualLayout>
              </c:layout>
              <c:tx>
                <c:rich>
                  <a:bodyPr/>
                  <a:lstStyle/>
                  <a:p>
                    <a:fld id="{E4637EB5-4FFA-4799-B10E-6013C1970358}" type="CELLRANGE">
                      <a:rPr lang="en-US"/>
                      <a:pPr/>
                      <a:t>[CELLRANGE]</a:t>
                    </a:fld>
                    <a:endParaRPr lang="en-US" baseline="0"/>
                  </a:p>
                  <a:p>
                    <a:fld id="{53F78904-1B13-45A1-9098-353A406B798F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BB40-4187-A0C9-D028A08AC3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B.đồ!$C$47:$F$47</c:f>
              <c:numCache>
                <c:formatCode>#,##0.0,,,</c:formatCode>
                <c:ptCount val="4"/>
                <c:pt idx="0">
                  <c:v>12372161485.217392</c:v>
                </c:pt>
                <c:pt idx="1">
                  <c:v>18558242227.826088</c:v>
                </c:pt>
                <c:pt idx="2">
                  <c:v>24744322970.434784</c:v>
                </c:pt>
                <c:pt idx="3">
                  <c:v>30930403713.04348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B.đồ!$C$48:$F$48</c15:f>
                <c15:dlblRangeCache>
                  <c:ptCount val="4"/>
                  <c:pt idx="0">
                    <c:v>98.3%</c:v>
                  </c:pt>
                  <c:pt idx="1">
                    <c:v>98.3%</c:v>
                  </c:pt>
                  <c:pt idx="2">
                    <c:v>98.3%</c:v>
                  </c:pt>
                  <c:pt idx="3">
                    <c:v>98.3%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BB40-4187-A0C9-D028A08AC3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20704656"/>
        <c:axId val="520710896"/>
      </c:barChart>
      <c:lineChart>
        <c:grouping val="standard"/>
        <c:varyColors val="0"/>
        <c:ser>
          <c:idx val="4"/>
          <c:order val="2"/>
          <c:tx>
            <c:strRef>
              <c:f>B.đồ!$B$49</c:f>
              <c:strCache>
                <c:ptCount val="1"/>
                <c:pt idx="0">
                  <c:v>Tổng Biến phí</c:v>
                </c:pt>
              </c:strCache>
            </c:strRef>
          </c:tx>
          <c:spPr>
            <a:ln w="158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6.5296460338291062E-2"/>
                  <c:y val="-0.1160446194225722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B40-4187-A0C9-D028A08AC371}"/>
                </c:ext>
              </c:extLst>
            </c:dLbl>
            <c:dLbl>
              <c:idx val="1"/>
              <c:layout>
                <c:manualLayout>
                  <c:x val="-6.1111111111111109E-2"/>
                  <c:y val="-0.1355975048573473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B40-4187-A0C9-D028A08AC371}"/>
                </c:ext>
              </c:extLst>
            </c:dLbl>
            <c:dLbl>
              <c:idx val="2"/>
              <c:layout>
                <c:manualLayout>
                  <c:x val="-6.9444444444444448E-2"/>
                  <c:y val="-0.114818284078126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B40-4187-A0C9-D028A08AC371}"/>
                </c:ext>
              </c:extLst>
            </c:dLbl>
            <c:dLbl>
              <c:idx val="3"/>
              <c:layout>
                <c:manualLayout>
                  <c:x val="-6.6666666666666763E-2"/>
                  <c:y val="-9.40390632989058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B40-4187-A0C9-D028A08AC371}"/>
                </c:ext>
              </c:extLst>
            </c:dLbl>
            <c:spPr>
              <a:noFill/>
              <a:ln w="6350"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B.đồ!$C$49:$F$49</c:f>
              <c:numCache>
                <c:formatCode>#,##0.0,,,</c:formatCode>
                <c:ptCount val="4"/>
                <c:pt idx="0">
                  <c:v>12580061485.217392</c:v>
                </c:pt>
                <c:pt idx="1">
                  <c:v>18870092227.826088</c:v>
                </c:pt>
                <c:pt idx="2">
                  <c:v>25160122970.434784</c:v>
                </c:pt>
                <c:pt idx="3">
                  <c:v>31450153713.04348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BB40-4187-A0C9-D028A08AC3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16717103"/>
        <c:axId val="316716143"/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At val="0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1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"/>
              <c:y val="4.255159014214133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crossAx val="520704656"/>
        <c:crosses val="autoZero"/>
        <c:crossBetween val="between"/>
      </c:valAx>
      <c:valAx>
        <c:axId val="316716143"/>
        <c:scaling>
          <c:orientation val="minMax"/>
        </c:scaling>
        <c:delete val="1"/>
        <c:axPos val="r"/>
        <c:numFmt formatCode="#,##0.0,,," sourceLinked="1"/>
        <c:majorTickMark val="out"/>
        <c:minorTickMark val="none"/>
        <c:tickLblPos val="nextTo"/>
        <c:crossAx val="316717103"/>
        <c:crosses val="max"/>
        <c:crossBetween val="between"/>
      </c:valAx>
      <c:catAx>
        <c:axId val="3167171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167161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813885243511228E-2"/>
          <c:y val="0.90963998250218714"/>
          <c:w val="0.95896762904636923"/>
          <c:h val="8.76631671041119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aseline="0">
                <a:solidFill>
                  <a:srgbClr val="119303"/>
                </a:solidFill>
              </a:rPr>
              <a:t>Cơ cấu </a:t>
            </a:r>
            <a:r>
              <a:rPr lang="en-US" sz="1100" b="1" baseline="0">
                <a:solidFill>
                  <a:srgbClr val="119303"/>
                </a:solidFill>
              </a:rPr>
              <a:t>Định phí</a:t>
            </a:r>
            <a:endParaRPr lang="en-US" sz="1100" b="1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43109484361329831"/>
          <c:y val="4.064741907261592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0289370078740158E-2"/>
          <c:y val="8.6441338582677163E-2"/>
          <c:w val="0.92417125984251969"/>
          <c:h val="0.69678521434820651"/>
        </c:manualLayout>
      </c:layout>
      <c:barChart>
        <c:barDir val="col"/>
        <c:grouping val="stacked"/>
        <c:varyColors val="0"/>
        <c:ser>
          <c:idx val="4"/>
          <c:order val="0"/>
          <c:tx>
            <c:strRef>
              <c:f>B.đồ!$B$56</c:f>
              <c:strCache>
                <c:ptCount val="1"/>
                <c:pt idx="0">
                  <c:v> Chi phí nhân sự 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 w="15875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5555555555555558E-3"/>
                  <c:y val="1.0389610389610294E-2"/>
                </c:manualLayout>
              </c:layout>
              <c:tx>
                <c:rich>
                  <a:bodyPr/>
                  <a:lstStyle/>
                  <a:p>
                    <a:fld id="{01BF1527-733C-4EA0-AE6B-D198E8AD75BF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EA61D648-B737-4284-973F-570A19B6703F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3FFF-4C67-B07F-1AD23B111002}"/>
                </c:ext>
              </c:extLst>
            </c:dLbl>
            <c:dLbl>
              <c:idx val="1"/>
              <c:layout>
                <c:manualLayout>
                  <c:x val="2.7777777777777779E-3"/>
                  <c:y val="1.5584415584415584E-2"/>
                </c:manualLayout>
              </c:layout>
              <c:tx>
                <c:rich>
                  <a:bodyPr/>
                  <a:lstStyle/>
                  <a:p>
                    <a:fld id="{F3DC9B69-A3F2-44AA-B971-86A244A4CD73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838931CC-FADD-4DBC-85CC-E7768A5C1070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3FFF-4C67-B07F-1AD23B1110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8D3E2CC-A308-48C6-A659-DAAA579F35ED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3A2B4469-AB2C-41CF-B499-C9656981A071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3FFF-4C67-B07F-1AD23B111002}"/>
                </c:ext>
              </c:extLst>
            </c:dLbl>
            <c:dLbl>
              <c:idx val="3"/>
              <c:layout>
                <c:manualLayout>
                  <c:x val="2.7777777777777779E-3"/>
                  <c:y val="1.5584415584415584E-2"/>
                </c:manualLayout>
              </c:layout>
              <c:tx>
                <c:rich>
                  <a:bodyPr/>
                  <a:lstStyle/>
                  <a:p>
                    <a:fld id="{3D528614-21B0-4B91-9069-EB282ADAAA01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CCFC488B-8681-4E05-AD2A-8F1C177AEF49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3FFF-4C67-B07F-1AD23B1110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B.đồ!$C$56:$F$56</c:f>
              <c:numCache>
                <c:formatCode>#,##0.0,,,</c:formatCode>
                <c:ptCount val="4"/>
                <c:pt idx="0">
                  <c:v>2211609000</c:v>
                </c:pt>
                <c:pt idx="1">
                  <c:v>2704409000</c:v>
                </c:pt>
                <c:pt idx="2">
                  <c:v>3135457500</c:v>
                </c:pt>
                <c:pt idx="3">
                  <c:v>3351057500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B.đồ!$C$57:$F$57</c15:f>
                <c15:dlblRangeCache>
                  <c:ptCount val="4"/>
                  <c:pt idx="0">
                    <c:v>34%</c:v>
                  </c:pt>
                  <c:pt idx="1">
                    <c:v>39%</c:v>
                  </c:pt>
                  <c:pt idx="2">
                    <c:v>42%</c:v>
                  </c:pt>
                  <c:pt idx="3">
                    <c:v>43%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3FFF-4C67-B07F-1AD23B111002}"/>
            </c:ext>
          </c:extLst>
        </c:ser>
        <c:ser>
          <c:idx val="1"/>
          <c:order val="1"/>
          <c:tx>
            <c:strRef>
              <c:f>B.đồ!$B$52</c:f>
              <c:strCache>
                <c:ptCount val="1"/>
                <c:pt idx="0">
                  <c:v> Định phí sản xuất 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779965004374185E-3"/>
                  <c:y val="2.5971980775130431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6E62F9A-AC85-46C0-8479-CEACFC80BF9A}" type="CELLRANGE">
                      <a:rPr lang="en-US" baseline="0"/>
                      <a:pPr>
                        <a:defRPr/>
                      </a:pPr>
                      <a:t>[CELLRANGE]</a:t>
                    </a:fld>
                    <a:r>
                      <a:rPr lang="en-US" baseline="0"/>
                      <a:t>; </a:t>
                    </a:r>
                    <a:fld id="{582EAFEE-E11D-4C5B-9175-31969A92E279}" type="VALUE">
                      <a:rPr lang="en-US" baseline="0"/>
                      <a:pPr>
                        <a:defRPr/>
                      </a:pPr>
                      <a:t>[VALUE]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5134711286089236"/>
                      <c:h val="0.1245194805194805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3FFF-4C67-B07F-1AD23B111002}"/>
                </c:ext>
              </c:extLst>
            </c:dLbl>
            <c:dLbl>
              <c:idx val="1"/>
              <c:layout>
                <c:manualLayout>
                  <c:x val="5.5555555555555558E-3"/>
                  <c:y val="5.1948051948051948E-3"/>
                </c:manualLayout>
              </c:layout>
              <c:tx>
                <c:rich>
                  <a:bodyPr/>
                  <a:lstStyle/>
                  <a:p>
                    <a:fld id="{C784B028-755E-4ECE-93F1-79CB60008C65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C757F62B-4780-45FE-A013-63B0E8797D2B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3FFF-4C67-B07F-1AD23B1110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2303520-024D-4A42-A0EE-96623D31B878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E0A641AD-6A8E-4C04-94EE-CF03EF064DAF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3FFF-4C67-B07F-1AD23B11100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72DC3422-3003-4739-9C88-F7C985E0CF08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3A402EBE-3758-4047-A7AC-73EBF09087C1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3FFF-4C67-B07F-1AD23B1110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B.đồ!$C$52:$F$52</c:f>
              <c:numCache>
                <c:formatCode>#,##0.0,,,</c:formatCode>
                <c:ptCount val="4"/>
                <c:pt idx="0">
                  <c:v>2682728594.9230771</c:v>
                </c:pt>
                <c:pt idx="1">
                  <c:v>2721690133.3846154</c:v>
                </c:pt>
                <c:pt idx="2">
                  <c:v>2760651671.8461537</c:v>
                </c:pt>
                <c:pt idx="3">
                  <c:v>2805613210.3076925</c:v>
                </c:pt>
              </c:numCache>
            </c:numRef>
          </c:val>
          <c:extLst xmlns:c15="http://schemas.microsoft.com/office/drawing/2012/chart">
            <c:ext xmlns:c15="http://schemas.microsoft.com/office/drawing/2012/chart" uri="{02D57815-91ED-43cb-92C2-25804820EDAC}">
              <c15:datalabelsRange>
                <c15:f>B.đồ!$C$53:$F$53</c15:f>
                <c15:dlblRangeCache>
                  <c:ptCount val="4"/>
                  <c:pt idx="0">
                    <c:v>41%</c:v>
                  </c:pt>
                  <c:pt idx="1">
                    <c:v>39%</c:v>
                  </c:pt>
                  <c:pt idx="2">
                    <c:v>37%</c:v>
                  </c:pt>
                  <c:pt idx="3">
                    <c:v>36%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3FFF-4C67-B07F-1AD23B111002}"/>
            </c:ext>
          </c:extLst>
        </c:ser>
        <c:ser>
          <c:idx val="2"/>
          <c:order val="2"/>
          <c:tx>
            <c:strRef>
              <c:f>B.đồ!$B$60</c:f>
              <c:strCache>
                <c:ptCount val="1"/>
                <c:pt idx="0">
                  <c:v> Chi phí khấu hao 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777777777777905E-3"/>
                  <c:y val="-5.1948051948051948E-3"/>
                </c:manualLayout>
              </c:layout>
              <c:tx>
                <c:rich>
                  <a:bodyPr/>
                  <a:lstStyle/>
                  <a:p>
                    <a:fld id="{D4F84AC4-DEB3-44E0-BD5F-2FC32BE7C7D0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EF26E094-52A6-4E94-B96B-0E772AA2F899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3FFF-4C67-B07F-1AD23B111002}"/>
                </c:ext>
              </c:extLst>
            </c:dLbl>
            <c:dLbl>
              <c:idx val="1"/>
              <c:layout>
                <c:manualLayout>
                  <c:x val="5.5555555555555558E-3"/>
                  <c:y val="5.1948051948051471E-3"/>
                </c:manualLayout>
              </c:layout>
              <c:tx>
                <c:rich>
                  <a:bodyPr/>
                  <a:lstStyle/>
                  <a:p>
                    <a:fld id="{95991D4D-B272-42C2-9409-03A2765963A7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45DE073A-F940-46DE-97FC-7EA7C9F2B80F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3FFF-4C67-B07F-1AD23B1110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C856860-E4C4-48D1-9067-79533BFF9386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9037F75D-A9F7-467B-90EF-DA76F3407448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3FFF-4C67-B07F-1AD23B111002}"/>
                </c:ext>
              </c:extLst>
            </c:dLbl>
            <c:dLbl>
              <c:idx val="3"/>
              <c:layout>
                <c:manualLayout>
                  <c:x val="2.7777777777777779E-3"/>
                  <c:y val="5.1948051948051948E-3"/>
                </c:manualLayout>
              </c:layout>
              <c:tx>
                <c:rich>
                  <a:bodyPr/>
                  <a:lstStyle/>
                  <a:p>
                    <a:fld id="{3119D027-49D1-4D03-9431-FA7890DF9A2D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483E6083-B1BF-41E0-B3F7-1B5BF65194A2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3FFF-4C67-B07F-1AD23B1110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B.đồ!$C$60:$F$60</c:f>
              <c:numCache>
                <c:formatCode>#,##0.0,,,</c:formatCode>
                <c:ptCount val="4"/>
                <c:pt idx="0">
                  <c:v>726625125</c:v>
                </c:pt>
                <c:pt idx="1">
                  <c:v>726625125</c:v>
                </c:pt>
                <c:pt idx="2">
                  <c:v>726625125</c:v>
                </c:pt>
                <c:pt idx="3">
                  <c:v>726625125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B.đồ!$C$61:$F$61</c15:f>
                <c15:dlblRangeCache>
                  <c:ptCount val="4"/>
                  <c:pt idx="0">
                    <c:v>11%</c:v>
                  </c:pt>
                  <c:pt idx="1">
                    <c:v>10%</c:v>
                  </c:pt>
                  <c:pt idx="2">
                    <c:v>10%</c:v>
                  </c:pt>
                  <c:pt idx="3">
                    <c:v>9%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E-3FFF-4C67-B07F-1AD23B111002}"/>
            </c:ext>
          </c:extLst>
        </c:ser>
        <c:ser>
          <c:idx val="0"/>
          <c:order val="3"/>
          <c:tx>
            <c:strRef>
              <c:f>B.đồ!$B$58</c:f>
              <c:strCache>
                <c:ptCount val="1"/>
                <c:pt idx="0">
                  <c:v> Chi phí tài chính 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401430637342099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FFF-4C67-B07F-1AD23B1110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B.đồ!$C$58:$F$58</c:f>
              <c:numCache>
                <c:formatCode>#,##0.0,,,</c:formatCode>
                <c:ptCount val="4"/>
                <c:pt idx="0">
                  <c:v>410791573.50000012</c:v>
                </c:pt>
                <c:pt idx="1">
                  <c:v>410791573.50000012</c:v>
                </c:pt>
                <c:pt idx="2">
                  <c:v>410791573.50000012</c:v>
                </c:pt>
                <c:pt idx="3">
                  <c:v>410791573.50000012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FFF-4C67-B07F-1AD23B111002}"/>
            </c:ext>
          </c:extLst>
        </c:ser>
        <c:ser>
          <c:idx val="3"/>
          <c:order val="4"/>
          <c:tx>
            <c:strRef>
              <c:f>B.đồ!$B$54</c:f>
              <c:strCache>
                <c:ptCount val="1"/>
                <c:pt idx="0">
                  <c:v> Định phí quản lý </c:v>
                </c:pt>
              </c:strCache>
            </c:strRef>
          </c:tx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7777777777777779E-3"/>
                  <c:y val="-2.07792207792208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FFF-4C67-B07F-1AD23B111002}"/>
                </c:ext>
              </c:extLst>
            </c:dLbl>
            <c:dLbl>
              <c:idx val="1"/>
              <c:layout>
                <c:manualLayout>
                  <c:x val="5.5555555555555558E-3"/>
                  <c:y val="-2.07792207792207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FFF-4C67-B07F-1AD23B111002}"/>
                </c:ext>
              </c:extLst>
            </c:dLbl>
            <c:dLbl>
              <c:idx val="2"/>
              <c:layout>
                <c:manualLayout>
                  <c:x val="2.777777777777676E-3"/>
                  <c:y val="-1.55844155844156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FFF-4C67-B07F-1AD23B111002}"/>
                </c:ext>
              </c:extLst>
            </c:dLbl>
            <c:dLbl>
              <c:idx val="3"/>
              <c:layout>
                <c:manualLayout>
                  <c:x val="8.3333333333332309E-3"/>
                  <c:y val="-5.194805194805218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3FFF-4C67-B07F-1AD23B1110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B.đồ!$C$54:$F$54</c:f>
              <c:numCache>
                <c:formatCode>#,##0.0,,,</c:formatCode>
                <c:ptCount val="4"/>
                <c:pt idx="0">
                  <c:v>458183803</c:v>
                </c:pt>
                <c:pt idx="1">
                  <c:v>458183803</c:v>
                </c:pt>
                <c:pt idx="2">
                  <c:v>458183803</c:v>
                </c:pt>
                <c:pt idx="3">
                  <c:v>458183803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3FFF-4C67-B07F-1AD23B1110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20704656"/>
        <c:axId val="520710896"/>
      </c:barChart>
      <c:lineChart>
        <c:grouping val="standard"/>
        <c:varyColors val="0"/>
        <c:ser>
          <c:idx val="5"/>
          <c:order val="5"/>
          <c:tx>
            <c:strRef>
              <c:f>B.đồ!$B$62</c:f>
              <c:strCache>
                <c:ptCount val="1"/>
                <c:pt idx="0">
                  <c:v>Tổng Định phí</c:v>
                </c:pt>
              </c:strCache>
            </c:strRef>
          </c:tx>
          <c:spPr>
            <a:ln w="158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6.7958442694663182E-2"/>
                  <c:y val="-0.109623478883321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3FFF-4C67-B07F-1AD23B111002}"/>
                </c:ext>
              </c:extLst>
            </c:dLbl>
            <c:dLbl>
              <c:idx val="1"/>
              <c:layout>
                <c:manualLayout>
                  <c:x val="-6.2402887139107611E-2"/>
                  <c:y val="-0.104428673688516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3FFF-4C67-B07F-1AD23B111002}"/>
                </c:ext>
              </c:extLst>
            </c:dLbl>
            <c:dLbl>
              <c:idx val="2"/>
              <c:layout>
                <c:manualLayout>
                  <c:x val="-6.2402887139107611E-2"/>
                  <c:y val="-0.1044286736885162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3FFF-4C67-B07F-1AD23B111002}"/>
                </c:ext>
              </c:extLst>
            </c:dLbl>
            <c:dLbl>
              <c:idx val="3"/>
              <c:layout>
                <c:manualLayout>
                  <c:x val="-6.2402887139107611E-2"/>
                  <c:y val="-8.3649452909295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FFF-4C67-B07F-1AD23B111002}"/>
                </c:ext>
              </c:extLst>
            </c:dLbl>
            <c:spPr>
              <a:noFill/>
              <a:ln w="6350"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B.đồ!$C$62:$F$62</c:f>
              <c:numCache>
                <c:formatCode>#,##0.0,,,</c:formatCode>
                <c:ptCount val="4"/>
                <c:pt idx="0">
                  <c:v>6489938096.4230766</c:v>
                </c:pt>
                <c:pt idx="1">
                  <c:v>7021699634.8846149</c:v>
                </c:pt>
                <c:pt idx="2">
                  <c:v>7491709673.3461533</c:v>
                </c:pt>
                <c:pt idx="3">
                  <c:v>7752271211.8076925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A-3FFF-4C67-B07F-1AD23B1110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28745903"/>
        <c:axId val="1628748303"/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At val="0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1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"/>
              <c:y val="4.255159014214133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crossAx val="520704656"/>
        <c:crosses val="autoZero"/>
        <c:crossBetween val="between"/>
      </c:valAx>
      <c:valAx>
        <c:axId val="1628748303"/>
        <c:scaling>
          <c:orientation val="minMax"/>
        </c:scaling>
        <c:delete val="1"/>
        <c:axPos val="r"/>
        <c:numFmt formatCode="#,##0.0,,," sourceLinked="1"/>
        <c:majorTickMark val="out"/>
        <c:minorTickMark val="none"/>
        <c:tickLblPos val="nextTo"/>
        <c:crossAx val="1628745903"/>
        <c:crosses val="max"/>
        <c:crossBetween val="between"/>
      </c:valAx>
      <c:catAx>
        <c:axId val="1628745903"/>
        <c:scaling>
          <c:orientation val="minMax"/>
        </c:scaling>
        <c:delete val="1"/>
        <c:axPos val="b"/>
        <c:majorTickMark val="out"/>
        <c:minorTickMark val="none"/>
        <c:tickLblPos val="nextTo"/>
        <c:crossAx val="16287483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5986001749781276E-2"/>
          <c:y val="0.8940554248900705"/>
          <c:w val="0.88081977252843391"/>
          <c:h val="0.105944575109929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1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aseline="0">
                <a:solidFill>
                  <a:srgbClr val="119303"/>
                </a:solidFill>
              </a:rPr>
              <a:t>Cơ cấu </a:t>
            </a:r>
            <a:r>
              <a:rPr lang="en-US" sz="1100" b="1" baseline="0">
                <a:solidFill>
                  <a:srgbClr val="119303"/>
                </a:solidFill>
              </a:rPr>
              <a:t>giá thành</a:t>
            </a:r>
            <a:endParaRPr lang="en-US" sz="1100" b="1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41279777617556612"/>
          <c:y val="7.9292498641104841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261111444228162E-2"/>
          <c:y val="8.6811117436878998E-2"/>
          <c:w val="0.92417125984251969"/>
          <c:h val="0.81547543297877534"/>
        </c:manualLayout>
      </c:layout>
      <c:barChart>
        <c:barDir val="col"/>
        <c:grouping val="stacked"/>
        <c:varyColors val="0"/>
        <c:ser>
          <c:idx val="3"/>
          <c:order val="1"/>
          <c:tx>
            <c:strRef>
              <c:f>B.đồ!$B$79</c:f>
              <c:strCache>
                <c:ptCount val="1"/>
                <c:pt idx="0">
                  <c:v>Lãi/ lỗ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6433266986166547E-3"/>
                  <c:y val="-8.9518860949603665E-2"/>
                </c:manualLayout>
              </c:layout>
              <c:tx>
                <c:rich>
                  <a:bodyPr/>
                  <a:lstStyle/>
                  <a:p>
                    <a:fld id="{1F3C6693-50DE-40A9-9B70-9465E8F8A540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D0F4CF03-DAAE-417D-BBEB-FE1AE467E6C2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19A1-41BF-9B4A-C117CB4A9E3E}"/>
                </c:ext>
              </c:extLst>
            </c:dLbl>
            <c:dLbl>
              <c:idx val="1"/>
              <c:layout>
                <c:manualLayout>
                  <c:x val="-4.6433266986166547E-3"/>
                  <c:y val="-6.07806112065701E-2"/>
                </c:manualLayout>
              </c:layout>
              <c:tx>
                <c:rich>
                  <a:bodyPr/>
                  <a:lstStyle/>
                  <a:p>
                    <a:fld id="{8D2A6425-7FFD-4AF6-8E19-DBC9E9E9F03E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6B552253-31C0-4EEB-B792-5A1B6C924A9B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19A1-41BF-9B4A-C117CB4A9E3E}"/>
                </c:ext>
              </c:extLst>
            </c:dLbl>
            <c:dLbl>
              <c:idx val="2"/>
              <c:layout>
                <c:manualLayout>
                  <c:x val="-3.2750077876266678E-3"/>
                  <c:y val="-7.3976706862484837E-2"/>
                </c:manualLayout>
              </c:layout>
              <c:tx>
                <c:rich>
                  <a:bodyPr/>
                  <a:lstStyle/>
                  <a:p>
                    <a:fld id="{FB891693-1F06-46DA-9083-6C89C8027F8A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AE52E23A-6582-4218-9D23-171832E8FD9B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19A1-41BF-9B4A-C117CB4A9E3E}"/>
                </c:ext>
              </c:extLst>
            </c:dLbl>
            <c:dLbl>
              <c:idx val="3"/>
              <c:layout>
                <c:manualLayout>
                  <c:x val="5.0994330022799831E-3"/>
                  <c:y val="7.9679944768317912E-2"/>
                </c:manualLayout>
              </c:layout>
              <c:tx>
                <c:rich>
                  <a:bodyPr/>
                  <a:lstStyle/>
                  <a:p>
                    <a:fld id="{B8F6F6B6-F66B-4AF7-A1E9-5CA93842D603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26919ADF-0BBC-4EB7-8704-C93A78B2B0BC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19A1-41BF-9B4A-C117CB4A9E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0066FF"/>
                    </a:solidFill>
                    <a:highlight>
                      <a:srgbClr val="EAEAEA"/>
                    </a:highligh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B.đồ!$C$79:$F$79</c:f>
              <c:numCache>
                <c:formatCode>_(* #,##0_);_(* \(#,##0\);_(* "-"??_);_(@_)</c:formatCode>
                <c:ptCount val="4"/>
                <c:pt idx="0">
                  <c:v>-2926.0457987377968</c:v>
                </c:pt>
                <c:pt idx="1">
                  <c:v>-1294.7281521829636</c:v>
                </c:pt>
                <c:pt idx="2">
                  <c:v>-451.22323402820075</c:v>
                </c:pt>
                <c:pt idx="3">
                  <c:v>104.35067103862312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B.đồ!$C$80:$F$80</c15:f>
                <c15:dlblRangeCache>
                  <c:ptCount val="4"/>
                  <c:pt idx="0">
                    <c:v>-20.5%</c:v>
                  </c:pt>
                  <c:pt idx="1">
                    <c:v>-9.1%</c:v>
                  </c:pt>
                  <c:pt idx="2">
                    <c:v>-3.2%</c:v>
                  </c:pt>
                  <c:pt idx="3">
                    <c:v>0.7%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19A1-41BF-9B4A-C117CB4A9E3E}"/>
            </c:ext>
          </c:extLst>
        </c:ser>
        <c:ser>
          <c:idx val="1"/>
          <c:order val="2"/>
          <c:tx>
            <c:strRef>
              <c:f>B.đồ!$B$68</c:f>
              <c:strCache>
                <c:ptCount val="1"/>
                <c:pt idx="0">
                  <c:v>Giá mua B0</c:v>
                </c:pt>
              </c:strCache>
            </c:strRef>
          </c:tx>
          <c:spPr>
            <a:solidFill>
              <a:srgbClr val="70AD47"/>
            </a:solidFill>
            <a:ln>
              <a:solidFill>
                <a:srgbClr val="92D050"/>
              </a:solidFill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70AD4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9A1-41BF-9B4A-C117CB4A9E3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F8F2F54-FA70-4F36-968D-1D7B667A3576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8C24340D-444B-411F-BA56-FE3736F01BC1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19A1-41BF-9B4A-C117CB4A9E3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E632C12-92DF-44FE-AE1C-9E82346B7B62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2F5957A5-0D30-46E4-A4C7-BFE4FE657ABC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19A1-41BF-9B4A-C117CB4A9E3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E4D707B-A6A4-4993-B3EC-290E90845E90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912D3841-8492-42CF-B1C5-4B78CF60BCB4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19A1-41BF-9B4A-C117CB4A9E3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48F1AA6-8282-4DDA-8D72-ADC715133955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B3EA0F68-20EA-4431-9ED8-3792301E7C0F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19A1-41BF-9B4A-C117CB4A9E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B.đồ!$C$44:$F$44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B.đồ!$C$68:$F$68</c:f>
              <c:numCache>
                <c:formatCode>_(* #,##0_);_(* \(#,##0\);_(* "-"??_);_(@_)</c:formatCode>
                <c:ptCount val="4"/>
                <c:pt idx="0">
                  <c:v>10000</c:v>
                </c:pt>
                <c:pt idx="1">
                  <c:v>10000</c:v>
                </c:pt>
                <c:pt idx="2">
                  <c:v>10000</c:v>
                </c:pt>
                <c:pt idx="3">
                  <c:v>10000</c:v>
                </c:pt>
              </c:numCache>
            </c:numRef>
          </c:val>
          <c:extLst xmlns:c15="http://schemas.microsoft.com/office/drawing/2012/chart">
            <c:ext xmlns:c15="http://schemas.microsoft.com/office/drawing/2012/chart" uri="{02D57815-91ED-43cb-92C2-25804820EDAC}">
              <c15:datalabelsRange>
                <c15:f>B.đồ!$C$69:$F$69</c15:f>
                <c15:dlblRangeCache>
                  <c:ptCount val="4"/>
                  <c:pt idx="0">
                    <c:v>70%</c:v>
                  </c:pt>
                  <c:pt idx="1">
                    <c:v>70%</c:v>
                  </c:pt>
                  <c:pt idx="2">
                    <c:v>70%</c:v>
                  </c:pt>
                  <c:pt idx="3">
                    <c:v>70%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A-19A1-41BF-9B4A-C117CB4A9E3E}"/>
            </c:ext>
          </c:extLst>
        </c:ser>
        <c:ser>
          <c:idx val="2"/>
          <c:order val="3"/>
          <c:tx>
            <c:strRef>
              <c:f>B.đồ!$B$72</c:f>
              <c:strCache>
                <c:ptCount val="1"/>
                <c:pt idx="0">
                  <c:v>Hao hụt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4543140735168722E-2"/>
                </c:manualLayout>
              </c:layout>
              <c:tx>
                <c:rich>
                  <a:bodyPr/>
                  <a:lstStyle/>
                  <a:p>
                    <a:fld id="{CDD20DF5-FF08-4EDF-8D6C-2566E749FDE8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0C1B5406-EFCA-42DD-9AAF-B3E9510FB7EE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19A1-41BF-9B4A-C117CB4A9E3E}"/>
                </c:ext>
              </c:extLst>
            </c:dLbl>
            <c:dLbl>
              <c:idx val="1"/>
              <c:layout>
                <c:manualLayout>
                  <c:x val="1.8655570456449983E-3"/>
                  <c:y val="1.4543140735168722E-2"/>
                </c:manualLayout>
              </c:layout>
              <c:tx>
                <c:rich>
                  <a:bodyPr/>
                  <a:lstStyle/>
                  <a:p>
                    <a:fld id="{07D44D1B-78F2-4C21-AD4A-F06F8A2DE3A8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F0CF535C-7152-4F36-9049-673A312B283A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19A1-41BF-9B4A-C117CB4A9E3E}"/>
                </c:ext>
              </c:extLst>
            </c:dLbl>
            <c:dLbl>
              <c:idx val="2"/>
              <c:layout>
                <c:manualLayout>
                  <c:x val="-8.512667275071757E-17"/>
                  <c:y val="1.5999670258615078E-2"/>
                </c:manualLayout>
              </c:layout>
              <c:tx>
                <c:rich>
                  <a:bodyPr/>
                  <a:lstStyle/>
                  <a:p>
                    <a:fld id="{A8D53D21-AA5B-4B44-BAB2-91D971711121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8AB67BF6-0A29-4A4E-A9EB-A84E3EF15D67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19A1-41BF-9B4A-C117CB4A9E3E}"/>
                </c:ext>
              </c:extLst>
            </c:dLbl>
            <c:dLbl>
              <c:idx val="3"/>
              <c:layout>
                <c:manualLayout>
                  <c:x val="-3.7311140912899966E-3"/>
                  <c:y val="1.7814793538099238E-2"/>
                </c:manualLayout>
              </c:layout>
              <c:tx>
                <c:rich>
                  <a:bodyPr/>
                  <a:lstStyle/>
                  <a:p>
                    <a:fld id="{11B0A646-C5D6-46AD-BD71-DA737AF692E9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5BDC51FC-5356-43C5-BE9F-B6DA9E163649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19A1-41BF-9B4A-C117CB4A9E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B.đồ!$C$72:$F$72</c:f>
              <c:numCache>
                <c:formatCode>_(* #,##0_);_(* \(#,##0\);_(* "-"??_);_(@_)</c:formatCode>
                <c:ptCount val="4"/>
                <c:pt idx="0">
                  <c:v>822.51082251082335</c:v>
                </c:pt>
                <c:pt idx="1">
                  <c:v>822.51082251082335</c:v>
                </c:pt>
                <c:pt idx="2">
                  <c:v>822.51082251082335</c:v>
                </c:pt>
                <c:pt idx="3">
                  <c:v>822.51082251082335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B.đồ!$C$73:$F$73</c15:f>
                <c15:dlblRangeCache>
                  <c:ptCount val="4"/>
                  <c:pt idx="0">
                    <c:v>6%</c:v>
                  </c:pt>
                  <c:pt idx="1">
                    <c:v>6%</c:v>
                  </c:pt>
                  <c:pt idx="2">
                    <c:v>6%</c:v>
                  </c:pt>
                  <c:pt idx="3">
                    <c:v>6%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F-19A1-41BF-9B4A-C117CB4A9E3E}"/>
            </c:ext>
          </c:extLst>
        </c:ser>
        <c:ser>
          <c:idx val="0"/>
          <c:order val="4"/>
          <c:tx>
            <c:strRef>
              <c:f>B.đồ!$B$74</c:f>
              <c:strCache>
                <c:ptCount val="1"/>
                <c:pt idx="0">
                  <c:v>Biến phí (SX+VC)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A758AFB-5BB0-4C4D-AC9D-3C3F685B0E35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2004ED1F-EBB0-41B3-8968-85639815CE0A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19A1-41BF-9B4A-C117CB4A9E3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A0D3730-86CE-4BC3-BC92-205E2A8171BE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9EF16AA6-111F-4717-BCB8-EB17A2EA2D4F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19A1-41BF-9B4A-C117CB4A9E3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55C134A-52D7-4F31-A92E-FF61C251AC0E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2D19809E-E982-487C-8181-4BEA027A2952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19A1-41BF-9B4A-C117CB4A9E3E}"/>
                </c:ext>
              </c:extLst>
            </c:dLbl>
            <c:dLbl>
              <c:idx val="3"/>
              <c:layout>
                <c:manualLayout>
                  <c:x val="2.7777777777777779E-3"/>
                  <c:y val="-4.3340712878365935E-17"/>
                </c:manualLayout>
              </c:layout>
              <c:tx>
                <c:rich>
                  <a:bodyPr/>
                  <a:lstStyle/>
                  <a:p>
                    <a:fld id="{50BD81BF-260F-4AF8-8E36-6C146793E520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369DB89F-48EF-434F-9261-70DB094F19D4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3-19A1-41BF-9B4A-C117CB4A9E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B.đồ!$C$74:$F$74</c:f>
              <c:numCache>
                <c:formatCode>_(* #,##0_);_(* \(#,##0\);_(* "-"??_);_(@_)</c:formatCode>
                <c:ptCount val="4"/>
                <c:pt idx="0">
                  <c:v>523.1434751239085</c:v>
                </c:pt>
                <c:pt idx="1">
                  <c:v>523.14347512391032</c:v>
                </c:pt>
                <c:pt idx="2">
                  <c:v>523.1434751239085</c:v>
                </c:pt>
                <c:pt idx="3">
                  <c:v>523.1434751239085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B.đồ!$C$75:$F$75</c15:f>
                <c15:dlblRangeCache>
                  <c:ptCount val="4"/>
                  <c:pt idx="0">
                    <c:v>4%</c:v>
                  </c:pt>
                  <c:pt idx="1">
                    <c:v>4%</c:v>
                  </c:pt>
                  <c:pt idx="2">
                    <c:v>4%</c:v>
                  </c:pt>
                  <c:pt idx="3">
                    <c:v>4%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4-19A1-41BF-9B4A-C117CB4A9E3E}"/>
            </c:ext>
          </c:extLst>
        </c:ser>
        <c:ser>
          <c:idx val="4"/>
          <c:order val="5"/>
          <c:tx>
            <c:strRef>
              <c:f>B.đồ!$B$76</c:f>
              <c:strCache>
                <c:ptCount val="1"/>
                <c:pt idx="0">
                  <c:v>Định phí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9649900479249712E-3"/>
                  <c:y val="3.4890502675284596E-2"/>
                </c:manualLayout>
              </c:layout>
              <c:tx>
                <c:rich>
                  <a:bodyPr/>
                  <a:lstStyle/>
                  <a:p>
                    <a:fld id="{1A6CDDC1-0C86-4EBB-A763-87CA59D975B6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B998F9D1-4C0C-4257-94CF-187E4072F3A3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5-19A1-41BF-9B4A-C117CB4A9E3E}"/>
                </c:ext>
              </c:extLst>
            </c:dLbl>
            <c:dLbl>
              <c:idx val="1"/>
              <c:layout>
                <c:manualLayout>
                  <c:x val="-2.7777696529716987E-3"/>
                  <c:y val="1.198893305477056E-2"/>
                </c:manualLayout>
              </c:layout>
              <c:tx>
                <c:rich>
                  <a:bodyPr/>
                  <a:lstStyle/>
                  <a:p>
                    <a:fld id="{8316AB5D-2472-42EE-883B-DF5C4BFB6D7D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CA1BA003-7444-485A-A3D1-4ECD813B4A63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6-19A1-41BF-9B4A-C117CB4A9E3E}"/>
                </c:ext>
              </c:extLst>
            </c:dLbl>
            <c:dLbl>
              <c:idx val="2"/>
              <c:layout>
                <c:manualLayout>
                  <c:x val="-2.7777777777777779E-3"/>
                  <c:y val="-9.4562647754137114E-3"/>
                </c:manualLayout>
              </c:layout>
              <c:tx>
                <c:rich>
                  <a:bodyPr/>
                  <a:lstStyle/>
                  <a:p>
                    <a:fld id="{3647B15F-23A6-4B57-B142-8E2652EBA4D5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EF91C4A1-032D-4DF2-804C-4B417D9F56CD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7-19A1-41BF-9B4A-C117CB4A9E3E}"/>
                </c:ext>
              </c:extLst>
            </c:dLbl>
            <c:dLbl>
              <c:idx val="3"/>
              <c:layout>
                <c:manualLayout>
                  <c:x val="2.777777777777676E-3"/>
                  <c:y val="0"/>
                </c:manualLayout>
              </c:layout>
              <c:tx>
                <c:rich>
                  <a:bodyPr/>
                  <a:lstStyle/>
                  <a:p>
                    <a:fld id="{214BB84E-179B-4CEA-AD9F-F9BCE798AAA7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; </a:t>
                    </a:r>
                    <a:fld id="{7D81EA46-89DA-4952-8095-B684E7221E81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8-19A1-41BF-9B4A-C117CB4A9E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B.đồ!$C$76:$F$76</c:f>
              <c:numCache>
                <c:formatCode>_(* #,##0_);_(* \(#,##0\);_(* "-"??_);_(@_)</c:formatCode>
                <c:ptCount val="4"/>
                <c:pt idx="0">
                  <c:v>5853.118773830337</c:v>
                </c:pt>
                <c:pt idx="1">
                  <c:v>4221.801127275502</c:v>
                </c:pt>
                <c:pt idx="2">
                  <c:v>3378.296209120741</c:v>
                </c:pt>
                <c:pt idx="3">
                  <c:v>2796.6346362942613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B.đồ!$C$77:$F$77</c15:f>
                <c15:dlblRangeCache>
                  <c:ptCount val="4"/>
                  <c:pt idx="0">
                    <c:v>41%</c:v>
                  </c:pt>
                  <c:pt idx="1">
                    <c:v>30%</c:v>
                  </c:pt>
                  <c:pt idx="2">
                    <c:v>24%</c:v>
                  </c:pt>
                  <c:pt idx="3">
                    <c:v>20%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9-19A1-41BF-9B4A-C117CB4A9E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20704656"/>
        <c:axId val="520710896"/>
      </c:barChart>
      <c:lineChart>
        <c:grouping val="standard"/>
        <c:varyColors val="0"/>
        <c:ser>
          <c:idx val="5"/>
          <c:order val="0"/>
          <c:tx>
            <c:strRef>
              <c:f>B.đồ!$B$67</c:f>
              <c:strCache>
                <c:ptCount val="1"/>
                <c:pt idx="0">
                  <c:v>Giá bán</c:v>
                </c:pt>
              </c:strCache>
            </c:strRef>
          </c:tx>
          <c:spPr>
            <a:ln w="12700" cap="rnd">
              <a:solidFill>
                <a:srgbClr val="FFC000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5.8459483135583676E-2"/>
                  <c:y val="-0.1235048933106292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98-45BE-A819-5EB1E34F348B}"/>
                </c:ext>
              </c:extLst>
            </c:dLbl>
            <c:dLbl>
              <c:idx val="1"/>
              <c:layout>
                <c:manualLayout>
                  <c:x val="-5.8459483135583676E-2"/>
                  <c:y val="-6.46151428578789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498-45BE-A819-5EB1E34F348B}"/>
                </c:ext>
              </c:extLst>
            </c:dLbl>
            <c:spPr>
              <a:noFill/>
              <a:ln w="6350"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B.đồ!$C$67:$F$67</c:f>
              <c:numCache>
                <c:formatCode>_(* #,##0_);_(* \(#,##0\);_(* "-"??_);_(@_)</c:formatCode>
                <c:ptCount val="4"/>
                <c:pt idx="0">
                  <c:v>14272.727272727272</c:v>
                </c:pt>
                <c:pt idx="1">
                  <c:v>14272.727272727272</c:v>
                </c:pt>
                <c:pt idx="2">
                  <c:v>14272.727272727272</c:v>
                </c:pt>
                <c:pt idx="3">
                  <c:v>14272.727272727272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A-19A1-41BF-9B4A-C117CB4A9E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28745903"/>
        <c:axId val="1628748303"/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At val="0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1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 baseline="0"/>
                  <a:t>Đồng/ Kg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"/>
              <c:y val="4.255159014214133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out"/>
        <c:minorTickMark val="none"/>
        <c:tickLblPos val="nextTo"/>
        <c:crossAx val="520704656"/>
        <c:crosses val="autoZero"/>
        <c:crossBetween val="between"/>
      </c:valAx>
      <c:valAx>
        <c:axId val="1628748303"/>
        <c:scaling>
          <c:orientation val="minMax"/>
        </c:scaling>
        <c:delete val="1"/>
        <c:axPos val="r"/>
        <c:numFmt formatCode="_(* #,##0_);_(* \(#,##0\);_(* &quot;-&quot;??_);_(@_)" sourceLinked="1"/>
        <c:majorTickMark val="out"/>
        <c:minorTickMark val="none"/>
        <c:tickLblPos val="nextTo"/>
        <c:crossAx val="1628745903"/>
        <c:crosses val="max"/>
        <c:crossBetween val="between"/>
      </c:valAx>
      <c:catAx>
        <c:axId val="1628745903"/>
        <c:scaling>
          <c:orientation val="minMax"/>
        </c:scaling>
        <c:delete val="1"/>
        <c:axPos val="b"/>
        <c:majorTickMark val="out"/>
        <c:minorTickMark val="none"/>
        <c:tickLblPos val="nextTo"/>
        <c:crossAx val="16287483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3763779527559057E-2"/>
          <c:y val="0.91761875198038034"/>
          <c:w val="0.91638888888888881"/>
          <c:h val="8.23812480196196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1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100" b="1" baseline="0">
                <a:solidFill>
                  <a:srgbClr val="119303"/>
                </a:solidFill>
              </a:rPr>
              <a:t>GAP </a:t>
            </a:r>
          </a:p>
          <a:p>
            <a:pPr>
              <a:defRPr sz="1100">
                <a:solidFill>
                  <a:srgbClr val="119303"/>
                </a:solidFill>
              </a:defRPr>
            </a:pPr>
            <a:r>
              <a:rPr lang="en-US" sz="1100" baseline="0">
                <a:solidFill>
                  <a:srgbClr val="119303"/>
                </a:solidFill>
              </a:rPr>
              <a:t>(Giá bán - giá mua)</a:t>
            </a:r>
            <a:endParaRPr lang="en-US" sz="1100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14056229634205572"/>
          <c:y val="1.71511934193907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5868998236419136E-3"/>
          <c:y val="0.16978053386689626"/>
          <c:w val="0.98310986363297659"/>
          <c:h val="0.57239177717514089"/>
        </c:manualLayout>
      </c:layout>
      <c:barChart>
        <c:barDir val="col"/>
        <c:grouping val="clustered"/>
        <c:varyColors val="0"/>
        <c:ser>
          <c:idx val="2"/>
          <c:order val="1"/>
          <c:tx>
            <c:strRef>
              <c:f>B.đồ!$B$89</c:f>
              <c:strCache>
                <c:ptCount val="1"/>
                <c:pt idx="0">
                  <c:v>GAP</c:v>
                </c:pt>
              </c:strCache>
            </c:strRef>
          </c:tx>
          <c:spPr>
            <a:solidFill>
              <a:schemeClr val="accent3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2326074347233556E-3"/>
                  <c:y val="-0.2089060337279154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DC3A0DE-0B4A-452D-9982-2C1362A42C18}" type="CELLRANGE">
                      <a:rPr lang="en-US" sz="1200" baseline="0"/>
                      <a:pPr>
                        <a:defRPr sz="1200" b="1">
                          <a:solidFill>
                            <a:srgbClr val="FFC000"/>
                          </a:solidFill>
                        </a:defRPr>
                      </a:pPr>
                      <a:t>[CELLRANGE]</a:t>
                    </a:fld>
                    <a:r>
                      <a:rPr lang="en-US" sz="1200" baseline="0"/>
                      <a:t> </a:t>
                    </a:r>
                    <a:fld id="{F070C0B8-5315-48EA-BBD9-FE7C5B5D5986}" type="SERIESNAME">
                      <a:rPr lang="en-US" sz="1200" baseline="0"/>
                      <a:pPr>
                        <a:defRPr sz="1200" b="1">
                          <a:solidFill>
                            <a:srgbClr val="FFC000"/>
                          </a:solidFill>
                        </a:defRPr>
                      </a:pPr>
                      <a:t>[SERIES NAME]</a:t>
                    </a:fld>
                    <a:r>
                      <a:rPr lang="en-US" sz="1200" baseline="0"/>
                      <a:t> </a:t>
                    </a:r>
                    <a:fld id="{03DDF998-9313-4A15-94CF-C3D42C5A25E6}" type="VALUE">
                      <a:rPr lang="en-US" sz="1200" baseline="0"/>
                      <a:pPr>
                        <a:defRPr sz="1200" b="1">
                          <a:solidFill>
                            <a:srgbClr val="FFC000"/>
                          </a:solidFill>
                        </a:defRPr>
                      </a:pPr>
                      <a:t>[VALUE]</a:t>
                    </a:fld>
                    <a:endParaRPr lang="en-US" sz="1200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FFC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439426444645239"/>
                      <c:h val="0.15271867612293141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809E-4F9D-84B3-D6A41A3B6E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B.đồ!$C$86</c:f>
              <c:strCache>
                <c:ptCount val="1"/>
                <c:pt idx="0">
                  <c:v>Đồng/kg</c:v>
                </c:pt>
              </c:strCache>
            </c:strRef>
          </c:cat>
          <c:val>
            <c:numRef>
              <c:f>B.đồ!$C$89</c:f>
              <c:numCache>
                <c:formatCode>_(* #,##0_);_(* \(#,##0\);_(* "-"??_);_(@_)</c:formatCode>
                <c:ptCount val="1"/>
                <c:pt idx="0">
                  <c:v>4272.7272727272721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B.đồ!$C$71</c15:f>
                <c15:dlblRangeCache>
                  <c:ptCount val="1"/>
                  <c:pt idx="0">
                    <c:v>30%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809E-4F9D-84B3-D6A41A3B6E75}"/>
            </c:ext>
          </c:extLst>
        </c:ser>
        <c:ser>
          <c:idx val="0"/>
          <c:order val="2"/>
          <c:tx>
            <c:strRef>
              <c:f>B.đồ!$B$87</c:f>
              <c:strCache>
                <c:ptCount val="1"/>
                <c:pt idx="0">
                  <c:v>Giá bán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 w="254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09E-4F9D-84B3-D6A41A3B6E75}"/>
              </c:ext>
            </c:extLst>
          </c:dPt>
          <c:dLbls>
            <c:dLbl>
              <c:idx val="0"/>
              <c:layout>
                <c:manualLayout>
                  <c:x val="-1.6661047161403195E-2"/>
                  <c:y val="-5.6031576867502254E-3"/>
                </c:manualLayout>
              </c:layout>
              <c:spPr>
                <a:noFill/>
                <a:ln w="6350">
                  <a:solidFill>
                    <a:srgbClr val="FFC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rgbClr val="FFC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57495142861184856"/>
                      <c:h val="0.1017033465410248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809E-4F9D-84B3-D6A41A3B6E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sng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B.đồ!$C$86</c:f>
              <c:strCache>
                <c:ptCount val="1"/>
                <c:pt idx="0">
                  <c:v>Đồng/kg</c:v>
                </c:pt>
              </c:strCache>
            </c:strRef>
          </c:cat>
          <c:val>
            <c:numRef>
              <c:f>B.đồ!$C$87</c:f>
              <c:numCache>
                <c:formatCode>_(* #,##0_);_(* \(#,##0\);_(* "-"??_);_(@_)</c:formatCode>
                <c:ptCount val="1"/>
                <c:pt idx="0">
                  <c:v>14272.727272727272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09E-4F9D-84B3-D6A41A3B6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0"/>
        <c:overlap val="100"/>
        <c:axId val="520704656"/>
        <c:axId val="520710896"/>
      </c:barChart>
      <c:barChart>
        <c:barDir val="col"/>
        <c:grouping val="clustered"/>
        <c:varyColors val="0"/>
        <c:ser>
          <c:idx val="1"/>
          <c:order val="0"/>
          <c:tx>
            <c:strRef>
              <c:f>B.đồ!$B$88</c:f>
              <c:strCache>
                <c:ptCount val="1"/>
                <c:pt idx="0">
                  <c:v>Giá mua B0</c:v>
                </c:pt>
              </c:strCache>
            </c:strRef>
          </c:tx>
          <c:spPr>
            <a:solidFill>
              <a:srgbClr val="70AD47"/>
            </a:solidFill>
            <a:ln w="254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AD47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09E-4F9D-84B3-D6A41A3B6E75}"/>
              </c:ext>
            </c:extLst>
          </c:dPt>
          <c:dLbls>
            <c:dLbl>
              <c:idx val="0"/>
              <c:layout>
                <c:manualLayout>
                  <c:x val="2.8061176370726671E-3"/>
                  <c:y val="0.23042990816957676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8493573264781481"/>
                      <c:h val="0.170000186146944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809E-4F9D-84B3-D6A41A3B6E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B.đồ!$C$86</c:f>
              <c:strCache>
                <c:ptCount val="1"/>
                <c:pt idx="0">
                  <c:v>Đồng/kg</c:v>
                </c:pt>
              </c:strCache>
            </c:strRef>
          </c:cat>
          <c:val>
            <c:numRef>
              <c:f>B.đồ!$C$88</c:f>
              <c:numCache>
                <c:formatCode>_(* #,##0_);_(* \(#,##0\);_(* "-"??_);_(@_)</c:formatCode>
                <c:ptCount val="1"/>
                <c:pt idx="0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09E-4F9D-84B3-D6A41A3B6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0"/>
        <c:overlap val="100"/>
        <c:axId val="51480832"/>
        <c:axId val="51474592"/>
      </c:barChart>
      <c:catAx>
        <c:axId val="5207046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20710896"/>
        <c:crossesAt val="0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1"/>
        <c:axPos val="l"/>
        <c:numFmt formatCode="_(* #,##0_);_(* \(#,##0\);_(* &quot;-&quot;??_);_(@_)" sourceLinked="1"/>
        <c:majorTickMark val="out"/>
        <c:minorTickMark val="none"/>
        <c:tickLblPos val="nextTo"/>
        <c:crossAx val="520704656"/>
        <c:crosses val="autoZero"/>
        <c:crossBetween val="between"/>
      </c:valAx>
      <c:valAx>
        <c:axId val="51474592"/>
        <c:scaling>
          <c:orientation val="minMax"/>
        </c:scaling>
        <c:delete val="1"/>
        <c:axPos val="r"/>
        <c:numFmt formatCode="_(* #,##0_);_(* \(#,##0\);_(* &quot;-&quot;??_);_(@_)" sourceLinked="1"/>
        <c:majorTickMark val="out"/>
        <c:minorTickMark val="none"/>
        <c:tickLblPos val="nextTo"/>
        <c:crossAx val="51480832"/>
        <c:crosses val="max"/>
        <c:crossBetween val="between"/>
      </c:valAx>
      <c:catAx>
        <c:axId val="514808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14745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1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rgbClr val="00B050"/>
                </a:solidFill>
              </a:rPr>
              <a:t>Sản</a:t>
            </a:r>
            <a:r>
              <a:rPr lang="en-US" sz="1100" baseline="0">
                <a:solidFill>
                  <a:srgbClr val="00B050"/>
                </a:solidFill>
              </a:rPr>
              <a:t> lượng </a:t>
            </a:r>
            <a:r>
              <a:rPr lang="en-US" sz="1100" b="1" baseline="0">
                <a:solidFill>
                  <a:srgbClr val="00B050"/>
                </a:solidFill>
              </a:rPr>
              <a:t>NVL (B0) </a:t>
            </a:r>
            <a:r>
              <a:rPr lang="en-US" sz="1100" baseline="0">
                <a:solidFill>
                  <a:srgbClr val="00B050"/>
                </a:solidFill>
              </a:rPr>
              <a:t>hòa vốn / </a:t>
            </a:r>
            <a:r>
              <a:rPr lang="en-US" sz="1100" b="1" baseline="0">
                <a:solidFill>
                  <a:srgbClr val="00B050"/>
                </a:solidFill>
              </a:rPr>
              <a:t>1 THÁNG</a:t>
            </a:r>
            <a:endParaRPr lang="en-US" sz="1100" b="1">
              <a:solidFill>
                <a:srgbClr val="00B050"/>
              </a:solidFill>
            </a:endParaRPr>
          </a:p>
        </c:rich>
      </c:tx>
      <c:layout>
        <c:manualLayout>
          <c:xMode val="edge"/>
          <c:yMode val="edge"/>
          <c:x val="0.22763879775444737"/>
          <c:y val="4.629483814523184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00B05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6444444444444452E-2"/>
          <c:y val="0.15476851851851853"/>
          <c:w val="0.97522222222222221"/>
          <c:h val="0.631928769320501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HV!$B$5</c:f>
              <c:strCache>
                <c:ptCount val="1"/>
                <c:pt idx="0">
                  <c:v>SL NVL kế hoạch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HV!$D$5:$G$5</c:f>
              <c:numCache>
                <c:formatCode>#,###,</c:formatCode>
                <c:ptCount val="4"/>
                <c:pt idx="0">
                  <c:v>200000</c:v>
                </c:pt>
                <c:pt idx="1">
                  <c:v>300000</c:v>
                </c:pt>
                <c:pt idx="2">
                  <c:v>400000</c:v>
                </c:pt>
                <c:pt idx="3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0C-4F63-825D-94AB916F7329}"/>
            </c:ext>
          </c:extLst>
        </c:ser>
        <c:ser>
          <c:idx val="1"/>
          <c:order val="1"/>
          <c:tx>
            <c:strRef>
              <c:f>HV!$B$6</c:f>
              <c:strCache>
                <c:ptCount val="1"/>
                <c:pt idx="0">
                  <c:v>SL NVL HÒA VỐN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169B2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HV!$D$6:$G$6</c:f>
              <c:numCache>
                <c:formatCode>#,###,</c:formatCode>
                <c:ptCount val="4"/>
                <c:pt idx="0">
                  <c:v>397619.82084568392</c:v>
                </c:pt>
                <c:pt idx="1">
                  <c:v>430199.3192190564</c:v>
                </c:pt>
                <c:pt idx="2">
                  <c:v>458995.48098703229</c:v>
                </c:pt>
                <c:pt idx="3">
                  <c:v>479389.8689760163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0C-4F63-825D-94AB916F732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1730719"/>
        <c:axId val="321719199"/>
      </c:barChart>
      <c:catAx>
        <c:axId val="32173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19199"/>
        <c:crosses val="autoZero"/>
        <c:auto val="1"/>
        <c:lblAlgn val="ctr"/>
        <c:lblOffset val="100"/>
        <c:noMultiLvlLbl val="0"/>
      </c:catAx>
      <c:valAx>
        <c:axId val="321719199"/>
        <c:scaling>
          <c:orientation val="minMax"/>
        </c:scaling>
        <c:delete val="1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Tấn</a:t>
                </a:r>
              </a:p>
            </c:rich>
          </c:tx>
          <c:layout>
            <c:manualLayout>
              <c:xMode val="edge"/>
              <c:yMode val="edge"/>
              <c:x val="4.1203703703703694E-2"/>
              <c:y val="8.73875765529308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#," sourceLinked="1"/>
        <c:majorTickMark val="none"/>
        <c:minorTickMark val="none"/>
        <c:tickLblPos val="nextTo"/>
        <c:crossAx val="321730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600874890638669"/>
          <c:y val="0.90335593467483233"/>
          <c:w val="0.48666032370953632"/>
          <c:h val="8.26497403239982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rgbClr val="00B050"/>
                </a:solidFill>
              </a:rPr>
              <a:t>Sản</a:t>
            </a:r>
            <a:r>
              <a:rPr lang="en-US" sz="1100" baseline="0">
                <a:solidFill>
                  <a:srgbClr val="00B050"/>
                </a:solidFill>
              </a:rPr>
              <a:t> lượng </a:t>
            </a:r>
            <a:r>
              <a:rPr lang="en-US" sz="1100" b="1" baseline="0">
                <a:solidFill>
                  <a:srgbClr val="00B050"/>
                </a:solidFill>
              </a:rPr>
              <a:t>NVL (B0) </a:t>
            </a:r>
            <a:r>
              <a:rPr lang="en-US" sz="1100" baseline="0">
                <a:solidFill>
                  <a:srgbClr val="00B050"/>
                </a:solidFill>
              </a:rPr>
              <a:t>hòa vốn / </a:t>
            </a:r>
            <a:r>
              <a:rPr lang="en-US" sz="1100" b="1" baseline="0">
                <a:solidFill>
                  <a:srgbClr val="00B050"/>
                </a:solidFill>
              </a:rPr>
              <a:t>6 THÁNG</a:t>
            </a:r>
            <a:endParaRPr lang="en-US" sz="1100" b="1">
              <a:solidFill>
                <a:srgbClr val="00B050"/>
              </a:solidFill>
            </a:endParaRPr>
          </a:p>
        </c:rich>
      </c:tx>
      <c:layout>
        <c:manualLayout>
          <c:xMode val="edge"/>
          <c:yMode val="edge"/>
          <c:x val="0.24789342738407699"/>
          <c:y val="4.629483814523184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00B05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6444444444444452E-2"/>
          <c:y val="0.15476851851851853"/>
          <c:w val="0.97522222222222221"/>
          <c:h val="0.631928769320501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HV!$B$5</c:f>
              <c:strCache>
                <c:ptCount val="1"/>
                <c:pt idx="0">
                  <c:v>SL NVL kế hoạch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0"/>
                  <c:y val="-3.88888888888888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DAB-4AA5-B08E-76193D521A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0000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HV!$H$5:$K$5</c:f>
              <c:numCache>
                <c:formatCode>#,###,</c:formatCode>
                <c:ptCount val="4"/>
                <c:pt idx="0">
                  <c:v>1200000</c:v>
                </c:pt>
                <c:pt idx="1">
                  <c:v>1800000</c:v>
                </c:pt>
                <c:pt idx="2">
                  <c:v>2400000</c:v>
                </c:pt>
                <c:pt idx="3">
                  <c:v>3000000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01-4394-BB65-A4E871588E73}"/>
            </c:ext>
          </c:extLst>
        </c:ser>
        <c:ser>
          <c:idx val="1"/>
          <c:order val="1"/>
          <c:tx>
            <c:strRef>
              <c:f>HV!$B$6</c:f>
              <c:strCache>
                <c:ptCount val="1"/>
                <c:pt idx="0">
                  <c:v>SL NVL HÒA VỐN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2.8935185185184125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DAB-4AA5-B08E-76193D521A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169B2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HV!$H$6:$K$6</c:f>
              <c:numCache>
                <c:formatCode>#,###,</c:formatCode>
                <c:ptCount val="4"/>
                <c:pt idx="0">
                  <c:v>2385718.9250741033</c:v>
                </c:pt>
                <c:pt idx="1">
                  <c:v>2581195.9153143382</c:v>
                </c:pt>
                <c:pt idx="2">
                  <c:v>2753972.8859221935</c:v>
                </c:pt>
                <c:pt idx="3">
                  <c:v>2876339.2138560978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01-4394-BB65-A4E871588E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1730719"/>
        <c:axId val="321719199"/>
      </c:barChart>
      <c:catAx>
        <c:axId val="32173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19199"/>
        <c:crosses val="autoZero"/>
        <c:auto val="1"/>
        <c:lblAlgn val="ctr"/>
        <c:lblOffset val="100"/>
        <c:noMultiLvlLbl val="0"/>
      </c:catAx>
      <c:valAx>
        <c:axId val="321719199"/>
        <c:scaling>
          <c:orientation val="minMax"/>
        </c:scaling>
        <c:delete val="1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Tấn</a:t>
                </a:r>
              </a:p>
            </c:rich>
          </c:tx>
          <c:layout>
            <c:manualLayout>
              <c:xMode val="edge"/>
              <c:yMode val="edge"/>
              <c:x val="4.1203703703703694E-2"/>
              <c:y val="8.1832020997375327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#," sourceLinked="1"/>
        <c:majorTickMark val="none"/>
        <c:minorTickMark val="none"/>
        <c:tickLblPos val="nextTo"/>
        <c:crossAx val="321730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600874890638669"/>
          <c:y val="0.90335593467483233"/>
          <c:w val="0.75909361329833769"/>
          <c:h val="8.26497403239982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rgbClr val="00B050"/>
                </a:solidFill>
              </a:rPr>
              <a:t>Sản</a:t>
            </a:r>
            <a:r>
              <a:rPr lang="en-US" sz="1100" baseline="0">
                <a:solidFill>
                  <a:srgbClr val="00B050"/>
                </a:solidFill>
              </a:rPr>
              <a:t> lượng </a:t>
            </a:r>
            <a:r>
              <a:rPr lang="en-US" sz="1100" b="1" baseline="0">
                <a:solidFill>
                  <a:srgbClr val="00B050"/>
                </a:solidFill>
              </a:rPr>
              <a:t>THÀNH PHẨM </a:t>
            </a:r>
            <a:r>
              <a:rPr lang="en-US" sz="1100" baseline="0">
                <a:solidFill>
                  <a:srgbClr val="00B050"/>
                </a:solidFill>
              </a:rPr>
              <a:t>hòa vốn / </a:t>
            </a:r>
            <a:r>
              <a:rPr lang="en-US" sz="1100" b="1" baseline="0">
                <a:solidFill>
                  <a:srgbClr val="00B050"/>
                </a:solidFill>
              </a:rPr>
              <a:t>1 THÁNG</a:t>
            </a:r>
            <a:endParaRPr lang="en-US" sz="1100" b="1">
              <a:solidFill>
                <a:srgbClr val="00B050"/>
              </a:solidFill>
            </a:endParaRPr>
          </a:p>
        </c:rich>
      </c:tx>
      <c:layout>
        <c:manualLayout>
          <c:xMode val="edge"/>
          <c:yMode val="edge"/>
          <c:x val="0.1803008347914844"/>
          <c:y val="4.629921259842519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00B05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4261592300962376E-2"/>
          <c:y val="0.19658180227471567"/>
          <c:w val="0.97522222222222221"/>
          <c:h val="0.5492532808398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HV!$B$7</c:f>
              <c:strCache>
                <c:ptCount val="1"/>
                <c:pt idx="0">
                  <c:v>SL Thành phẩm kế hoạch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lumMod val="75000"/>
                  <a:alpha val="5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HV!$D$7:$G$7</c:f>
              <c:numCache>
                <c:formatCode>#,###,</c:formatCode>
                <c:ptCount val="4"/>
                <c:pt idx="0">
                  <c:v>184800</c:v>
                </c:pt>
                <c:pt idx="1">
                  <c:v>277200</c:v>
                </c:pt>
                <c:pt idx="2">
                  <c:v>369600</c:v>
                </c:pt>
                <c:pt idx="3">
                  <c:v>462000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48-4422-81C7-B04568C67D90}"/>
            </c:ext>
          </c:extLst>
        </c:ser>
        <c:ser>
          <c:idx val="1"/>
          <c:order val="1"/>
          <c:tx>
            <c:strRef>
              <c:f>HV!$B$8</c:f>
              <c:strCache>
                <c:ptCount val="1"/>
                <c:pt idx="0">
                  <c:v>SL Thành phẩm HÒA VỐN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169B2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HV!$D$8:$G$8</c:f>
              <c:numCache>
                <c:formatCode>#,###,</c:formatCode>
                <c:ptCount val="4"/>
                <c:pt idx="0">
                  <c:v>369535.14948483632</c:v>
                </c:pt>
                <c:pt idx="1">
                  <c:v>399813.49369800778</c:v>
                </c:pt>
                <c:pt idx="2">
                  <c:v>426575.72582437942</c:v>
                </c:pt>
                <c:pt idx="3">
                  <c:v>445529.61800745007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48-4422-81C7-B04568C67D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321730719"/>
        <c:axId val="321719199"/>
      </c:barChart>
      <c:lineChart>
        <c:grouping val="standard"/>
        <c:varyColors val="0"/>
        <c:ser>
          <c:idx val="2"/>
          <c:order val="2"/>
          <c:tx>
            <c:strRef>
              <c:f>HV!$B$9</c:f>
              <c:strCache>
                <c:ptCount val="1"/>
                <c:pt idx="0">
                  <c:v>Doanh thu HÒA VỐN</c:v>
                </c:pt>
              </c:strCache>
            </c:strRef>
          </c:tx>
          <c:spPr>
            <a:ln w="19050" cap="rnd">
              <a:solidFill>
                <a:srgbClr val="FFC000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7.8164415645960938E-2"/>
                  <c:y val="-8.70603674540681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148-4422-81C7-B04568C67D90}"/>
                </c:ext>
              </c:extLst>
            </c:dLbl>
            <c:dLbl>
              <c:idx val="1"/>
              <c:layout>
                <c:manualLayout>
                  <c:x val="-7.4053340988626426E-2"/>
                  <c:y val="-0.109758092738407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148-4422-81C7-B04568C67D90}"/>
                </c:ext>
              </c:extLst>
            </c:dLbl>
            <c:dLbl>
              <c:idx val="2"/>
              <c:layout>
                <c:manualLayout>
                  <c:x val="-6.0048711358996899E-2"/>
                  <c:y val="-0.124158355205599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148-4422-81C7-B04568C67D90}"/>
                </c:ext>
              </c:extLst>
            </c:dLbl>
            <c:dLbl>
              <c:idx val="3"/>
              <c:layout>
                <c:manualLayout>
                  <c:x val="-7.4613589967920682E-2"/>
                  <c:y val="-0.1050428696412948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148-4422-81C7-B04568C67D90}"/>
                </c:ext>
              </c:extLst>
            </c:dLbl>
            <c:spPr>
              <a:noFill/>
              <a:ln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HV!$D$9:$G$9</c:f>
              <c:numCache>
                <c:formatCode>#,##0.0,,,</c:formatCode>
                <c:ptCount val="4"/>
                <c:pt idx="0">
                  <c:v>5274274406.2835722</c:v>
                </c:pt>
                <c:pt idx="1">
                  <c:v>5706428955.5079288</c:v>
                </c:pt>
                <c:pt idx="2">
                  <c:v>6088398995.8570509</c:v>
                </c:pt>
                <c:pt idx="3">
                  <c:v>6358922729.7426968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3148-4422-81C7-B04568C67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59516063"/>
        <c:axId val="359514143"/>
      </c:lineChart>
      <c:catAx>
        <c:axId val="32173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19199"/>
        <c:crosses val="autoZero"/>
        <c:auto val="1"/>
        <c:lblAlgn val="ctr"/>
        <c:lblOffset val="100"/>
        <c:noMultiLvlLbl val="0"/>
      </c:catAx>
      <c:valAx>
        <c:axId val="321719199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Tấn</a:t>
                </a:r>
              </a:p>
            </c:rich>
          </c:tx>
          <c:layout>
            <c:manualLayout>
              <c:xMode val="edge"/>
              <c:yMode val="edge"/>
              <c:x val="5.5555555555555558E-3"/>
              <c:y val="3.9140174906740703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#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30719"/>
        <c:crosses val="autoZero"/>
        <c:crossBetween val="between"/>
      </c:valAx>
      <c:valAx>
        <c:axId val="359514143"/>
        <c:scaling>
          <c:orientation val="minMax"/>
        </c:scaling>
        <c:delete val="0"/>
        <c:axPos val="r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.87809606481481495"/>
              <c:y val="8.188407699037619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,,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516063"/>
        <c:crosses val="max"/>
        <c:crossBetween val="between"/>
      </c:valAx>
      <c:catAx>
        <c:axId val="359516063"/>
        <c:scaling>
          <c:orientation val="minMax"/>
        </c:scaling>
        <c:delete val="1"/>
        <c:axPos val="b"/>
        <c:majorTickMark val="out"/>
        <c:minorTickMark val="none"/>
        <c:tickLblPos val="nextTo"/>
        <c:crossAx val="3595141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2119860017497814E-2"/>
          <c:y val="0.85927631632227663"/>
          <c:w val="0.96525000000000005"/>
          <c:h val="0.12603049934844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rgbClr val="00B050"/>
                </a:solidFill>
              </a:rPr>
              <a:t>Sản</a:t>
            </a:r>
            <a:r>
              <a:rPr lang="en-US" sz="1100" baseline="0">
                <a:solidFill>
                  <a:srgbClr val="00B050"/>
                </a:solidFill>
              </a:rPr>
              <a:t> lượng </a:t>
            </a:r>
            <a:r>
              <a:rPr lang="en-US" sz="1100" b="1" baseline="0">
                <a:solidFill>
                  <a:srgbClr val="00B050"/>
                </a:solidFill>
              </a:rPr>
              <a:t>THÀNH PHẨM </a:t>
            </a:r>
            <a:r>
              <a:rPr lang="en-US" sz="1100" baseline="0">
                <a:solidFill>
                  <a:srgbClr val="00B050"/>
                </a:solidFill>
              </a:rPr>
              <a:t>hòa vốn / </a:t>
            </a:r>
            <a:r>
              <a:rPr lang="en-US" sz="1100" b="1" baseline="0">
                <a:solidFill>
                  <a:srgbClr val="00B050"/>
                </a:solidFill>
              </a:rPr>
              <a:t>6 THÁNG</a:t>
            </a:r>
            <a:endParaRPr lang="en-US" sz="1100" b="1">
              <a:solidFill>
                <a:srgbClr val="00B050"/>
              </a:solidFill>
            </a:endParaRPr>
          </a:p>
        </c:rich>
      </c:tx>
      <c:layout>
        <c:manualLayout>
          <c:xMode val="edge"/>
          <c:yMode val="edge"/>
          <c:x val="0.17740731627296588"/>
          <c:y val="4.629921259842519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00B05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1.6444444444444452E-2"/>
          <c:y val="0.16946177824552583"/>
          <c:w val="0.97522222222222221"/>
          <c:h val="0.583902449693788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HV!$B$7</c:f>
              <c:strCache>
                <c:ptCount val="1"/>
                <c:pt idx="0">
                  <c:v>SL Thành phẩm kế hoạch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lumMod val="75000"/>
                  <a:alpha val="42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HV!$H$7:$K$7</c:f>
              <c:numCache>
                <c:formatCode>#,###,</c:formatCode>
                <c:ptCount val="4"/>
                <c:pt idx="0">
                  <c:v>1108800</c:v>
                </c:pt>
                <c:pt idx="1">
                  <c:v>1663200</c:v>
                </c:pt>
                <c:pt idx="2">
                  <c:v>2217600</c:v>
                </c:pt>
                <c:pt idx="3">
                  <c:v>2772000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E4-4B78-B88A-892F3F1C2949}"/>
            </c:ext>
          </c:extLst>
        </c:ser>
        <c:ser>
          <c:idx val="1"/>
          <c:order val="1"/>
          <c:tx>
            <c:strRef>
              <c:f>HV!$B$8</c:f>
              <c:strCache>
                <c:ptCount val="1"/>
                <c:pt idx="0">
                  <c:v>SL Thành phẩm HÒA VỐN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2222222222222223E-2"/>
                  <c:y val="4.897728109758382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3E4-4B78-B88A-892F3F1C2949}"/>
                </c:ext>
              </c:extLst>
            </c:dLbl>
            <c:dLbl>
              <c:idx val="1"/>
              <c:layout>
                <c:manualLayout>
                  <c:x val="3.9699074074074074E-2"/>
                  <c:y val="1.045319335083114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E4-4B78-B88A-892F3F1C2949}"/>
                </c:ext>
              </c:extLst>
            </c:dLbl>
            <c:dLbl>
              <c:idx val="2"/>
              <c:layout>
                <c:manualLayout>
                  <c:x val="2.2222222222222223E-2"/>
                  <c:y val="2.777777777777772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3E4-4B78-B88A-892F3F1C2949}"/>
                </c:ext>
              </c:extLst>
            </c:dLbl>
            <c:dLbl>
              <c:idx val="3"/>
              <c:layout>
                <c:manualLayout>
                  <c:x val="3.1018518518518518E-2"/>
                  <c:y val="2.288013998250218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3E4-4B78-B88A-892F3F1C29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169B2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HV!$D$4:$G$4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HV!$H$8:$K$8</c:f>
              <c:numCache>
                <c:formatCode>#,###,</c:formatCode>
                <c:ptCount val="4"/>
                <c:pt idx="0">
                  <c:v>2217210.896909018</c:v>
                </c:pt>
                <c:pt idx="1">
                  <c:v>2398880.9621880464</c:v>
                </c:pt>
                <c:pt idx="2">
                  <c:v>2559454.3549462766</c:v>
                </c:pt>
                <c:pt idx="3">
                  <c:v>2673177.7080447003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3E4-4B78-B88A-892F3F1C29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321730719"/>
        <c:axId val="321719199"/>
      </c:barChart>
      <c:lineChart>
        <c:grouping val="standard"/>
        <c:varyColors val="0"/>
        <c:ser>
          <c:idx val="2"/>
          <c:order val="2"/>
          <c:tx>
            <c:strRef>
              <c:f>HV!$B$9</c:f>
              <c:strCache>
                <c:ptCount val="1"/>
                <c:pt idx="0">
                  <c:v>Doanh thu HÒA VỐN</c:v>
                </c:pt>
              </c:strCache>
            </c:strRef>
          </c:tx>
          <c:spPr>
            <a:ln w="19050" cap="rnd">
              <a:solidFill>
                <a:srgbClr val="FFC000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6.2347121974336568E-2"/>
                  <c:y val="-0.112206911636045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3E4-4B78-B88A-892F3F1C2949}"/>
                </c:ext>
              </c:extLst>
            </c:dLbl>
            <c:dLbl>
              <c:idx val="1"/>
              <c:layout>
                <c:manualLayout>
                  <c:x val="-6.5703603455818022E-2"/>
                  <c:y val="-0.1282156605424321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3E4-4B78-B88A-892F3F1C2949}"/>
                </c:ext>
              </c:extLst>
            </c:dLbl>
            <c:dLbl>
              <c:idx val="2"/>
              <c:layout>
                <c:manualLayout>
                  <c:x val="-7.5638852435112272E-2"/>
                  <c:y val="-8.574496937882766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3E4-4B78-B88A-892F3F1C2949}"/>
                </c:ext>
              </c:extLst>
            </c:dLbl>
            <c:dLbl>
              <c:idx val="3"/>
              <c:layout>
                <c:manualLayout>
                  <c:x val="-6.1055519101779053E-2"/>
                  <c:y val="-0.1357449693788276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3E4-4B78-B88A-892F3F1C2949}"/>
                </c:ext>
              </c:extLst>
            </c:dLbl>
            <c:spPr>
              <a:noFill/>
              <a:ln w="6350">
                <a:solidFill>
                  <a:srgbClr val="FFC00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HV!$H$9:$K$9</c:f>
              <c:numCache>
                <c:formatCode>#,##0,,,</c:formatCode>
                <c:ptCount val="4"/>
                <c:pt idx="0">
                  <c:v>31645646437.701431</c:v>
                </c:pt>
                <c:pt idx="1">
                  <c:v>34238573733.047573</c:v>
                </c:pt>
                <c:pt idx="2">
                  <c:v>36530393975.142303</c:v>
                </c:pt>
                <c:pt idx="3">
                  <c:v>38153536378.456177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83E4-4B78-B88A-892F3F1C29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59516063"/>
        <c:axId val="359514143"/>
      </c:lineChart>
      <c:catAx>
        <c:axId val="32173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19199"/>
        <c:crosses val="autoZero"/>
        <c:auto val="1"/>
        <c:lblAlgn val="ctr"/>
        <c:lblOffset val="100"/>
        <c:noMultiLvlLbl val="0"/>
      </c:catAx>
      <c:valAx>
        <c:axId val="321719199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Tấn</a:t>
                </a:r>
              </a:p>
            </c:rich>
          </c:tx>
          <c:layout>
            <c:manualLayout>
              <c:xMode val="edge"/>
              <c:yMode val="edge"/>
              <c:x val="5.5555555555555558E-3"/>
              <c:y val="3.9140174906740703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#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30719"/>
        <c:crosses val="autoZero"/>
        <c:crossBetween val="between"/>
      </c:valAx>
      <c:valAx>
        <c:axId val="359514143"/>
        <c:scaling>
          <c:orientation val="minMax"/>
        </c:scaling>
        <c:delete val="0"/>
        <c:axPos val="r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sng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u="sng"/>
                  <a:t>Tỷ</a:t>
                </a:r>
                <a:r>
                  <a:rPr lang="en-US" u="sng" baseline="0"/>
                  <a:t> đồng</a:t>
                </a:r>
                <a:endParaRPr lang="en-US" u="sng"/>
              </a:p>
            </c:rich>
          </c:tx>
          <c:layout>
            <c:manualLayout>
              <c:xMode val="edge"/>
              <c:yMode val="edge"/>
              <c:x val="0.87809606481481495"/>
              <c:y val="5.966185476815399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sng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,,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516063"/>
        <c:crosses val="max"/>
        <c:crossBetween val="between"/>
      </c:valAx>
      <c:catAx>
        <c:axId val="359516063"/>
        <c:scaling>
          <c:orientation val="minMax"/>
        </c:scaling>
        <c:delete val="1"/>
        <c:axPos val="b"/>
        <c:majorTickMark val="out"/>
        <c:minorTickMark val="none"/>
        <c:tickLblPos val="nextTo"/>
        <c:crossAx val="3595141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2119860017497814E-2"/>
          <c:y val="0.85927631632227663"/>
          <c:w val="0.96525000000000005"/>
          <c:h val="0.12603049934844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119303"/>
                </a:solidFill>
                <a:latin typeface="+mn-lt"/>
                <a:ea typeface="+mn-ea"/>
                <a:cs typeface="+mn-cs"/>
              </a:defRPr>
            </a:pPr>
            <a:r>
              <a:rPr lang="en-US" sz="1400" b="0" baseline="0">
                <a:solidFill>
                  <a:srgbClr val="119303"/>
                </a:solidFill>
              </a:rPr>
              <a:t>Hiệu quả đầu tư</a:t>
            </a:r>
            <a:endParaRPr lang="en-US" sz="1400" b="0">
              <a:solidFill>
                <a:srgbClr val="119303"/>
              </a:solidFill>
            </a:endParaRPr>
          </a:p>
        </c:rich>
      </c:tx>
      <c:layout>
        <c:manualLayout>
          <c:xMode val="edge"/>
          <c:yMode val="edge"/>
          <c:x val="0.44446999382408819"/>
          <c:y val="4.064645252980943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11930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339403586740283"/>
          <c:y val="0.11832263759502842"/>
          <c:w val="0.67636062770506966"/>
          <c:h val="0.6841952917707036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B.đồ!$B$102</c:f>
              <c:strCache>
                <c:ptCount val="1"/>
                <c:pt idx="0">
                  <c:v>NPV (tỷ đồng)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2264288977704725E-3"/>
                  <c:y val="1.62293746047683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AAA-4C79-8C3E-89EC97DF7A20}"/>
                </c:ext>
              </c:extLst>
            </c:dLbl>
            <c:dLbl>
              <c:idx val="1"/>
              <c:layout>
                <c:manualLayout>
                  <c:x val="-5.1047137034963544E-3"/>
                  <c:y val="-9.18984816579857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AA-4C79-8C3E-89EC97DF7A20}"/>
                </c:ext>
              </c:extLst>
            </c:dLbl>
            <c:dLbl>
              <c:idx val="2"/>
              <c:layout>
                <c:manualLayout>
                  <c:x val="-6.8593322555479492E-3"/>
                  <c:y val="-2.566252257303292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AAA-4C79-8C3E-89EC97DF7A20}"/>
                </c:ext>
              </c:extLst>
            </c:dLbl>
            <c:dLbl>
              <c:idx val="3"/>
              <c:layout>
                <c:manualLayout>
                  <c:x val="5.3768255028119973E-2"/>
                  <c:y val="-9.778670195774212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AA-4C79-8C3E-89EC97DF7A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0066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B.đồ!$C$36:$F$36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B.đồ!$C$102:$F$102</c:f>
              <c:numCache>
                <c:formatCode>#,###.0,,,</c:formatCode>
                <c:ptCount val="4"/>
                <c:pt idx="0">
                  <c:v>-36110456640.864532</c:v>
                </c:pt>
                <c:pt idx="1">
                  <c:v>-26594720893.659351</c:v>
                </c:pt>
                <c:pt idx="2">
                  <c:v>-16540390463.943619</c:v>
                </c:pt>
                <c:pt idx="3">
                  <c:v>-5289985998.7937822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4-1AAA-4C79-8C3E-89EC97DF7A20}"/>
            </c:ext>
          </c:extLst>
        </c:ser>
        <c:ser>
          <c:idx val="3"/>
          <c:order val="1"/>
          <c:tx>
            <c:strRef>
              <c:f>B.đồ!$B$104</c:f>
              <c:strCache>
                <c:ptCount val="1"/>
                <c:pt idx="0">
                  <c:v>Thời gian hoàn vốn (năm)_1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7.162921110670138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AAA-4C79-8C3E-89EC97DF7A20}"/>
                </c:ext>
              </c:extLst>
            </c:dLbl>
            <c:dLbl>
              <c:idx val="2"/>
              <c:layout>
                <c:manualLayout>
                  <c:x val="7.162921110670226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AAA-4C79-8C3E-89EC97DF7A20}"/>
                </c:ext>
              </c:extLst>
            </c:dLbl>
            <c:dLbl>
              <c:idx val="3"/>
              <c:layout>
                <c:manualLayout>
                  <c:x val="7.1629211106703141E-3"/>
                  <c:y val="-7.438260457363088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AAA-4C79-8C3E-89EC97DF7A20}"/>
                </c:ext>
              </c:extLst>
            </c:dLbl>
            <c:spPr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rgbClr val="00B050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FFC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B.đồ!$C$36:$F$36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B.đồ!$C$104:$F$104</c:f>
              <c:numCache>
                <c:formatCode>#,##0.0</c:formatCode>
                <c:ptCount val="4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AA-4C79-8C3E-89EC97DF7A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520704656"/>
        <c:axId val="520710896"/>
        <c:extLst>
          <c:ext xmlns:c15="http://schemas.microsoft.com/office/drawing/2012/chart" uri="{02D57815-91ED-43cb-92C2-25804820EDAC}">
            <c15:filteredBarSeries>
              <c15:ser>
                <c:idx val="0"/>
                <c:order val="2"/>
                <c:tx>
                  <c:strRef>
                    <c:extLst>
                      <c:ext uri="{02D57815-91ED-43cb-92C2-25804820EDAC}">
                        <c15:formulaRef>
                          <c15:sqref>B.đồ!$B$105</c15:sqref>
                        </c15:formulaRef>
                      </c:ext>
                    </c:extLst>
                    <c:strCache>
                      <c:ptCount val="1"/>
                      <c:pt idx="0">
                        <c:v>Thời gian hoàn vốn (năm)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val>
                  <c:numRef>
                    <c:extLst>
                      <c:ext uri="{02D57815-91ED-43cb-92C2-25804820EDAC}">
                        <c15:formulaRef>
                          <c15:sqref>B.đồ!$C$105:$F$105</c15:sqref>
                        </c15:formulaRef>
                      </c:ext>
                    </c:extLst>
                    <c:numCache>
                      <c:formatCode>#,###.0,,,</c:formatCode>
                      <c:ptCount val="4"/>
                      <c:pt idx="0">
                        <c:v>#N/A</c:v>
                      </c:pt>
                      <c:pt idx="1">
                        <c:v>#N/A</c:v>
                      </c:pt>
                      <c:pt idx="2">
                        <c:v>#N/A</c:v>
                      </c:pt>
                      <c:pt idx="3">
                        <c:v>#N/A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1AAA-4C79-8C3E-89EC97DF7A20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3"/>
          <c:tx>
            <c:strRef>
              <c:f>B.đồ!$B$103</c:f>
              <c:strCache>
                <c:ptCount val="1"/>
                <c:pt idx="0">
                  <c:v>IRR</c:v>
                </c:pt>
              </c:strCache>
            </c:strRef>
          </c:tx>
          <c:spPr>
            <a:ln w="19050" cap="sq">
              <a:solidFill>
                <a:srgbClr val="00B050"/>
              </a:solidFill>
              <a:bevel/>
            </a:ln>
            <a:effectLst/>
          </c:spPr>
          <c:marker>
            <c:symbol val="diamond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2.2197423182925432E-3"/>
                  <c:y val="-6.90585497193448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AAA-4C79-8C3E-89EC97DF7A20}"/>
                </c:ext>
              </c:extLst>
            </c:dLbl>
            <c:dLbl>
              <c:idx val="1"/>
              <c:layout>
                <c:manualLayout>
                  <c:x val="-2.3678909123793987E-3"/>
                  <c:y val="-7.306634678696931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AAA-4C79-8C3E-89EC97DF7A20}"/>
                </c:ext>
              </c:extLst>
            </c:dLbl>
            <c:dLbl>
              <c:idx val="2"/>
              <c:layout>
                <c:manualLayout>
                  <c:x val="-5.5765905328598687E-2"/>
                  <c:y val="-9.14460431185662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AAA-4C79-8C3E-89EC97DF7A20}"/>
                </c:ext>
              </c:extLst>
            </c:dLbl>
            <c:dLbl>
              <c:idx val="3"/>
              <c:layout>
                <c:manualLayout>
                  <c:x val="-5.9254726195354462E-2"/>
                  <c:y val="-9.34748453299085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AAA-4C79-8C3E-89EC97DF7A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rgbClr val="00B05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B.đồ!$C$36:$F$36</c:f>
              <c:strCache>
                <c:ptCount val="4"/>
                <c:pt idx="0">
                  <c:v>H.S 40%</c:v>
                </c:pt>
                <c:pt idx="1">
                  <c:v>H.S 60%</c:v>
                </c:pt>
                <c:pt idx="2">
                  <c:v>H.S 80%</c:v>
                </c:pt>
                <c:pt idx="3">
                  <c:v>H.S 100%</c:v>
                </c:pt>
              </c:strCache>
            </c:strRef>
          </c:cat>
          <c:val>
            <c:numRef>
              <c:f>B.đồ!$C$103:$F$103</c:f>
              <c:numCache>
                <c:formatCode>0.0%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-0.15100478444609577</c:v>
                </c:pt>
                <c:pt idx="3">
                  <c:v>3.8554712905663591E-2</c:v>
                </c:pt>
              </c:numCache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D-1AAA-4C79-8C3E-89EC97DF7A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21728319"/>
        <c:axId val="321744639"/>
      </c:lineChart>
      <c:catAx>
        <c:axId val="52070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10896"/>
        <c:crossesAt val="0"/>
        <c:auto val="1"/>
        <c:lblAlgn val="ctr"/>
        <c:lblOffset val="100"/>
        <c:noMultiLvlLbl val="0"/>
      </c:catAx>
      <c:valAx>
        <c:axId val="520710896"/>
        <c:scaling>
          <c:orientation val="minMax"/>
        </c:scaling>
        <c:delete val="0"/>
        <c:axPos val="l"/>
        <c:numFmt formatCode="#,###.0,,,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0704656"/>
        <c:crosses val="autoZero"/>
        <c:crossBetween val="between"/>
      </c:valAx>
      <c:valAx>
        <c:axId val="321744639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28319"/>
        <c:crosses val="max"/>
        <c:crossBetween val="between"/>
      </c:valAx>
      <c:catAx>
        <c:axId val="3217283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21744639"/>
        <c:crossesAt val="-50000000000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rgbClr val="0066F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D026E-F0EF-0AEF-4B10-6553BDE41C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805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l">
              <a:defRPr sz="1300"/>
            </a:lvl1pPr>
          </a:lstStyle>
          <a:p>
            <a:r>
              <a:rPr lang="en-US"/>
              <a:t>61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E2CAC-5EAD-BFEF-B4DF-99679D5335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60" cy="49805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r">
              <a:defRPr sz="1300"/>
            </a:lvl1pPr>
          </a:lstStyle>
          <a:p>
            <a:fld id="{DFBDB83E-0D1C-49EF-A89A-B984A365B8AA}" type="datetime1">
              <a:rPr lang="en-US" smtClean="0"/>
              <a:t>14/04/2026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6E7D3-074A-F063-1DAB-7976073CB7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60" cy="49805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l">
              <a:defRPr sz="1300"/>
            </a:lvl1pPr>
          </a:lstStyle>
          <a:p>
            <a:r>
              <a:rPr lang="en-US"/>
              <a:t>65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7AF7B-2171-CC4C-C008-5440A9C71B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60" cy="49805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r">
              <a:defRPr sz="1300"/>
            </a:lvl1pPr>
          </a:lstStyle>
          <a:p>
            <a:fld id="{134E3D18-FA13-4B19-AB93-DDC6F23CF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42097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5563" tIns="47781" rIns="95563" bIns="47781"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48" tIns="95548" rIns="95548" bIns="9554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5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03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63D0-AA73-65B4-27E7-F197F492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E71DA-33AC-1FB8-9F5F-10B719EE1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C6616-CF9E-05A5-5898-EC89BF283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67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EA37B-12BD-B7A9-D1FC-18D3BD190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950EE-6F75-B27C-CED2-10EDC2BF0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090CA-0AE8-33B4-5B18-07BA74C4E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14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F093-F09C-DE85-BF84-4B172DAB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8078D-DEF3-463D-0E5F-9DA136F33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6B5D2-4D57-0D0B-4588-26FD57CDC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37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AB734-4983-5801-5243-BD6505C9E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7BC3B-D2F1-071C-78FC-1870A1D5C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E6733-4159-BD5C-6CB6-2D6E973D4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0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A6313-E5C9-A55A-3308-B9BB01EE8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325BE-48D4-036E-15B7-B123CB5E9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F3DF4-A6A1-0916-3D27-C9F436ED6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96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7DB66-3A93-008C-671B-B9D20B91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4FDF1-A195-5E71-D530-2272E9A91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DCB82-D011-DF87-BAE5-131D4DBDC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68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5A76-4AB0-98F3-9434-454A700C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5BE69-A673-F677-0FC9-988E821FB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16C86-9ECF-E9AA-6A31-EE95F0CFD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78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249EA-56ED-1234-1002-81F5BB428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D0FB8-1ACC-1C66-6B76-55CCF6FB5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65854-2A9A-E99C-150F-F2E7E8CDF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14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1DE47-FA13-F3CB-989C-21A11F96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E1655-58C3-61D1-D08F-852EF9018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971E3-6B6E-A5F9-8CB7-18203562A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02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E06E8-64E4-C852-EECF-04D897C6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98A0E-FD62-32A3-CF9B-1C89933B1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21B8C-AED4-73D6-39A0-19A1B6454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77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A3F14-CF1E-6397-CBEB-391628B03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CFD2D-3C92-BE76-132A-DA077130D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A168E-E1AB-578C-4307-345BF4FB7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24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182E7-956C-794D-435D-729F56368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A899A-8450-572A-14F5-2292B752C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419F9-E7DE-D804-91C9-D4ECF9690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1D70A-1478-6820-F47E-72BB877A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8E411-66AA-4DA2-DEFF-93DCA7763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9FCA0-3A30-1372-655D-7BDD631B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60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3C25-1BB3-AFC5-22B7-A155BB31D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6EC14-DFC0-4897-CF88-4F66CBAFA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53730-F187-CA57-AB27-B5D9BFEE3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06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 1" userDrawn="1">
  <p:cSld name="1_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+mn-lt"/>
                <a:cs typeface="Times New Roman" panose="02020603050405020304" pitchFamily="18" charset="0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00CEB-073E-0405-9700-A5666772513A}"/>
              </a:ext>
            </a:extLst>
          </p:cNvPr>
          <p:cNvSpPr/>
          <p:nvPr userDrawn="1"/>
        </p:nvSpPr>
        <p:spPr>
          <a:xfrm>
            <a:off x="1200646" y="4934642"/>
            <a:ext cx="7943353" cy="163633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D95F29-BFD2-80BC-4110-94846D2B4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52930" y="4901647"/>
            <a:ext cx="415453" cy="212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554874-E025-4583-820E-CA4CA4C050FD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190889-44B3-3ECD-82E6-ABC06135B6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82026" y="4950545"/>
            <a:ext cx="859715" cy="13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29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 1">
  <p:cSld name="1_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 dirty="0"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8945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170;p19">
            <a:extLst>
              <a:ext uri="{FF2B5EF4-FFF2-40B4-BE49-F238E27FC236}">
                <a16:creationId xmlns:a16="http://schemas.microsoft.com/office/drawing/2014/main" id="{AAAB8DB4-4763-7C4A-203D-6C0FBEF99F98}"/>
              </a:ext>
            </a:extLst>
          </p:cNvPr>
          <p:cNvSpPr txBox="1">
            <a:spLocks/>
          </p:cNvSpPr>
          <p:nvPr userDrawn="1"/>
        </p:nvSpPr>
        <p:spPr>
          <a:xfrm>
            <a:off x="360218" y="1351629"/>
            <a:ext cx="8334161" cy="1101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/>
            <a:r>
              <a:rPr lang="en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CỦA BAN ĐIỀU HÀNH</a:t>
            </a:r>
            <a:endParaRPr lang="en-US" sz="3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TUẦN 14 / 2025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&#272;.Bi&#234;n!R3C2:R42C1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DMSX!R4C1:R28C9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DMQL!R2C2:R50C1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G.&#272;&#7883;nh!R20C3:R25C13" TargetMode="External"/><Relationship Id="rId7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G.&#272;&#7883;nh!R35C3:R45C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5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G.&#272;&#7883;nh!R27C3:R33C19" TargetMode="External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G.&#272;&#7883;nh!R76C3:R81C4" TargetMode="External"/><Relationship Id="rId7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G.&#272;&#7883;nh!R89C3:R93C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emf"/><Relationship Id="rId5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G.&#272;&#7883;nh!R83C3:R87C5" TargetMode="External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G.&#272;&#7883;nh!R47C3:R58C1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KQKD!R2C1:R104C1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CP%201kg!R2C2:R75C29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https://dtg-my.sharepoint.com/personal/hoangpd_duytangroup_com/Documents/Hoang%20-%20DTG/B&#225;o%20c&#225;o%20qu&#7843;n%20tr&#7883;/D&#7921;%20&#225;n%20th&#224;nh%20l&#7853;p%20tr&#7841;m/D&#7921;%20&#225;n%20th&#224;nh%20l&#7853;p%20tr&#7841;m%20HCM/D&#7921;%20&#225;n%20tr&#7841;m%20HCM%20-%20G&#272;1/D&#7921;%20&#225;n%20th&#224;nh%20l&#7853;p%20tr&#7841;m%20HCM-%20G&#272;1.xlsx!Ch&#7881;%20s&#7889;%20TC!R2C2:R30C8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16916C-7009-04E1-731D-9E41C407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080" y="175402"/>
            <a:ext cx="1538586" cy="2359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E32C53-F9F6-E860-9F82-A8EA53A25691}"/>
              </a:ext>
            </a:extLst>
          </p:cNvPr>
          <p:cNvSpPr/>
          <p:nvPr/>
        </p:nvSpPr>
        <p:spPr>
          <a:xfrm>
            <a:off x="0" y="500041"/>
            <a:ext cx="9144000" cy="702893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70;p19">
            <a:extLst>
              <a:ext uri="{FF2B5EF4-FFF2-40B4-BE49-F238E27FC236}">
                <a16:creationId xmlns:a16="http://schemas.microsoft.com/office/drawing/2014/main" id="{6D0DFC0C-E3A7-AC85-8C7C-C6BD6BEC71AB}"/>
              </a:ext>
            </a:extLst>
          </p:cNvPr>
          <p:cNvSpPr txBox="1">
            <a:spLocks/>
          </p:cNvSpPr>
          <p:nvPr/>
        </p:nvSpPr>
        <p:spPr>
          <a:xfrm>
            <a:off x="0" y="449600"/>
            <a:ext cx="9137985" cy="702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/>
            <a:r>
              <a:rPr lang="en" sz="240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KẾ HOẠCH ĐẦU TƯ TRẠM TẠI TP.HCM – GIAI ĐOẠN 1</a:t>
            </a:r>
          </a:p>
        </p:txBody>
      </p:sp>
      <p:sp>
        <p:nvSpPr>
          <p:cNvPr id="9" name="Google Shape;111;p13">
            <a:extLst>
              <a:ext uri="{FF2B5EF4-FFF2-40B4-BE49-F238E27FC236}">
                <a16:creationId xmlns:a16="http://schemas.microsoft.com/office/drawing/2014/main" id="{0C454FAF-64C6-8169-39AC-7716333EF97F}"/>
              </a:ext>
            </a:extLst>
          </p:cNvPr>
          <p:cNvSpPr txBox="1">
            <a:spLocks/>
          </p:cNvSpPr>
          <p:nvPr/>
        </p:nvSpPr>
        <p:spPr>
          <a:xfrm>
            <a:off x="424709" y="4316819"/>
            <a:ext cx="3387914" cy="533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50000"/>
              </a:lnSpc>
              <a:buFont typeface="Arial"/>
              <a:buNone/>
            </a:pPr>
            <a:r>
              <a:rPr lang="en-US" sz="1000" i="1">
                <a:latin typeface="+mj-lt"/>
              </a:rPr>
              <a:t>Trình bày: Phạm Đình Hoàng (GĐ KTQT)</a:t>
            </a:r>
          </a:p>
          <a:p>
            <a:pPr marL="0" indent="0" algn="ctr">
              <a:lnSpc>
                <a:spcPct val="150000"/>
              </a:lnSpc>
              <a:buFont typeface="Arial"/>
              <a:buNone/>
            </a:pPr>
            <a:r>
              <a:rPr lang="en-US" sz="1000" i="1">
                <a:latin typeface="+mj-lt"/>
              </a:rPr>
              <a:t>Ngày 14/04/2026</a:t>
            </a:r>
            <a:endParaRPr lang="vi-VN" sz="1000" i="1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055B37-BA6A-8146-8DE3-6E1C4D97C019}"/>
              </a:ext>
            </a:extLst>
          </p:cNvPr>
          <p:cNvSpPr/>
          <p:nvPr/>
        </p:nvSpPr>
        <p:spPr>
          <a:xfrm>
            <a:off x="1158819" y="4901163"/>
            <a:ext cx="7979166" cy="210754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034847-9283-7CC6-31EC-AC0D045312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222" y="4950545"/>
            <a:ext cx="859715" cy="131828"/>
          </a:xfrm>
          <a:prstGeom prst="rect">
            <a:avLst/>
          </a:prstGeom>
        </p:spPr>
      </p:pic>
      <p:pic>
        <p:nvPicPr>
          <p:cNvPr id="14" name="Picture 13" descr="A building with glass windows&#10;&#10;Description automatically generated">
            <a:extLst>
              <a:ext uri="{FF2B5EF4-FFF2-40B4-BE49-F238E27FC236}">
                <a16:creationId xmlns:a16="http://schemas.microsoft.com/office/drawing/2014/main" id="{0EA2B862-F133-DAA7-05FB-ED2DD2126E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53"/>
          <a:stretch/>
        </p:blipFill>
        <p:spPr>
          <a:xfrm>
            <a:off x="4225737" y="1220501"/>
            <a:ext cx="4904156" cy="3672570"/>
          </a:xfrm>
          <a:prstGeom prst="rect">
            <a:avLst/>
          </a:prstGeom>
        </p:spPr>
      </p:pic>
      <p:sp>
        <p:nvSpPr>
          <p:cNvPr id="13" name="Google Shape;111;p13">
            <a:extLst>
              <a:ext uri="{FF2B5EF4-FFF2-40B4-BE49-F238E27FC236}">
                <a16:creationId xmlns:a16="http://schemas.microsoft.com/office/drawing/2014/main" id="{CBC46DE1-A1F7-7E77-0783-B86269A164BA}"/>
              </a:ext>
            </a:extLst>
          </p:cNvPr>
          <p:cNvSpPr txBox="1">
            <a:spLocks/>
          </p:cNvSpPr>
          <p:nvPr/>
        </p:nvSpPr>
        <p:spPr>
          <a:xfrm>
            <a:off x="504579" y="1957626"/>
            <a:ext cx="3387914" cy="1732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50000"/>
              </a:lnSpc>
              <a:buFont typeface="Arial"/>
              <a:buNone/>
            </a:pPr>
            <a:r>
              <a:rPr lang="en-US" sz="1200" u="sng">
                <a:latin typeface="+mj-lt"/>
              </a:rPr>
              <a:t>Nội dung: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/>
              <a:t>Đánh giá hiệu quả đầu tư dự án thành lập Trạm HCM gia đoạn 1 – công suất 500tấn/ tháng.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/>
              <a:t>Dự kiến thời gian hoạt động Giai đoạn 1 từ T7 đến T12 năm 2026.</a:t>
            </a:r>
            <a:endParaRPr lang="vi-VN" sz="1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44D6-7AB8-2308-3509-C160B278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B0228C8-05DA-FEDA-A182-DA8BE4A8BA55}"/>
              </a:ext>
            </a:extLst>
          </p:cNvPr>
          <p:cNvSpPr/>
          <p:nvPr/>
        </p:nvSpPr>
        <p:spPr>
          <a:xfrm>
            <a:off x="0" y="646806"/>
            <a:ext cx="9144000" cy="3386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NỘI DUNG</a:t>
            </a:r>
            <a:endParaRPr lang="en-US" sz="2000">
              <a:solidFill>
                <a:schemeClr val="accent6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1979D1-FFB3-BD91-FA64-6E5FC01DE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2</a:t>
            </a:fld>
            <a:endParaRPr lang="en-US" sz="11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ECCFDC-9135-609C-8D51-A9D50B4132DD}"/>
              </a:ext>
            </a:extLst>
          </p:cNvPr>
          <p:cNvGrpSpPr/>
          <p:nvPr/>
        </p:nvGrpSpPr>
        <p:grpSpPr>
          <a:xfrm>
            <a:off x="2458112" y="1401163"/>
            <a:ext cx="5836124" cy="338660"/>
            <a:chOff x="5271850" y="3485118"/>
            <a:chExt cx="7781494" cy="45154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DFD4E0-9FC7-9854-2C9E-750174446A9E}"/>
                </a:ext>
              </a:extLst>
            </p:cNvPr>
            <p:cNvSpPr/>
            <p:nvPr/>
          </p:nvSpPr>
          <p:spPr>
            <a:xfrm>
              <a:off x="5430963" y="3515548"/>
              <a:ext cx="6464270" cy="401259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4049F4-BB92-517F-3E86-0BD1B63B5F33}"/>
                </a:ext>
              </a:extLst>
            </p:cNvPr>
            <p:cNvSpPr txBox="1"/>
            <p:nvPr/>
          </p:nvSpPr>
          <p:spPr>
            <a:xfrm>
              <a:off x="5724827" y="3511278"/>
              <a:ext cx="7328517" cy="4103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Tổng quan đầu tư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27C7B2-634E-AC1E-F650-F3805939B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1850" y="3485118"/>
              <a:ext cx="451547" cy="45154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87EF04A-FF2A-AD70-2274-A3BC450B1551}"/>
              </a:ext>
            </a:extLst>
          </p:cNvPr>
          <p:cNvGrpSpPr/>
          <p:nvPr/>
        </p:nvGrpSpPr>
        <p:grpSpPr>
          <a:xfrm>
            <a:off x="2459185" y="2713035"/>
            <a:ext cx="5692432" cy="349250"/>
            <a:chOff x="4467398" y="5225690"/>
            <a:chExt cx="7589909" cy="46566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B2B6F2-76DE-553D-06A7-1850C3F31A3E}"/>
                </a:ext>
              </a:extLst>
            </p:cNvPr>
            <p:cNvSpPr/>
            <p:nvPr/>
          </p:nvSpPr>
          <p:spPr>
            <a:xfrm>
              <a:off x="4666071" y="5250637"/>
              <a:ext cx="6464271" cy="434434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EF5D01-995D-3FA3-55DF-FA968C88C329}"/>
                </a:ext>
              </a:extLst>
            </p:cNvPr>
            <p:cNvSpPr txBox="1"/>
            <p:nvPr/>
          </p:nvSpPr>
          <p:spPr>
            <a:xfrm>
              <a:off x="4933065" y="5242381"/>
              <a:ext cx="7124242" cy="4103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Kế hoạch kinh doanh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B8090BA-CA6B-507D-9A29-37886F08BD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67398" y="5225690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CDF25E-2923-E4E6-7FF6-CE6DBC21583F}"/>
              </a:ext>
            </a:extLst>
          </p:cNvPr>
          <p:cNvGrpSpPr/>
          <p:nvPr/>
        </p:nvGrpSpPr>
        <p:grpSpPr>
          <a:xfrm>
            <a:off x="2477755" y="3374266"/>
            <a:ext cx="5864317" cy="352866"/>
            <a:chOff x="5162127" y="3484171"/>
            <a:chExt cx="7819089" cy="47048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75F1C82-DA24-B990-DDFB-564567DB9EEE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BC6DF5E-6848-9449-7451-16382E5C8B0F}"/>
                </a:ext>
              </a:extLst>
            </p:cNvPr>
            <p:cNvSpPr txBox="1"/>
            <p:nvPr/>
          </p:nvSpPr>
          <p:spPr>
            <a:xfrm>
              <a:off x="5652699" y="3484171"/>
              <a:ext cx="7328517" cy="4103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Hiệu quả đầu tư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893421E-AF1A-829D-A052-96F2CB462D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62127" y="3488992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14056433-F098-8A01-974E-E5E1FF573D82}"/>
              </a:ext>
            </a:extLst>
          </p:cNvPr>
          <p:cNvSpPr txBox="1"/>
          <p:nvPr/>
        </p:nvSpPr>
        <p:spPr>
          <a:xfrm>
            <a:off x="8109482" y="419565"/>
            <a:ext cx="6060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bg1"/>
                </a:solidFill>
              </a:rPr>
              <a:t>Page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60E75B-0EE1-7825-FE31-27A8982FC220}"/>
              </a:ext>
            </a:extLst>
          </p:cNvPr>
          <p:cNvGrpSpPr/>
          <p:nvPr/>
        </p:nvGrpSpPr>
        <p:grpSpPr>
          <a:xfrm>
            <a:off x="2458112" y="2051804"/>
            <a:ext cx="5692432" cy="349250"/>
            <a:chOff x="4467398" y="5225690"/>
            <a:chExt cx="7589909" cy="46566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DF3C4CB-E3BE-4B1C-1FD5-9AA4305D4D68}"/>
                </a:ext>
              </a:extLst>
            </p:cNvPr>
            <p:cNvSpPr/>
            <p:nvPr/>
          </p:nvSpPr>
          <p:spPr>
            <a:xfrm>
              <a:off x="4666071" y="5250637"/>
              <a:ext cx="6464271" cy="434434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D0DA6EB-F92D-45F7-02E6-C0D5C6E2A98E}"/>
                </a:ext>
              </a:extLst>
            </p:cNvPr>
            <p:cNvSpPr txBox="1"/>
            <p:nvPr/>
          </p:nvSpPr>
          <p:spPr>
            <a:xfrm>
              <a:off x="4933065" y="5242381"/>
              <a:ext cx="7124242" cy="4103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Các giải định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27B1857-86CC-CB5D-E9FF-1A15224380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67398" y="5225690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B4426B8-2217-C5E4-9A9D-FD773B6B7C7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847973" y="1342644"/>
            <a:ext cx="422631" cy="4494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2F010C6-CD76-8351-D08E-1B30D07DA3B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883253" y="2018674"/>
            <a:ext cx="422631" cy="4295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3211384-4B20-3B74-9D50-8133B0B0DB4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883253" y="2627872"/>
            <a:ext cx="422631" cy="46635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F097005-19E1-623B-8B50-F5C1C0341BD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882486" y="3228646"/>
            <a:ext cx="495394" cy="49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34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154938E-9B5C-4E14-9A27-436004CC61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813757"/>
              </p:ext>
            </p:extLst>
          </p:nvPr>
        </p:nvGraphicFramePr>
        <p:xfrm>
          <a:off x="1003412" y="466028"/>
          <a:ext cx="7234280" cy="3469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F280B31E-4FD1-AAC2-6349-1C086490A557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1 – Tổng quan đầu tư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1.1 Giá trị đầu tư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4ADC46-560E-5D5F-DB05-E3372A080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3</a:t>
            </a:fld>
            <a:endParaRPr lang="en-US" sz="11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83758F-B638-3664-D9C4-56FC618DFD94}"/>
              </a:ext>
            </a:extLst>
          </p:cNvPr>
          <p:cNvSpPr/>
          <p:nvPr/>
        </p:nvSpPr>
        <p:spPr>
          <a:xfrm>
            <a:off x="1003411" y="4007223"/>
            <a:ext cx="7234281" cy="867529"/>
          </a:xfrm>
          <a:prstGeom prst="round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i="1">
                <a:solidFill>
                  <a:srgbClr val="70AD47"/>
                </a:solidFill>
              </a:rPr>
              <a:t>* Đầu tư </a:t>
            </a:r>
            <a:r>
              <a:rPr lang="en-US" sz="1200" b="1" i="1">
                <a:solidFill>
                  <a:srgbClr val="70AD47"/>
                </a:solidFill>
              </a:rPr>
              <a:t>GĐ 1</a:t>
            </a:r>
            <a:r>
              <a:rPr lang="en-US" sz="1200" i="1">
                <a:solidFill>
                  <a:srgbClr val="70AD47"/>
                </a:solidFill>
              </a:rPr>
              <a:t> = </a:t>
            </a:r>
            <a:r>
              <a:rPr lang="en-US" sz="1200" b="1" i="1">
                <a:solidFill>
                  <a:srgbClr val="70AD47"/>
                </a:solidFill>
              </a:rPr>
              <a:t>16.8 tỷ</a:t>
            </a:r>
            <a:r>
              <a:rPr lang="en-US" sz="1200" i="1">
                <a:solidFill>
                  <a:srgbClr val="70AD47"/>
                </a:solidFill>
              </a:rPr>
              <a:t>; công suất </a:t>
            </a:r>
            <a:r>
              <a:rPr lang="en-US" sz="1200" b="1" i="1">
                <a:solidFill>
                  <a:srgbClr val="70AD47"/>
                </a:solidFill>
              </a:rPr>
              <a:t>750 kg/ giờ  </a:t>
            </a:r>
            <a:r>
              <a:rPr lang="en-US" sz="1200" i="1">
                <a:solidFill>
                  <a:srgbClr val="70AD47"/>
                </a:solidFill>
              </a:rPr>
              <a:t>(500 tấn/ tháng)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i="1">
                <a:solidFill>
                  <a:srgbClr val="70AD47"/>
                </a:solidFill>
              </a:rPr>
              <a:t>* Đầu tư </a:t>
            </a:r>
            <a:r>
              <a:rPr lang="en-US" sz="1200" b="1" i="1">
                <a:solidFill>
                  <a:srgbClr val="70AD47"/>
                </a:solidFill>
              </a:rPr>
              <a:t>GĐ 2 = 4.1 tỷ </a:t>
            </a:r>
            <a:r>
              <a:rPr lang="en-US" sz="1200" i="1">
                <a:solidFill>
                  <a:srgbClr val="70AD47"/>
                </a:solidFill>
              </a:rPr>
              <a:t>(đầu tư thêm 1 máy phá kiện, 1 máy tách nhãn, 1 sort chai AI, 1 máy ép kiện)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200" i="1">
                <a:solidFill>
                  <a:srgbClr val="70AD47"/>
                </a:solidFill>
              </a:rPr>
              <a:t>   =&gt; </a:t>
            </a:r>
            <a:r>
              <a:rPr lang="en-US" sz="1200" b="1" i="1">
                <a:solidFill>
                  <a:srgbClr val="70AD47"/>
                </a:solidFill>
              </a:rPr>
              <a:t>Tổng đầu tư 2 GĐ = 22.2 tỷ</a:t>
            </a:r>
            <a:r>
              <a:rPr lang="en-US" sz="1200" i="1">
                <a:solidFill>
                  <a:srgbClr val="70AD47"/>
                </a:solidFill>
              </a:rPr>
              <a:t> ;  Công suất GĐ 2 sẽ tăng lên </a:t>
            </a:r>
            <a:r>
              <a:rPr lang="en-US" sz="1200" b="1" i="1">
                <a:solidFill>
                  <a:srgbClr val="70AD47"/>
                </a:solidFill>
              </a:rPr>
              <a:t>1.5 tấn/ giờ </a:t>
            </a:r>
            <a:r>
              <a:rPr lang="en-US" sz="1200" i="1">
                <a:solidFill>
                  <a:srgbClr val="70AD47"/>
                </a:solidFill>
              </a:rPr>
              <a:t>(1.000 tấn/ tháng)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CFED64-799C-7FFC-01D2-FD4413D314D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111780" y="466028"/>
            <a:ext cx="433800" cy="46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99CC2-3B5F-B32F-014B-6089EF5A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9D43C18-E6B4-F79C-109B-C074526F1CEE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1 – Tổng quan đầu tư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1.2 Layout chuyền phân loại chai AI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B26C68-65DB-7A26-386F-05BE75605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4</a:t>
            </a:fld>
            <a:endParaRPr lang="en-US" sz="11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1708FF-26E0-3F51-8BC7-9D5A72A2329F}"/>
              </a:ext>
            </a:extLst>
          </p:cNvPr>
          <p:cNvGrpSpPr/>
          <p:nvPr/>
        </p:nvGrpSpPr>
        <p:grpSpPr>
          <a:xfrm>
            <a:off x="564542" y="407399"/>
            <a:ext cx="7998011" cy="4422532"/>
            <a:chOff x="564542" y="479116"/>
            <a:chExt cx="7998011" cy="44225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9DD0AF-5F24-4BC4-A8BE-CCB741927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211" t="6955" r="422" b="-195"/>
            <a:stretch>
              <a:fillRect/>
            </a:stretch>
          </p:blipFill>
          <p:spPr>
            <a:xfrm>
              <a:off x="564542" y="479116"/>
              <a:ext cx="7998011" cy="442253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E45737D-AF1B-7D18-4D9A-7B674BF84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60860" y="4671511"/>
              <a:ext cx="6401693" cy="228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293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4390D-DBC1-3FA8-83DD-675206C1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AAE944A-A545-760C-32D2-95FA10AA004F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2 – Các chỉ tiêu kế hoạch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1. Định biên (ĐVT: người)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413BF3-BB4C-298E-BEC1-41750F4C9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5</a:t>
            </a:fld>
            <a:endParaRPr lang="en-US" sz="110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807E463-E815-AB93-78A2-52A0485C87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579868"/>
              </p:ext>
            </p:extLst>
          </p:nvPr>
        </p:nvGraphicFramePr>
        <p:xfrm>
          <a:off x="1367553" y="309901"/>
          <a:ext cx="6578825" cy="4601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575652" imgH="7118525" progId="Excel.Sheet.12">
                  <p:link updateAutomatic="1"/>
                </p:oleObj>
              </mc:Choice>
              <mc:Fallback>
                <p:oleObj name="Worksheet" r:id="rId3" imgW="9575652" imgH="7118525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807E463-E815-AB93-78A2-52A0485C87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67553" y="309901"/>
                        <a:ext cx="6578825" cy="4601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04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C7D94-C09D-2D8A-7A9D-8F4C285B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FD0E606-D9A8-B161-6326-62F1A0D3B171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2 – Các chỉ tiêu kế hoạch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2.2 Định mức chi phí sản xuất (quy ra đồng/kg thành phẩm)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E4DBD0-9728-8CB0-AA25-323B9EA3E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6</a:t>
            </a:fld>
            <a:endParaRPr lang="en-US" sz="110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B93D776-9412-0560-7CF5-912F0580A5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754117"/>
              </p:ext>
            </p:extLst>
          </p:nvPr>
        </p:nvGraphicFramePr>
        <p:xfrm>
          <a:off x="130175" y="754063"/>
          <a:ext cx="8885238" cy="366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233212" imgH="4641762" progId="Excel.Sheet.12">
                  <p:link updateAutomatic="1"/>
                </p:oleObj>
              </mc:Choice>
              <mc:Fallback>
                <p:oleObj name="Worksheet" r:id="rId3" imgW="11233212" imgH="4641762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B93D776-9412-0560-7CF5-912F0580A5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175" y="754063"/>
                        <a:ext cx="8885238" cy="3668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581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ADA5-62E0-6C45-740A-6B19DC91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0550B33-10D5-3394-78BD-87F17EF5A7BE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2 – Các chỉ tiêu kế hoạch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2.3 Định mức chi phí quản lý (ĐVT: triệu đồng)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424390-FEF3-3B6C-4DFE-22EF6C926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7</a:t>
            </a:fld>
            <a:endParaRPr lang="en-US" sz="110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8B50117-3CA2-185C-B93F-2419D78FF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081734"/>
              </p:ext>
            </p:extLst>
          </p:nvPr>
        </p:nvGraphicFramePr>
        <p:xfrm>
          <a:off x="290513" y="334178"/>
          <a:ext cx="8566150" cy="4567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5697299" imgH="9105769" progId="Excel.Sheet.12">
                  <p:link updateAutomatic="1"/>
                </p:oleObj>
              </mc:Choice>
              <mc:Fallback>
                <p:oleObj name="Worksheet" r:id="rId3" imgW="15697299" imgH="9105769" progId="Excel.Sheet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8B50117-3CA2-185C-B93F-2419D78FFE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0513" y="334178"/>
                        <a:ext cx="8566150" cy="4567470"/>
                      </a:xfrm>
                      <a:prstGeom prst="rect">
                        <a:avLst/>
                      </a:prstGeom>
                      <a:ln w="12700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4974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2824-997D-622F-6646-2E4E6872D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6DFF597-C2F8-D410-9E87-196C4B5916CF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2 – Các chỉ tiêu kế hoạch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2.4 Các giả định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9691B6-4EAD-7EF3-581E-177980407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8</a:t>
            </a:fld>
            <a:endParaRPr lang="en-US" sz="110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79C552D-BCDC-B5E5-CA00-56534E9633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402288"/>
              </p:ext>
            </p:extLst>
          </p:nvPr>
        </p:nvGraphicFramePr>
        <p:xfrm>
          <a:off x="186308" y="603194"/>
          <a:ext cx="8771384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277362" imgH="1263606" progId="Excel.Sheet.12">
                  <p:link updateAutomatic="1"/>
                </p:oleObj>
              </mc:Choice>
              <mc:Fallback>
                <p:oleObj name="Worksheet" r:id="rId3" imgW="9277362" imgH="1263606" progId="Excel.Sheet.12">
                  <p:link updateAutomatic="1"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79C552D-BCDC-B5E5-CA00-56534E9633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308" y="603194"/>
                        <a:ext cx="8771384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7EE1EC38-F336-63C5-C78B-775B819012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664193"/>
              </p:ext>
            </p:extLst>
          </p:nvPr>
        </p:nvGraphicFramePr>
        <p:xfrm>
          <a:off x="186005" y="2021056"/>
          <a:ext cx="8771991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3125536" imgH="1269912" progId="Excel.Sheet.12">
                  <p:link updateAutomatic="1"/>
                </p:oleObj>
              </mc:Choice>
              <mc:Fallback>
                <p:oleObj name="Worksheet" r:id="rId5" imgW="13125536" imgH="1269912" progId="Excel.Sheet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7EE1EC38-F336-63C5-C78B-775B819012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6005" y="2021056"/>
                        <a:ext cx="8771991" cy="97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3EC6AA8-6403-0D51-2E64-6B20D0771F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438727"/>
              </p:ext>
            </p:extLst>
          </p:nvPr>
        </p:nvGraphicFramePr>
        <p:xfrm>
          <a:off x="2476500" y="3104490"/>
          <a:ext cx="4191000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4997536" imgH="2006556" progId="Excel.Sheet.12">
                  <p:link updateAutomatic="1"/>
                </p:oleObj>
              </mc:Choice>
              <mc:Fallback>
                <p:oleObj name="Worksheet" r:id="rId7" imgW="4997536" imgH="2006556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73EC6AA8-6403-0D51-2E64-6B20D0771F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76500" y="3104490"/>
                        <a:ext cx="4191000" cy="166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766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E870-CE83-C7AB-D5E2-C9E303346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1381F6C-2D1B-8D79-0BCE-BF9966BBEB75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2 – Các chỉ tiêu kế hoạch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2.4 Các giải định (tt)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2CE8A2-5121-A89A-5527-D064C32C3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9</a:t>
            </a:fld>
            <a:endParaRPr lang="en-US" sz="110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563684C-0288-D429-B8D4-AAE4577BAC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210245"/>
              </p:ext>
            </p:extLst>
          </p:nvPr>
        </p:nvGraphicFramePr>
        <p:xfrm>
          <a:off x="2847975" y="2111700"/>
          <a:ext cx="3448050" cy="963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448087" imgH="1085850" progId="Excel.Sheet.12">
                  <p:link updateAutomatic="1"/>
                </p:oleObj>
              </mc:Choice>
              <mc:Fallback>
                <p:oleObj name="Worksheet" r:id="rId3" imgW="3448087" imgH="1085850" progId="Excel.Sheet.12">
                  <p:link updateAutomatic="1"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563684C-0288-D429-B8D4-AAE4577BAC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7975" y="2111700"/>
                        <a:ext cx="3448050" cy="963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953F9FD-2B71-8C0D-AAC8-BD18CFC93E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188757"/>
              </p:ext>
            </p:extLst>
          </p:nvPr>
        </p:nvGraphicFramePr>
        <p:xfrm>
          <a:off x="2476500" y="3122025"/>
          <a:ext cx="41910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191049" imgH="1085850" progId="Excel.Sheet.12">
                  <p:link updateAutomatic="1"/>
                </p:oleObj>
              </mc:Choice>
              <mc:Fallback>
                <p:oleObj name="Worksheet" r:id="rId5" imgW="4191049" imgH="1085850" progId="Excel.Sheet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D953F9FD-2B71-8C0D-AAC8-BD18CFC93E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76500" y="3122025"/>
                        <a:ext cx="4191000" cy="94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AFE2ADD-6B58-9540-90D2-F8CFCB405F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393235"/>
              </p:ext>
            </p:extLst>
          </p:nvPr>
        </p:nvGraphicFramePr>
        <p:xfrm>
          <a:off x="2847975" y="4107389"/>
          <a:ext cx="3448050" cy="80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3448087" imgH="908094" progId="Excel.Sheet.12">
                  <p:link updateAutomatic="1"/>
                </p:oleObj>
              </mc:Choice>
              <mc:Fallback>
                <p:oleObj name="Worksheet" r:id="rId7" imgW="3448087" imgH="908094" progId="Excel.Sheet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9AFE2ADD-6B58-9540-90D2-F8CFCB405F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7975" y="4107389"/>
                        <a:ext cx="3448050" cy="80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1C68B40-3AC7-EFC8-980C-9B4D0881E0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015976"/>
              </p:ext>
            </p:extLst>
          </p:nvPr>
        </p:nvGraphicFramePr>
        <p:xfrm>
          <a:off x="679872" y="323494"/>
          <a:ext cx="7784257" cy="175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8674075" imgH="2355762" progId="Excel.Sheet.12">
                  <p:link updateAutomatic="1"/>
                </p:oleObj>
              </mc:Choice>
              <mc:Fallback>
                <p:oleObj name="Worksheet" r:id="rId9" imgW="8674075" imgH="2355762" progId="Excel.Sheet.12">
                  <p:link updateAutomatic="1"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1C68B40-3AC7-EFC8-980C-9B4D0881E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9872" y="323494"/>
                        <a:ext cx="7784257" cy="1755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8182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D7B6B-B77D-3A18-8D00-04F12283F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65C2AFD-465A-23FF-2F8C-158D2BFAD103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3.1 Sản lượng, doanh thu, lợi nhuận (T7-T12.2026)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A2F8A3-4CB8-F480-1E2D-A83E5F38B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10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75AFBB-8555-0D70-3729-44BA634CE42B}"/>
              </a:ext>
            </a:extLst>
          </p:cNvPr>
          <p:cNvSpPr/>
          <p:nvPr/>
        </p:nvSpPr>
        <p:spPr>
          <a:xfrm>
            <a:off x="356049" y="449600"/>
            <a:ext cx="8512333" cy="4452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B1BB59D-BC03-6E1F-5F39-B03517B279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5887191"/>
              </p:ext>
            </p:extLst>
          </p:nvPr>
        </p:nvGraphicFramePr>
        <p:xfrm>
          <a:off x="2392488" y="301934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FE19339-660E-4194-9AB8-9D4F14FBC3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8416032"/>
              </p:ext>
            </p:extLst>
          </p:nvPr>
        </p:nvGraphicFramePr>
        <p:xfrm>
          <a:off x="167832" y="2628115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2A53B26-FBD9-4DE8-8DB9-60C91081A8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4004915"/>
              </p:ext>
            </p:extLst>
          </p:nvPr>
        </p:nvGraphicFramePr>
        <p:xfrm>
          <a:off x="4612215" y="2628115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41123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D828-0A2D-4D7E-CDCB-529C4DAF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D754089-7EC4-FB25-DEF3-60A606000FFC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3.2 Chi phí (T7-T12.2026)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CAF8D-3C7E-9B30-BC2E-DC21A19A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11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0C3BFC-6AFF-1DB1-9B09-BBECF36094B3}"/>
              </a:ext>
            </a:extLst>
          </p:cNvPr>
          <p:cNvSpPr/>
          <p:nvPr/>
        </p:nvSpPr>
        <p:spPr>
          <a:xfrm>
            <a:off x="356049" y="449600"/>
            <a:ext cx="8512333" cy="4452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DE2F91C-9C9C-485C-A042-77A94BB695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6838880"/>
              </p:ext>
            </p:extLst>
          </p:nvPr>
        </p:nvGraphicFramePr>
        <p:xfrm>
          <a:off x="2321100" y="297735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D51723F-2F7D-4AC9-BB11-6A166156F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6992045"/>
              </p:ext>
            </p:extLst>
          </p:nvPr>
        </p:nvGraphicFramePr>
        <p:xfrm>
          <a:off x="90142" y="2615647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C9B2759-2591-4BA0-82DA-8093291D74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4121478"/>
              </p:ext>
            </p:extLst>
          </p:nvPr>
        </p:nvGraphicFramePr>
        <p:xfrm>
          <a:off x="4572000" y="2615647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77482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8531E-BD46-8A89-691B-423C420A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C43241B-171F-DA71-EC20-86244780982F}"/>
              </a:ext>
            </a:extLst>
          </p:cNvPr>
          <p:cNvSpPr/>
          <p:nvPr/>
        </p:nvSpPr>
        <p:spPr>
          <a:xfrm>
            <a:off x="0" y="41910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3.3 Cơ cấu giá thành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64D4C4-A8B5-E23D-4215-5CF2D263E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12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C0FB11-B269-C5EA-2CA3-97969144D2F9}"/>
              </a:ext>
            </a:extLst>
          </p:cNvPr>
          <p:cNvSpPr/>
          <p:nvPr/>
        </p:nvSpPr>
        <p:spPr>
          <a:xfrm>
            <a:off x="356050" y="449600"/>
            <a:ext cx="8512333" cy="4452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90FBD46-DC1A-44C1-9114-B330FC9D33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5055102"/>
              </p:ext>
            </p:extLst>
          </p:nvPr>
        </p:nvGraphicFramePr>
        <p:xfrm>
          <a:off x="922494" y="598812"/>
          <a:ext cx="5470216" cy="3881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B2F5E2F-4E91-4DC6-BB70-603A7A1C88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5706607"/>
              </p:ext>
            </p:extLst>
          </p:nvPr>
        </p:nvGraphicFramePr>
        <p:xfrm>
          <a:off x="6392710" y="598812"/>
          <a:ext cx="1696472" cy="3881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11856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89B42-F21D-4388-C4B4-BADF2D7C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7637C39-E1A0-AA53-E1FD-FC0BEE2C2405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3.4 Bảng kết quả kinh doanh (ĐVT: triệu đồng)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9B8201-D112-5099-3775-0D87EE736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13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3FF750-80C1-C2EB-D80A-8782354A412A}"/>
              </a:ext>
            </a:extLst>
          </p:cNvPr>
          <p:cNvSpPr/>
          <p:nvPr/>
        </p:nvSpPr>
        <p:spPr>
          <a:xfrm>
            <a:off x="315833" y="291226"/>
            <a:ext cx="8512333" cy="461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2FB59CA-8C33-D454-F6F6-F3183F972C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842803"/>
              </p:ext>
            </p:extLst>
          </p:nvPr>
        </p:nvGraphicFramePr>
        <p:xfrm>
          <a:off x="1027113" y="290513"/>
          <a:ext cx="7105650" cy="461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023699" imgH="7619869" progId="Excel.Sheet.12">
                  <p:link updateAutomatic="1"/>
                </p:oleObj>
              </mc:Choice>
              <mc:Fallback>
                <p:oleObj name="Worksheet" r:id="rId3" imgW="11023699" imgH="7619869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72FB59CA-8C33-D454-F6F6-F3183F972C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7113" y="290513"/>
                        <a:ext cx="7105650" cy="4611687"/>
                      </a:xfrm>
                      <a:prstGeom prst="rect">
                        <a:avLst/>
                      </a:prstGeom>
                      <a:ln w="12700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4706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2BCC-81C3-7BDF-F125-AA5FDBEE5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C1A6602-FD90-0F05-42A4-5095BDEEBE9F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3.5 Sản lượng &amp; Doanh thu hòa vốn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9A074-4416-0433-0761-4EB055F7B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14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D88056-BF54-41D2-57BE-E572A6463A2F}"/>
              </a:ext>
            </a:extLst>
          </p:cNvPr>
          <p:cNvSpPr/>
          <p:nvPr/>
        </p:nvSpPr>
        <p:spPr>
          <a:xfrm>
            <a:off x="315833" y="291226"/>
            <a:ext cx="8512333" cy="461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006AE84-738B-2BB0-12C5-99562E8A34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4620516"/>
              </p:ext>
            </p:extLst>
          </p:nvPr>
        </p:nvGraphicFramePr>
        <p:xfrm>
          <a:off x="142259" y="329647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1F10670-5E39-4DDE-B152-3108FE8004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610887"/>
              </p:ext>
            </p:extLst>
          </p:nvPr>
        </p:nvGraphicFramePr>
        <p:xfrm>
          <a:off x="142259" y="2654068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2A1ECA3-5B6C-4B98-ACB3-03FC420FD2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7076424"/>
              </p:ext>
            </p:extLst>
          </p:nvPr>
        </p:nvGraphicFramePr>
        <p:xfrm>
          <a:off x="4571999" y="330324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AC34367-581A-4598-ACC9-093F324CD6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4723389"/>
              </p:ext>
            </p:extLst>
          </p:nvPr>
        </p:nvGraphicFramePr>
        <p:xfrm>
          <a:off x="4571999" y="2654068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951378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7D595-2530-6484-1D16-5C08EFD5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83338A8-E223-5516-59FF-42B6ABA23AEE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3.6 Chi phí / 1kg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C5E71-38C9-F64B-7FDF-0B4CC2AFD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15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3E2840-B65B-961B-8C21-351BCE071DC8}"/>
              </a:ext>
            </a:extLst>
          </p:cNvPr>
          <p:cNvSpPr/>
          <p:nvPr/>
        </p:nvSpPr>
        <p:spPr>
          <a:xfrm>
            <a:off x="356049" y="449600"/>
            <a:ext cx="8512333" cy="4452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E025C71-2689-BBFD-5ADA-BD55521ECC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674189"/>
              </p:ext>
            </p:extLst>
          </p:nvPr>
        </p:nvGraphicFramePr>
        <p:xfrm>
          <a:off x="186117" y="291697"/>
          <a:ext cx="8758260" cy="460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125101" imgH="5010281" progId="Excel.Sheet.12">
                  <p:link updateAutomatic="1"/>
                </p:oleObj>
              </mc:Choice>
              <mc:Fallback>
                <p:oleObj name="Worksheet" r:id="rId3" imgW="11125101" imgH="5010281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E025C71-2689-BBFD-5ADA-BD55521EC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117" y="291697"/>
                        <a:ext cx="8758260" cy="460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0259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FB570-CC1A-6D35-46D4-C4584027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D71235D-AFD7-BC44-A1F6-4C9A6010C51D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3 – Kết quả kinh doanh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-  3.7 Chỉ số tài chính (T7-T12.2026)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78A2C4-C4BB-2F73-86B5-AAD7E4EFA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16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4B6DD1-F06D-7398-7971-CED7E2354655}"/>
              </a:ext>
            </a:extLst>
          </p:cNvPr>
          <p:cNvSpPr/>
          <p:nvPr/>
        </p:nvSpPr>
        <p:spPr>
          <a:xfrm>
            <a:off x="356049" y="292100"/>
            <a:ext cx="8512333" cy="46095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3379EFA-9203-0338-64EA-4F1D01B427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195484"/>
              </p:ext>
            </p:extLst>
          </p:nvPr>
        </p:nvGraphicFramePr>
        <p:xfrm>
          <a:off x="1092425" y="332561"/>
          <a:ext cx="7084887" cy="455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109061" imgH="5378406" progId="Excel.Sheet.12">
                  <p:link updateAutomatic="1"/>
                </p:oleObj>
              </mc:Choice>
              <mc:Fallback>
                <p:oleObj name="Worksheet" r:id="rId3" imgW="8109061" imgH="5378406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3379EFA-9203-0338-64EA-4F1D01B427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2425" y="332561"/>
                        <a:ext cx="7084887" cy="455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AAF5F15-A8B0-4DEE-E885-995DDC23701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154609" y="55881"/>
            <a:ext cx="692205" cy="23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29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3E04-5711-872F-FE51-A1B4F6A13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2422FBB-104E-E912-65B3-977FE20DA73A}"/>
              </a:ext>
            </a:extLst>
          </p:cNvPr>
          <p:cNvSpPr/>
          <p:nvPr/>
        </p:nvSpPr>
        <p:spPr>
          <a:xfrm>
            <a:off x="0" y="12646"/>
            <a:ext cx="9144000" cy="3215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  <a:cs typeface="Times New Roman" panose="02020603050405020304" pitchFamily="18" charset="0"/>
              </a:rPr>
              <a:t>4 – Đánh giá hiệu quả đầu tư </a:t>
            </a:r>
            <a:r>
              <a:rPr lang="en-US" b="1">
                <a:solidFill>
                  <a:srgbClr val="FFC000"/>
                </a:solidFill>
                <a:cs typeface="Times New Roman" panose="02020603050405020304" pitchFamily="18" charset="0"/>
              </a:rPr>
              <a:t>– NPV, IRR, thời gian hoàn vốn</a:t>
            </a:r>
            <a:endParaRPr lang="en-US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E0357C-1714-21D5-11C9-C075945FB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z="1100" smtClean="0"/>
              <a:pPr/>
              <a:t>17</a:t>
            </a:fld>
            <a:endParaRPr lang="en-US" sz="11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5A94E2-8FAC-0999-EE55-DB592D3EF0E5}"/>
              </a:ext>
            </a:extLst>
          </p:cNvPr>
          <p:cNvSpPr/>
          <p:nvPr/>
        </p:nvSpPr>
        <p:spPr>
          <a:xfrm>
            <a:off x="356049" y="449600"/>
            <a:ext cx="8512333" cy="44520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151674D-6A62-4F5B-903B-5FD7C5559D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4736823"/>
              </p:ext>
            </p:extLst>
          </p:nvPr>
        </p:nvGraphicFramePr>
        <p:xfrm>
          <a:off x="811952" y="427038"/>
          <a:ext cx="7640977" cy="349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7CBA03-3C95-EF6F-2E36-B1CF7CA4021E}"/>
              </a:ext>
            </a:extLst>
          </p:cNvPr>
          <p:cNvSpPr/>
          <p:nvPr/>
        </p:nvSpPr>
        <p:spPr>
          <a:xfrm>
            <a:off x="811952" y="3988177"/>
            <a:ext cx="7640977" cy="818730"/>
          </a:xfrm>
          <a:prstGeom prst="round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4538" indent="-117475">
              <a:spcBef>
                <a:spcPts val="200"/>
              </a:spcBef>
              <a:spcAft>
                <a:spcPts val="200"/>
              </a:spcAft>
            </a:pPr>
            <a:r>
              <a:rPr lang="en-US" sz="1200" i="1">
                <a:solidFill>
                  <a:srgbClr val="70AD47"/>
                </a:solidFill>
              </a:rPr>
              <a:t>* Với công suất </a:t>
            </a:r>
            <a:r>
              <a:rPr lang="en-US" sz="1200" b="1" i="1">
                <a:solidFill>
                  <a:srgbClr val="70AD47"/>
                </a:solidFill>
              </a:rPr>
              <a:t>GĐ1</a:t>
            </a:r>
            <a:r>
              <a:rPr lang="en-US" sz="1200" i="1">
                <a:solidFill>
                  <a:srgbClr val="70AD47"/>
                </a:solidFill>
              </a:rPr>
              <a:t> = 5</a:t>
            </a:r>
            <a:r>
              <a:rPr lang="en-US" sz="1200" b="1" i="1">
                <a:solidFill>
                  <a:srgbClr val="70AD47"/>
                </a:solidFill>
              </a:rPr>
              <a:t>00 </a:t>
            </a:r>
            <a:r>
              <a:rPr lang="en-US" sz="1200" i="1">
                <a:solidFill>
                  <a:srgbClr val="70AD47"/>
                </a:solidFill>
              </a:rPr>
              <a:t>tấn/tháng, chỉ đạt hòa vốn khi sản xuất 3 ca/ngày, tức là sản lượng mua phải đạt 100% nhu cầu sản xuất. </a:t>
            </a:r>
          </a:p>
          <a:p>
            <a:pPr marL="627063">
              <a:spcBef>
                <a:spcPts val="200"/>
              </a:spcBef>
              <a:spcAft>
                <a:spcPts val="200"/>
              </a:spcAft>
            </a:pPr>
            <a:r>
              <a:rPr lang="en-US" sz="1200" i="1">
                <a:solidFill>
                  <a:srgbClr val="70AD47"/>
                </a:solidFill>
              </a:rPr>
              <a:t>* </a:t>
            </a:r>
            <a:r>
              <a:rPr lang="en-US" sz="1200" b="1" i="1">
                <a:solidFill>
                  <a:srgbClr val="70AD47"/>
                </a:solidFill>
              </a:rPr>
              <a:t>Đề nghị</a:t>
            </a:r>
            <a:r>
              <a:rPr lang="en-US" sz="1200" i="1">
                <a:solidFill>
                  <a:srgbClr val="70AD47"/>
                </a:solidFill>
              </a:rPr>
              <a:t>: rút ngắn thời gian đầu tư GĐ 2 để tăng công suất lên 1.000 tấn/tháng sẽ hiệu quả hơn.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90D734-E8CA-49BF-B494-0D776B30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87" y="4122641"/>
            <a:ext cx="482775" cy="44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65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8860-EFE9-6180-0E08-A44D6FAC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B1C41EA9-A2A1-1C9F-53B5-9642B415AD09}"/>
              </a:ext>
            </a:extLst>
          </p:cNvPr>
          <p:cNvSpPr txBox="1">
            <a:spLocks/>
          </p:cNvSpPr>
          <p:nvPr/>
        </p:nvSpPr>
        <p:spPr>
          <a:xfrm>
            <a:off x="2981210" y="1439284"/>
            <a:ext cx="4658170" cy="100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86CACB-5E89-8E16-EF6A-0F9A97E082D3}"/>
              </a:ext>
            </a:extLst>
          </p:cNvPr>
          <p:cNvSpPr/>
          <p:nvPr/>
        </p:nvSpPr>
        <p:spPr>
          <a:xfrm flipV="1">
            <a:off x="2696134" y="2348536"/>
            <a:ext cx="1988712" cy="45719"/>
          </a:xfrm>
          <a:prstGeom prst="rect">
            <a:avLst/>
          </a:prstGeom>
          <a:solidFill>
            <a:srgbClr val="1195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19503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F8DB09-69C5-1F0B-351A-D9A2C7AE3114}"/>
              </a:ext>
            </a:extLst>
          </p:cNvPr>
          <p:cNvSpPr/>
          <p:nvPr/>
        </p:nvSpPr>
        <p:spPr>
          <a:xfrm flipV="1">
            <a:off x="4893388" y="2348534"/>
            <a:ext cx="1588094" cy="45719"/>
          </a:xfrm>
          <a:prstGeom prst="rect">
            <a:avLst/>
          </a:prstGeom>
          <a:solidFill>
            <a:srgbClr val="1195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1950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AC8DB7-A24E-919C-8D78-3DE02A9223D7}"/>
              </a:ext>
            </a:extLst>
          </p:cNvPr>
          <p:cNvSpPr/>
          <p:nvPr/>
        </p:nvSpPr>
        <p:spPr>
          <a:xfrm>
            <a:off x="1164834" y="4963647"/>
            <a:ext cx="7979166" cy="13182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2B8F67-C8E8-5DCF-4E57-CA14ED784C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0222" y="4950545"/>
            <a:ext cx="859715" cy="13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6869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C6CE388F40B46B0C2E66A7D3B5851" ma:contentTypeVersion="0" ma:contentTypeDescription="Create a new document." ma:contentTypeScope="" ma:versionID="ab9fbeca4f2cba9ba8141113a889067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84c390a07b92f3072bc78982b6f0c3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58EC89B-1DEF-4922-9880-5A9480057D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141D80-314A-4281-9C7D-EDC68DD94D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755C64E-F8BD-4185-92AB-7B94DC3A86C2}">
  <ds:schemaRefs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00b9a165-4467-4156-b58f-75ccba478fa9}" enabled="0" method="" siteId="{00b9a165-4467-4156-b58f-75ccba478fa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13243</TotalTime>
  <Words>1237</Words>
  <Application>Microsoft Office PowerPoint</Application>
  <PresentationFormat>On-screen Show (16:9)</PresentationFormat>
  <Paragraphs>250</Paragraphs>
  <Slides>18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13</vt:i4>
      </vt:variant>
      <vt:variant>
        <vt:lpstr>Slide Titles</vt:lpstr>
      </vt:variant>
      <vt:variant>
        <vt:i4>18</vt:i4>
      </vt:variant>
    </vt:vector>
  </HeadingPairs>
  <TitlesOfParts>
    <vt:vector size="36" baseType="lpstr">
      <vt:lpstr>Arial</vt:lpstr>
      <vt:lpstr>Muli</vt:lpstr>
      <vt:lpstr>Roboto Slab</vt:lpstr>
      <vt:lpstr>Times New Roman</vt:lpstr>
      <vt:lpstr>Simple Light</vt:lpstr>
      <vt:lpstr>https://dtg-my.sharepoint.com/personal/hoangpd_duytangroup_com/Documents/Hoang - DTG/Báo cáo quản trị/Dự án thành lập trạm/Dự án thành lập trạm HCM/Dự án trạm HCM - GĐ1/Dự án thành lập trạm HCM- GĐ1.xlsx!Đ.Biên!R3C2:R42C11</vt:lpstr>
      <vt:lpstr>https://dtg-my.sharepoint.com/personal/hoangpd_duytangroup_com/Documents/Hoang - DTG/Báo cáo quản trị/Dự án thành lập trạm/Dự án thành lập trạm HCM/Dự án trạm HCM - GĐ1/Dự án thành lập trạm HCM- GĐ1.xlsx!DMSX!R4C1:R28C9</vt:lpstr>
      <vt:lpstr>https://dtg-my.sharepoint.com/personal/hoangpd_duytangroup_com/Documents/Hoang - DTG/Báo cáo quản trị/Dự án thành lập trạm/Dự án thành lập trạm HCM/Dự án trạm HCM - GĐ1/Dự án thành lập trạm HCM- GĐ1.xlsx!DMQL!R2C2:R50C15</vt:lpstr>
      <vt:lpstr>https://dtg-my.sharepoint.com/personal/hoangpd_duytangroup_com/Documents/Hoang - DTG/Báo cáo quản trị/Dự án thành lập trạm/Dự án thành lập trạm HCM/Dự án trạm HCM - GĐ1/Dự án thành lập trạm HCM- GĐ1.xlsx!G.Định!R20C3:R25C13</vt:lpstr>
      <vt:lpstr>https://dtg-my.sharepoint.com/personal/hoangpd_duytangroup_com/Documents/Hoang - DTG/Báo cáo quản trị/Dự án thành lập trạm/Dự án thành lập trạm HCM/Dự án trạm HCM - GĐ1/Dự án thành lập trạm HCM- GĐ1.xlsx!G.Định!R27C3:R33C19</vt:lpstr>
      <vt:lpstr>https://dtg-my.sharepoint.com/personal/hoangpd_duytangroup_com/Documents/Hoang - DTG/Báo cáo quản trị/Dự án thành lập trạm/Dự án thành lập trạm HCM/Dự án trạm HCM - GĐ1/Dự án thành lập trạm HCM- GĐ1.xlsx!G.Định!R35C3:R45C6</vt:lpstr>
      <vt:lpstr>https://dtg-my.sharepoint.com/personal/hoangpd_duytangroup_com/Documents/Hoang - DTG/Báo cáo quản trị/Dự án thành lập trạm/Dự án thành lập trạm HCM/Dự án trạm HCM - GĐ1/Dự án thành lập trạm HCM- GĐ1.xlsx!G.Định!R76C3:R81C4</vt:lpstr>
      <vt:lpstr>https://dtg-my.sharepoint.com/personal/hoangpd_duytangroup_com/Documents/Hoang - DTG/Báo cáo quản trị/Dự án thành lập trạm/Dự án thành lập trạm HCM/Dự án trạm HCM - GĐ1/Dự án thành lập trạm HCM- GĐ1.xlsx!G.Định!R83C3:R87C5</vt:lpstr>
      <vt:lpstr>https://dtg-my.sharepoint.com/personal/hoangpd_duytangroup_com/Documents/Hoang - DTG/Báo cáo quản trị/Dự án thành lập trạm/Dự án thành lập trạm HCM/Dự án trạm HCM - GĐ1/Dự án thành lập trạm HCM- GĐ1.xlsx!G.Định!R89C3:R93C4</vt:lpstr>
      <vt:lpstr>https://dtg-my.sharepoint.com/personal/hoangpd_duytangroup_com/Documents/Hoang - DTG/Báo cáo quản trị/Dự án thành lập trạm/Dự án thành lập trạm HCM/Dự án trạm HCM - GĐ1/Dự án thành lập trạm HCM- GĐ1.xlsx!G.Định!R47C3:R58C12</vt:lpstr>
      <vt:lpstr>https://dtg-my.sharepoint.com/personal/hoangpd_duytangroup_com/Documents/Hoang - DTG/Báo cáo quản trị/Dự án thành lập trạm/Dự án thành lập trạm HCM/Dự án trạm HCM - GĐ1/Dự án thành lập trạm HCM- GĐ1.xlsx!KQKD!R2C1:R104C11</vt:lpstr>
      <vt:lpstr>https://dtg-my.sharepoint.com/personal/hoangpd_duytangroup_com/Documents/Hoang - DTG/Báo cáo quản trị/Dự án thành lập trạm/Dự án thành lập trạm HCM/Dự án trạm HCM - GĐ1/Dự án thành lập trạm HCM- GĐ1.xlsx!CP 1kg!R2C2:R75C29</vt:lpstr>
      <vt:lpstr>https://dtg-my.sharepoint.com/personal/hoangpd_duytangroup_com/Documents/Hoang - DTG/Báo cáo quản trị/Dự án thành lập trạm/Dự án thành lập trạm HCM/Dự án trạm HCM - GĐ1/Dự án thành lập trạm HCM- GĐ1.xlsx!Chỉ số TC!R2C2:R30C8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Hoàng, Phạm Đình</cp:lastModifiedBy>
  <cp:revision>85</cp:revision>
  <cp:lastPrinted>2025-11-19T10:32:48Z</cp:lastPrinted>
  <dcterms:modified xsi:type="dcterms:W3CDTF">2026-04-14T08:03:32Z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0x010100224C6CE388F40B46B0C2E66A7D3B5851</vt:lpwstr>
  </property>
</Properties>
</file>