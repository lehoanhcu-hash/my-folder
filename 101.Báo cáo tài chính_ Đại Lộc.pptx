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df2e267a635c4c83" /><Relationship Type="http://schemas.openxmlformats.org/officeDocument/2006/relationships/slideLayout" Target="/ppt/slideLayouts/slideLayout8.xml" Id="Ra37e05d840c047bf"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537e9c25db1d4af5" /><Relationship Type="http://schemas.openxmlformats.org/officeDocument/2006/relationships/slideLayout" Target="/ppt/slideLayouts/slideLayout8.xml" Id="Rf2b8b9bb53744b8e"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cac99e866803425f" /><Relationship Type="http://schemas.openxmlformats.org/officeDocument/2006/relationships/slideLayout" Target="/ppt/slideLayouts/slideLayout8.xml" Id="Ra2b4753bfe874802"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dbcf6f87ab874485" /><Relationship Type="http://schemas.openxmlformats.org/officeDocument/2006/relationships/slideLayout" Target="/ppt/slideLayouts/slideLayout8.xml" Id="Re12d3a43b4ef46bf"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2d8c8b513b2e4a52" /><Relationship Type="http://schemas.openxmlformats.org/officeDocument/2006/relationships/slideLayout" Target="/ppt/slideLayouts/slideLayout8.xml" Id="R94491fbe33ae404f"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59e61d08588d4db5" /><Relationship Type="http://schemas.openxmlformats.org/officeDocument/2006/relationships/slideLayout" Target="/ppt/slideLayouts/slideLayout8.xml" Id="Rb2b65f5cecc442f8"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84c6c4ee463d4db7" /><Relationship Type="http://schemas.openxmlformats.org/officeDocument/2006/relationships/slideLayout" Target="/ppt/slideLayouts/slideLayout8.xml" Id="R7c78f2b1463d4268"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2d340fde63984b97" /><Relationship Type="http://schemas.openxmlformats.org/officeDocument/2006/relationships/slideLayout" Target="/ppt/slideLayouts/slideLayout8.xml" Id="R0654083257844363"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d5830a3648954e19" /><Relationship Type="http://schemas.openxmlformats.org/officeDocument/2006/relationships/slideLayout" Target="/ppt/slideLayouts/slideLayout8.xml" Id="R6598519d45f54a86"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d51f3fb6b69241db" /><Relationship Type="http://schemas.openxmlformats.org/officeDocument/2006/relationships/slideLayout" Target="/ppt/slideLayouts/slideLayout8.xml" Id="R4cfe734fa96641f4"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269eb984cb574b33" /><Relationship Type="http://schemas.openxmlformats.org/officeDocument/2006/relationships/slideLayout" Target="/ppt/slideLayouts/slideLayout8.xml" Id="Rc1181491850041e2"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2b2da4dda4de4d99" /><Relationship Type="http://schemas.openxmlformats.org/officeDocument/2006/relationships/slideLayout" Target="/ppt/slideLayouts/slideLayout8.xml" Id="Rbb23c89c2c034681"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5603ce2431c14d71" /><Relationship Type="http://schemas.openxmlformats.org/officeDocument/2006/relationships/slideLayout" Target="/ppt/slideLayouts/slideLayout8.xml" Id="R2a5c04785d574893"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f376a82468474656" /><Relationship Type="http://schemas.openxmlformats.org/officeDocument/2006/relationships/slideLayout" Target="/ppt/slideLayouts/slideLayout8.xml" Id="R2d874376605c4cbd"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e29e9cab9bc44c13" /><Relationship Type="http://schemas.openxmlformats.org/officeDocument/2006/relationships/slideLayout" Target="/ppt/slideLayouts/slideLayout8.xml" Id="Ra90aae3c95ce44a6"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4f381baaacc94813" /><Relationship Type="http://schemas.openxmlformats.org/officeDocument/2006/relationships/slideLayout" Target="/ppt/slideLayouts/slideLayout8.xml" Id="R8ff3e9bb88824e8b"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797df607959248ba" /><Relationship Type="http://schemas.openxmlformats.org/officeDocument/2006/relationships/slideLayout" Target="/ppt/slideLayouts/slideLayout8.xml" Id="Re9ec40adc0384e64"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8:56:04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