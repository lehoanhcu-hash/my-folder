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3" r:id="rId3"/>
    <p:sldId id="262" r:id="rId4"/>
    <p:sldId id="261" r:id="rId5"/>
    <p:sldId id="263" r:id="rId6"/>
    <p:sldId id="264" r:id="rId7"/>
    <p:sldId id="265" r:id="rId8"/>
    <p:sldId id="266" r:id="rId9"/>
    <p:sldId id="273" r:id="rId10"/>
    <p:sldId id="274" r:id="rId11"/>
    <p:sldId id="275" r:id="rId12"/>
    <p:sldId id="279" r:id="rId13"/>
    <p:sldId id="281" r:id="rId14"/>
    <p:sldId id="260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82" r:id="rId26"/>
    <p:sldId id="256" r:id="rId27"/>
    <p:sldId id="259" r:id="rId28"/>
    <p:sldId id="258" r:id="rId29"/>
    <p:sldId id="25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429A9A3-F753-44D5-969B-17E4467C8AF4}">
          <p14:sldIdLst>
            <p14:sldId id="280"/>
            <p14:sldId id="283"/>
            <p14:sldId id="262"/>
            <p14:sldId id="261"/>
            <p14:sldId id="263"/>
            <p14:sldId id="264"/>
            <p14:sldId id="265"/>
            <p14:sldId id="266"/>
            <p14:sldId id="273"/>
            <p14:sldId id="274"/>
            <p14:sldId id="275"/>
            <p14:sldId id="279"/>
            <p14:sldId id="281"/>
            <p14:sldId id="260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Untitled Section" id="{751914EE-53E9-487C-AC4F-6715C8D7CC5D}">
          <p14:sldIdLst>
            <p14:sldId id="282"/>
            <p14:sldId id="256"/>
            <p14:sldId id="259"/>
            <p14:sldId id="258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893B7-230B-4697-A0E3-65CBCCFF09B7}" v="1" dt="2026-03-30T10:17:42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custSel addSld delSld modSld sldOrd">
      <pc:chgData name="Cư, Lê Hoành" userId="8040f1d9-fc08-4340-919f-e31835b09669" providerId="ADAL" clId="{E6925CE3-7288-459F-A61A-926B9B87E3D0}" dt="2026-03-30T10:17:45.428" v="428" actId="20577"/>
      <pc:docMkLst>
        <pc:docMk/>
      </pc:docMkLst>
      <pc:sldChg chg="addSp delSp modSp mod">
        <pc:chgData name="Cư, Lê Hoành" userId="8040f1d9-fc08-4340-919f-e31835b09669" providerId="ADAL" clId="{E6925CE3-7288-459F-A61A-926B9B87E3D0}" dt="2026-03-28T07:49:53.309" v="280"/>
        <pc:sldMkLst>
          <pc:docMk/>
          <pc:sldMk cId="1332158012" sldId="256"/>
        </pc:sldMkLst>
        <pc:picChg chg="add">
          <ac:chgData name="Cư, Lê Hoành" userId="8040f1d9-fc08-4340-919f-e31835b09669" providerId="ADAL" clId="{E6925CE3-7288-459F-A61A-926B9B87E3D0}" dt="2026-03-28T07:49:53.309" v="280"/>
          <ac:picMkLst>
            <pc:docMk/>
            <pc:sldMk cId="1332158012" sldId="256"/>
            <ac:picMk id="4" creationId="{D997416D-5805-1721-D254-0D4B7288CFA5}"/>
          </ac:picMkLst>
        </pc:picChg>
      </pc:sldChg>
      <pc:sldChg chg="addSp delSp modSp new mod">
        <pc:chgData name="Cư, Lê Hoành" userId="8040f1d9-fc08-4340-919f-e31835b09669" providerId="ADAL" clId="{E6925CE3-7288-459F-A61A-926B9B87E3D0}" dt="2026-03-28T07:50:02.190" v="282" actId="478"/>
        <pc:sldMkLst>
          <pc:docMk/>
          <pc:sldMk cId="2484949261" sldId="257"/>
        </pc:sldMkLst>
      </pc:sldChg>
      <pc:sldChg chg="addSp delSp modSp add mod">
        <pc:chgData name="Cư, Lê Hoành" userId="8040f1d9-fc08-4340-919f-e31835b09669" providerId="ADAL" clId="{E6925CE3-7288-459F-A61A-926B9B87E3D0}" dt="2026-03-28T07:52:57.132" v="334" actId="1076"/>
        <pc:sldMkLst>
          <pc:docMk/>
          <pc:sldMk cId="3381526983" sldId="258"/>
        </pc:sldMkLst>
        <pc:spChg chg="mod">
          <ac:chgData name="Cư, Lê Hoành" userId="8040f1d9-fc08-4340-919f-e31835b09669" providerId="ADAL" clId="{E6925CE3-7288-459F-A61A-926B9B87E3D0}" dt="2026-03-28T07:52:53.948" v="333" actId="1076"/>
          <ac:spMkLst>
            <pc:docMk/>
            <pc:sldMk cId="3381526983" sldId="258"/>
            <ac:spMk id="2" creationId="{0912553F-C469-1FAC-9CBE-5842075A4736}"/>
          </ac:spMkLst>
        </pc:spChg>
        <pc:spChg chg="mod">
          <ac:chgData name="Cư, Lê Hoành" userId="8040f1d9-fc08-4340-919f-e31835b09669" providerId="ADAL" clId="{E6925CE3-7288-459F-A61A-926B9B87E3D0}" dt="2026-03-28T07:52:57.132" v="334" actId="1076"/>
          <ac:spMkLst>
            <pc:docMk/>
            <pc:sldMk cId="3381526983" sldId="258"/>
            <ac:spMk id="3" creationId="{9647A018-D762-4857-83E3-E73DA229C369}"/>
          </ac:spMkLst>
        </pc:spChg>
      </pc:sldChg>
      <pc:sldChg chg="modSp new mod ord">
        <pc:chgData name="Cư, Lê Hoành" userId="8040f1d9-fc08-4340-919f-e31835b09669" providerId="ADAL" clId="{E6925CE3-7288-459F-A61A-926B9B87E3D0}" dt="2026-03-30T10:17:45.428" v="428" actId="20577"/>
        <pc:sldMkLst>
          <pc:docMk/>
          <pc:sldMk cId="1791855611" sldId="259"/>
        </pc:sldMkLst>
        <pc:spChg chg="mod">
          <ac:chgData name="Cư, Lê Hoành" userId="8040f1d9-fc08-4340-919f-e31835b09669" providerId="ADAL" clId="{E6925CE3-7288-459F-A61A-926B9B87E3D0}" dt="2026-03-30T10:17:45.428" v="428" actId="20577"/>
          <ac:spMkLst>
            <pc:docMk/>
            <pc:sldMk cId="1791855611" sldId="259"/>
            <ac:spMk id="2" creationId="{A43A5F6F-4497-B233-765C-D87E0A5B044C}"/>
          </ac:spMkLst>
        </pc:spChg>
        <pc:spChg chg="mod">
          <ac:chgData name="Cư, Lê Hoành" userId="8040f1d9-fc08-4340-919f-e31835b09669" providerId="ADAL" clId="{E6925CE3-7288-459F-A61A-926B9B87E3D0}" dt="2026-03-30T10:17:42.369" v="426"/>
          <ac:spMkLst>
            <pc:docMk/>
            <pc:sldMk cId="1791855611" sldId="259"/>
            <ac:spMk id="3" creationId="{0650BF74-7DFE-EB46-C548-3EDBA46DCEF4}"/>
          </ac:spMkLst>
        </pc:spChg>
      </pc:sldChg>
      <pc:sldChg chg="new ord">
        <pc:chgData name="Cư, Lê Hoành" userId="8040f1d9-fc08-4340-919f-e31835b09669" providerId="ADAL" clId="{E6925CE3-7288-459F-A61A-926B9B87E3D0}" dt="2026-03-27T15:41:59.694" v="74"/>
        <pc:sldMkLst>
          <pc:docMk/>
          <pc:sldMk cId="3785141165" sldId="260"/>
        </pc:sldMkLst>
      </pc:sldChg>
      <pc:sldChg chg="addSp delSp modSp new mod ord">
        <pc:chgData name="Cư, Lê Hoành" userId="8040f1d9-fc08-4340-919f-e31835b09669" providerId="ADAL" clId="{E6925CE3-7288-459F-A61A-926B9B87E3D0}" dt="2026-03-28T08:03:47.543" v="374" actId="14100"/>
        <pc:sldMkLst>
          <pc:docMk/>
          <pc:sldMk cId="2595667436" sldId="261"/>
        </pc:sldMkLst>
        <pc:picChg chg="add mod">
          <ac:chgData name="Cư, Lê Hoành" userId="8040f1d9-fc08-4340-919f-e31835b09669" providerId="ADAL" clId="{E6925CE3-7288-459F-A61A-926B9B87E3D0}" dt="2026-03-28T08:03:47.543" v="374" actId="14100"/>
          <ac:picMkLst>
            <pc:docMk/>
            <pc:sldMk cId="2595667436" sldId="261"/>
            <ac:picMk id="6" creationId="{FFDBFF32-4369-9A25-517D-45D3A72F48C4}"/>
          </ac:picMkLst>
        </pc:picChg>
      </pc:sldChg>
      <pc:sldChg chg="addSp delSp modSp new mod ord">
        <pc:chgData name="Cư, Lê Hoành" userId="8040f1d9-fc08-4340-919f-e31835b09669" providerId="ADAL" clId="{E6925CE3-7288-459F-A61A-926B9B87E3D0}" dt="2026-03-28T08:03:13.209" v="371" actId="14100"/>
        <pc:sldMkLst>
          <pc:docMk/>
          <pc:sldMk cId="2178069107" sldId="262"/>
        </pc:sldMkLst>
        <pc:spChg chg="mod">
          <ac:chgData name="Cư, Lê Hoành" userId="8040f1d9-fc08-4340-919f-e31835b09669" providerId="ADAL" clId="{E6925CE3-7288-459F-A61A-926B9B87E3D0}" dt="2026-03-28T08:01:27.463" v="362" actId="20577"/>
          <ac:spMkLst>
            <pc:docMk/>
            <pc:sldMk cId="2178069107" sldId="262"/>
            <ac:spMk id="2" creationId="{14B04E07-D642-EE17-9839-529FF5FB4C3B}"/>
          </ac:spMkLst>
        </pc:spChg>
        <pc:spChg chg="mod">
          <ac:chgData name="Cư, Lê Hoành" userId="8040f1d9-fc08-4340-919f-e31835b09669" providerId="ADAL" clId="{E6925CE3-7288-459F-A61A-926B9B87E3D0}" dt="2026-03-27T15:46:17.485" v="151" actId="14100"/>
          <ac:spMkLst>
            <pc:docMk/>
            <pc:sldMk cId="2178069107" sldId="262"/>
            <ac:spMk id="3" creationId="{ECE45F08-3A2E-B8DA-2EEF-CF9D005A8EAF}"/>
          </ac:spMkLst>
        </pc:spChg>
        <pc:picChg chg="add mod">
          <ac:chgData name="Cư, Lê Hoành" userId="8040f1d9-fc08-4340-919f-e31835b09669" providerId="ADAL" clId="{E6925CE3-7288-459F-A61A-926B9B87E3D0}" dt="2026-03-28T08:03:13.209" v="371" actId="14100"/>
          <ac:picMkLst>
            <pc:docMk/>
            <pc:sldMk cId="2178069107" sldId="262"/>
            <ac:picMk id="6" creationId="{673FF0D0-92C0-6547-5450-63BC665D055A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4:20.635" v="377" actId="14100"/>
        <pc:sldMkLst>
          <pc:docMk/>
          <pc:sldMk cId="937292570" sldId="263"/>
        </pc:sldMkLst>
        <pc:picChg chg="add mod">
          <ac:chgData name="Cư, Lê Hoành" userId="8040f1d9-fc08-4340-919f-e31835b09669" providerId="ADAL" clId="{E6925CE3-7288-459F-A61A-926B9B87E3D0}" dt="2026-03-28T08:04:20.635" v="377" actId="14100"/>
          <ac:picMkLst>
            <pc:docMk/>
            <pc:sldMk cId="937292570" sldId="263"/>
            <ac:picMk id="6" creationId="{1E798951-E2ED-E90C-8EE4-92092C726DAC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4:51.581" v="380" actId="14100"/>
        <pc:sldMkLst>
          <pc:docMk/>
          <pc:sldMk cId="705115844" sldId="264"/>
        </pc:sldMkLst>
        <pc:picChg chg="add mod">
          <ac:chgData name="Cư, Lê Hoành" userId="8040f1d9-fc08-4340-919f-e31835b09669" providerId="ADAL" clId="{E6925CE3-7288-459F-A61A-926B9B87E3D0}" dt="2026-03-28T08:04:51.581" v="380" actId="14100"/>
          <ac:picMkLst>
            <pc:docMk/>
            <pc:sldMk cId="705115844" sldId="264"/>
            <ac:picMk id="6" creationId="{F7EA3095-A0CB-A751-EFC8-67250135541B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5:56.878" v="383" actId="14100"/>
        <pc:sldMkLst>
          <pc:docMk/>
          <pc:sldMk cId="2763597222" sldId="265"/>
        </pc:sldMkLst>
        <pc:picChg chg="add mod">
          <ac:chgData name="Cư, Lê Hoành" userId="8040f1d9-fc08-4340-919f-e31835b09669" providerId="ADAL" clId="{E6925CE3-7288-459F-A61A-926B9B87E3D0}" dt="2026-03-28T08:05:56.878" v="383" actId="14100"/>
          <ac:picMkLst>
            <pc:docMk/>
            <pc:sldMk cId="2763597222" sldId="265"/>
            <ac:picMk id="6" creationId="{0010102C-4DD9-28AA-A198-99C3EBBB75D4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6:30.001" v="386" actId="14100"/>
        <pc:sldMkLst>
          <pc:docMk/>
          <pc:sldMk cId="1091253433" sldId="266"/>
        </pc:sldMkLst>
        <pc:picChg chg="add mod">
          <ac:chgData name="Cư, Lê Hoành" userId="8040f1d9-fc08-4340-919f-e31835b09669" providerId="ADAL" clId="{E6925CE3-7288-459F-A61A-926B9B87E3D0}" dt="2026-03-28T08:06:30.001" v="386" actId="14100"/>
          <ac:picMkLst>
            <pc:docMk/>
            <pc:sldMk cId="1091253433" sldId="266"/>
            <ac:picMk id="6" creationId="{4AA92B7A-2147-9ACD-C354-9CB1BB9B0258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8:30.772" v="389" actId="14100"/>
        <pc:sldMkLst>
          <pc:docMk/>
          <pc:sldMk cId="440011101" sldId="267"/>
        </pc:sldMkLst>
        <pc:picChg chg="add mod">
          <ac:chgData name="Cư, Lê Hoành" userId="8040f1d9-fc08-4340-919f-e31835b09669" providerId="ADAL" clId="{E6925CE3-7288-459F-A61A-926B9B87E3D0}" dt="2026-03-28T08:08:30.772" v="389" actId="14100"/>
          <ac:picMkLst>
            <pc:docMk/>
            <pc:sldMk cId="440011101" sldId="267"/>
            <ac:picMk id="6" creationId="{A57832DC-12CB-566A-1275-AA0C91AA4293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04.069" v="392" actId="14100"/>
        <pc:sldMkLst>
          <pc:docMk/>
          <pc:sldMk cId="2836577462" sldId="268"/>
        </pc:sldMkLst>
        <pc:picChg chg="add mod">
          <ac:chgData name="Cư, Lê Hoành" userId="8040f1d9-fc08-4340-919f-e31835b09669" providerId="ADAL" clId="{E6925CE3-7288-459F-A61A-926B9B87E3D0}" dt="2026-03-28T08:09:04.069" v="392" actId="14100"/>
          <ac:picMkLst>
            <pc:docMk/>
            <pc:sldMk cId="2836577462" sldId="268"/>
            <ac:picMk id="6" creationId="{D98B9D6E-B1BC-660F-CE56-0E9883404096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32.235" v="395" actId="14100"/>
        <pc:sldMkLst>
          <pc:docMk/>
          <pc:sldMk cId="4259700254" sldId="269"/>
        </pc:sldMkLst>
        <pc:picChg chg="add mod">
          <ac:chgData name="Cư, Lê Hoành" userId="8040f1d9-fc08-4340-919f-e31835b09669" providerId="ADAL" clId="{E6925CE3-7288-459F-A61A-926B9B87E3D0}" dt="2026-03-28T08:09:32.235" v="395" actId="14100"/>
          <ac:picMkLst>
            <pc:docMk/>
            <pc:sldMk cId="4259700254" sldId="269"/>
            <ac:picMk id="5" creationId="{A3A1AC8A-7C3C-851B-DB02-28EECF9E85C1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59.721" v="398" actId="14100"/>
        <pc:sldMkLst>
          <pc:docMk/>
          <pc:sldMk cId="4151121620" sldId="270"/>
        </pc:sldMkLst>
        <pc:picChg chg="add mod">
          <ac:chgData name="Cư, Lê Hoành" userId="8040f1d9-fc08-4340-919f-e31835b09669" providerId="ADAL" clId="{E6925CE3-7288-459F-A61A-926B9B87E3D0}" dt="2026-03-28T08:09:59.721" v="398" actId="14100"/>
          <ac:picMkLst>
            <pc:docMk/>
            <pc:sldMk cId="4151121620" sldId="270"/>
            <ac:picMk id="6" creationId="{FAFB877B-C417-EC6F-6540-3D6E1C7BFC27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16:25.364" v="423" actId="14100"/>
        <pc:sldMkLst>
          <pc:docMk/>
          <pc:sldMk cId="3954720226" sldId="271"/>
        </pc:sldMkLst>
        <pc:picChg chg="add mod">
          <ac:chgData name="Cư, Lê Hoành" userId="8040f1d9-fc08-4340-919f-e31835b09669" providerId="ADAL" clId="{E6925CE3-7288-459F-A61A-926B9B87E3D0}" dt="2026-03-28T08:16:25.364" v="423" actId="14100"/>
          <ac:picMkLst>
            <pc:docMk/>
            <pc:sldMk cId="3954720226" sldId="271"/>
            <ac:picMk id="8" creationId="{9BE57B98-C792-EA51-6104-4A5CC1F0238B}"/>
          </ac:picMkLst>
        </pc:picChg>
      </pc:sldChg>
      <pc:sldChg chg="addSp delSp modSp add mod ord">
        <pc:chgData name="Cư, Lê Hoành" userId="8040f1d9-fc08-4340-919f-e31835b09669" providerId="ADAL" clId="{E6925CE3-7288-459F-A61A-926B9B87E3D0}" dt="2026-03-28T08:11:40.125" v="407" actId="14100"/>
        <pc:sldMkLst>
          <pc:docMk/>
          <pc:sldMk cId="1982465295" sldId="272"/>
        </pc:sldMkLst>
        <pc:picChg chg="add mod">
          <ac:chgData name="Cư, Lê Hoành" userId="8040f1d9-fc08-4340-919f-e31835b09669" providerId="ADAL" clId="{E6925CE3-7288-459F-A61A-926B9B87E3D0}" dt="2026-03-28T08:11:40.125" v="407" actId="14100"/>
          <ac:picMkLst>
            <pc:docMk/>
            <pc:sldMk cId="1982465295" sldId="272"/>
            <ac:picMk id="6" creationId="{1613F39D-1345-DCE3-EDA7-D15EDC0D697F}"/>
          </ac:picMkLst>
        </pc:picChg>
      </pc:sldChg>
      <pc:sldChg chg="addSp delSp add mod">
        <pc:chgData name="Cư, Lê Hoành" userId="8040f1d9-fc08-4340-919f-e31835b09669" providerId="ADAL" clId="{E6925CE3-7288-459F-A61A-926B9B87E3D0}" dt="2026-03-28T08:00:23.150" v="339" actId="478"/>
        <pc:sldMkLst>
          <pc:docMk/>
          <pc:sldMk cId="2072348857" sldId="273"/>
        </pc:sldMkLst>
      </pc:sldChg>
      <pc:sldChg chg="addSp delSp add mod">
        <pc:chgData name="Cư, Lê Hoành" userId="8040f1d9-fc08-4340-919f-e31835b09669" providerId="ADAL" clId="{E6925CE3-7288-459F-A61A-926B9B87E3D0}" dt="2026-03-28T08:00:20.102" v="338" actId="478"/>
        <pc:sldMkLst>
          <pc:docMk/>
          <pc:sldMk cId="2095534593" sldId="274"/>
        </pc:sldMkLst>
      </pc:sldChg>
      <pc:sldChg chg="addSp delSp modSp add mod">
        <pc:chgData name="Cư, Lê Hoành" userId="8040f1d9-fc08-4340-919f-e31835b09669" providerId="ADAL" clId="{E6925CE3-7288-459F-A61A-926B9B87E3D0}" dt="2026-03-28T08:00:17.511" v="337" actId="478"/>
        <pc:sldMkLst>
          <pc:docMk/>
          <pc:sldMk cId="3743665373" sldId="275"/>
        </pc:sldMkLst>
      </pc:sldChg>
      <pc:sldChg chg="addSp delSp modSp add mod">
        <pc:chgData name="Cư, Lê Hoành" userId="8040f1d9-fc08-4340-919f-e31835b09669" providerId="ADAL" clId="{E6925CE3-7288-459F-A61A-926B9B87E3D0}" dt="2026-03-28T08:10:30.764" v="401" actId="14100"/>
        <pc:sldMkLst>
          <pc:docMk/>
          <pc:sldMk cId="2342016393" sldId="277"/>
        </pc:sldMkLst>
        <pc:picChg chg="add mod">
          <ac:chgData name="Cư, Lê Hoành" userId="8040f1d9-fc08-4340-919f-e31835b09669" providerId="ADAL" clId="{E6925CE3-7288-459F-A61A-926B9B87E3D0}" dt="2026-03-28T08:10:30.764" v="401" actId="14100"/>
          <ac:picMkLst>
            <pc:docMk/>
            <pc:sldMk cId="2342016393" sldId="277"/>
            <ac:picMk id="6" creationId="{C0B77BF2-B37B-0307-E73E-2FF3F734ABFF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11:07.271" v="404" actId="14100"/>
        <pc:sldMkLst>
          <pc:docMk/>
          <pc:sldMk cId="988387336" sldId="278"/>
        </pc:sldMkLst>
        <pc:picChg chg="add mod">
          <ac:chgData name="Cư, Lê Hoành" userId="8040f1d9-fc08-4340-919f-e31835b09669" providerId="ADAL" clId="{E6925CE3-7288-459F-A61A-926B9B87E3D0}" dt="2026-03-28T08:11:07.271" v="404" actId="14100"/>
          <ac:picMkLst>
            <pc:docMk/>
            <pc:sldMk cId="988387336" sldId="278"/>
            <ac:picMk id="6" creationId="{9A5373E8-4488-DF98-688B-082AD62B56F9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0:11.604" v="335" actId="478"/>
        <pc:sldMkLst>
          <pc:docMk/>
          <pc:sldMk cId="3014262360" sldId="279"/>
        </pc:sldMkLst>
      </pc:sldChg>
      <pc:sldChg chg="addSp modSp add mod ord">
        <pc:chgData name="Cư, Lê Hoành" userId="8040f1d9-fc08-4340-919f-e31835b09669" providerId="ADAL" clId="{E6925CE3-7288-459F-A61A-926B9B87E3D0}" dt="2026-03-28T08:13:09.477" v="411" actId="113"/>
        <pc:sldMkLst>
          <pc:docMk/>
          <pc:sldMk cId="1030800159" sldId="280"/>
        </pc:sldMkLst>
        <pc:spChg chg="mod">
          <ac:chgData name="Cư, Lê Hoành" userId="8040f1d9-fc08-4340-919f-e31835b09669" providerId="ADAL" clId="{E6925CE3-7288-459F-A61A-926B9B87E3D0}" dt="2026-03-28T08:13:09.477" v="411" actId="113"/>
          <ac:spMkLst>
            <pc:docMk/>
            <pc:sldMk cId="1030800159" sldId="280"/>
            <ac:spMk id="2" creationId="{F07C064B-A81E-7204-C4B4-089C76B5891C}"/>
          </ac:spMkLst>
        </pc:spChg>
        <pc:spChg chg="mod">
          <ac:chgData name="Cư, Lê Hoành" userId="8040f1d9-fc08-4340-919f-e31835b09669" providerId="ADAL" clId="{E6925CE3-7288-459F-A61A-926B9B87E3D0}" dt="2026-03-28T07:49:23.146" v="277" actId="20577"/>
          <ac:spMkLst>
            <pc:docMk/>
            <pc:sldMk cId="1030800159" sldId="280"/>
            <ac:spMk id="3" creationId="{C0DF52DA-0B66-9314-1B6B-09FD0C9221E0}"/>
          </ac:spMkLst>
        </pc:spChg>
        <pc:picChg chg="add">
          <ac:chgData name="Cư, Lê Hoành" userId="8040f1d9-fc08-4340-919f-e31835b09669" providerId="ADAL" clId="{E6925CE3-7288-459F-A61A-926B9B87E3D0}" dt="2026-03-28T08:01:50.186" v="363" actId="22"/>
          <ac:picMkLst>
            <pc:docMk/>
            <pc:sldMk cId="1030800159" sldId="280"/>
            <ac:picMk id="5" creationId="{300586D9-0AE9-667B-44CF-267431223250}"/>
          </ac:picMkLst>
        </pc:picChg>
      </pc:sldChg>
      <pc:sldChg chg="add">
        <pc:chgData name="Cư, Lê Hoành" userId="8040f1d9-fc08-4340-919f-e31835b09669" providerId="ADAL" clId="{E6925CE3-7288-459F-A61A-926B9B87E3D0}" dt="2026-03-27T15:58:07.323" v="229"/>
        <pc:sldMkLst>
          <pc:docMk/>
          <pc:sldMk cId="3968124530" sldId="281"/>
        </pc:sldMkLst>
      </pc:sldChg>
      <pc:sldChg chg="modSp add mod ord">
        <pc:chgData name="Cư, Lê Hoành" userId="8040f1d9-fc08-4340-919f-e31835b09669" providerId="ADAL" clId="{E6925CE3-7288-459F-A61A-926B9B87E3D0}" dt="2026-03-30T10:17:15.794" v="425" actId="20577"/>
        <pc:sldMkLst>
          <pc:docMk/>
          <pc:sldMk cId="1208603177" sldId="282"/>
        </pc:sldMkLst>
        <pc:spChg chg="mod">
          <ac:chgData name="Cư, Lê Hoành" userId="8040f1d9-fc08-4340-919f-e31835b09669" providerId="ADAL" clId="{E6925CE3-7288-459F-A61A-926B9B87E3D0}" dt="2026-03-30T10:17:15.794" v="425" actId="20577"/>
          <ac:spMkLst>
            <pc:docMk/>
            <pc:sldMk cId="1208603177" sldId="282"/>
            <ac:spMk id="2" creationId="{207C68C0-F2EF-AD96-646E-430316CC1FC1}"/>
          </ac:spMkLst>
        </pc:spChg>
        <pc:spChg chg="mod">
          <ac:chgData name="Cư, Lê Hoành" userId="8040f1d9-fc08-4340-919f-e31835b09669" providerId="ADAL" clId="{E6925CE3-7288-459F-A61A-926B9B87E3D0}" dt="2026-03-28T07:50:45.639" v="286"/>
          <ac:spMkLst>
            <pc:docMk/>
            <pc:sldMk cId="1208603177" sldId="282"/>
            <ac:spMk id="3" creationId="{5198B905-8C7A-4B5E-2654-32CA2C72D622}"/>
          </ac:spMkLst>
        </pc:spChg>
      </pc:sldChg>
      <pc:sldChg chg="addSp delSp modSp new mod ord">
        <pc:chgData name="Cư, Lê Hoành" userId="8040f1d9-fc08-4340-919f-e31835b09669" providerId="ADAL" clId="{E6925CE3-7288-459F-A61A-926B9B87E3D0}" dt="2026-03-28T08:02:37.622" v="367" actId="14100"/>
        <pc:sldMkLst>
          <pc:docMk/>
          <pc:sldMk cId="3961396343" sldId="283"/>
        </pc:sldMkLst>
        <pc:picChg chg="add mod">
          <ac:chgData name="Cư, Lê Hoành" userId="8040f1d9-fc08-4340-919f-e31835b09669" providerId="ADAL" clId="{E6925CE3-7288-459F-A61A-926B9B87E3D0}" dt="2026-03-28T08:02:37.622" v="367" actId="14100"/>
          <ac:picMkLst>
            <pc:docMk/>
            <pc:sldMk cId="3961396343" sldId="283"/>
            <ac:picMk id="7" creationId="{BD319829-779D-9D98-2FC1-8FC81627AF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DE25-CF42-C4C7-1746-F9F3EA9C6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E1E88-4AF6-CD11-2C32-62B625CC1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21E8-8833-CAF6-F888-EA084422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DD343-48C6-C085-F384-102B815DB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6F0D8-C01C-5A0D-5EB0-354C21B0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8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822B-8533-18EB-0A25-E3533952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D007-E1F5-D81F-4252-5F260FE4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420D6-37E2-2DFC-D6EF-BB09BE52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ACFBB-11C7-7D1D-0406-2FDFF447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BBD56-9AD8-9B24-73FD-CCE634C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4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E621-6F87-6435-86D0-4D7601F7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44087-674C-CDBA-9C44-08DF489FC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CAAC-3D07-C33F-4335-352FAE9E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446B-E8D3-AB1A-3857-9B676680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63FA5-518B-60E2-C7D4-1ADD56A1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5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D04-87AD-06F1-0B05-0B0C5667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5C0C-4DD2-B4C9-3248-1FC23B081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B4E9A-9740-06A6-CEFE-040C5D4ED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FA50E-9ECD-A31B-9A48-3DE3DA1AC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148CF-4D2C-EBCF-7700-441B23F5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0CB47-9EC5-E0F5-590B-BC343C7F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1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3B24-B20A-6DE6-1129-7F22259F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EAA36-EE6B-2F1B-FAD2-A1BC5D5C4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C54FE-8100-B266-4295-2C1F0E04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DD169-8852-C47E-279D-7C29DB242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C493-281E-3F8C-B0C0-AF3BCDE77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56C55-2D64-AC36-448F-BC21B805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15C7E-62D0-8126-AB90-E1B7BC39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A3343-5637-E84E-127A-12A57130A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154CD-E83A-89F0-4452-852279BF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DED24-5416-525A-AE99-0BD2F98A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9B8A1-1D4D-3DD3-7E54-2F8E47F9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5AEF3-B4DC-E8D7-745F-21D900AA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5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FD3B7-52BF-75B5-00A6-D373434F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81816-E28D-AFB6-FA2D-7B2CC660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D9E59-A915-A4E6-5D5D-99C8055A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1B1E-4DE4-0EE2-4F04-FE534309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246F-46EA-246C-6537-9CF66FE9A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1284A-07E3-D879-F766-3D4153876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FD567-B26D-29EC-5FBE-F6747662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570A0-2294-FA66-9CF5-76BFA6B6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2AAF3-9D10-FE15-511C-9AF419DE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0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FAFB-DDF5-1898-9FDD-E687A44F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290B2-EB0B-0E87-D76E-55C5E90E5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55E52-CC56-82F6-94EC-8EF80E82E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34F6C-B9BF-9700-C4DD-CBCA67BD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F201F-5F20-D542-F496-D3179A2A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1D5AE-7C00-B090-8F23-102B7C36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5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ED88-6970-701B-E0B0-31569C3D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B616A-092E-7C7E-9FD5-B34955599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0068C-8452-BB58-95A7-54C8C1FE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531BF-924A-B223-1BDF-7F760BDE8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E6CA6-BA4D-FDDD-0681-0A6465D4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4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08D98-3F48-382B-E56E-85FCC19DD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C94FE-19A0-C63A-3B8C-244A1CDDC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5B6B5-29FD-E9BF-12BE-EA7A1794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6FC7B-E785-D829-3A38-6BEA6F84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3FECC-3859-CDC6-11B9-F3750D95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6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E5471-4BB6-E03B-9249-15885B06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B2BEF-CEA7-2DEF-B2BB-EDA5F9D91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0C4B-802A-F433-1A03-0A9EA3DB2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9AC49-766B-4D84-BB87-4926D29761B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D1A6-1166-4C36-3954-6B10149A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24CE4-2030-77DE-2374-889DEAAB8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5318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5406" TargetMode="Externa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96778" TargetMode="Externa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3DAF-2EE7-B948-6C9D-6669CDDD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C064B-A81E-7204-C4B4-089C76B58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286" y="434386"/>
            <a:ext cx="11255828" cy="9241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51. </a:t>
            </a:r>
            <a:r>
              <a:rPr lang="en-US" b="1" dirty="0" err="1"/>
              <a:t>Tóm</a:t>
            </a:r>
            <a:r>
              <a:rPr lang="en-US" b="1" dirty="0"/>
              <a:t> </a:t>
            </a:r>
            <a:r>
              <a:rPr lang="en-US" b="1" dirty="0" err="1"/>
              <a:t>tắt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thức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en-US" b="1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F52DA-0B66-9314-1B6B-09FD0C922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0788" y="1773238"/>
            <a:ext cx="9144000" cy="16557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ACE58-D63A-2699-18E5-6A78AF80A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1742934"/>
            <a:ext cx="10071558" cy="438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0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B25F-65C1-D45E-0439-9BE3133BC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A1C68A-E43E-FA09-963D-B7DEFE09A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764" y="365125"/>
            <a:ext cx="10641036" cy="597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9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4E07-D642-EE17-9839-529FF5FB4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819" y="188370"/>
            <a:ext cx="10162902" cy="82400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45F08-3A2E-B8DA-2EEF-CF9D005A8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2114" y="1773238"/>
            <a:ext cx="9866811" cy="16557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88EF0-10BA-08FD-766E-B029AB824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19" y="489857"/>
            <a:ext cx="10736252" cy="603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069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CD74-874C-35B2-7CBF-0F24F33C5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C2453-4DA8-7710-9801-AD6C02D6C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055557-711A-3EC9-99B4-54F1BC2F0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40" y="685800"/>
            <a:ext cx="10856801" cy="575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6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9BA2-C0CD-BCAA-A6CC-B5186EFD3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0023-E0AD-742C-39CC-97AC6A2C5B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08FAC-3308-7787-39D0-4A6F733152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2845A-5449-E7BA-04E0-7EA38FBE1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94" y="729343"/>
            <a:ext cx="11283320" cy="561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92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C0F5E-F683-8BCF-D96D-BE2C166C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1356-AB5A-797D-9181-6500F85D24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BB489-946A-B52F-4B5B-0968CC797D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A3F05-B900-C3EA-338E-105C7388F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928" y="555171"/>
            <a:ext cx="10742872" cy="604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15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73B6B-9AE5-5CE4-3F33-0B657877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AC89-08F5-B910-AA26-6565FEB976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823AB-4973-D0E9-54F5-D21945D8C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72C1EC-1E00-6950-23CD-38E84C6D3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12" y="544287"/>
            <a:ext cx="10452888" cy="589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9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F1C3-84D0-B04A-7E8D-528724EA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6AFD-D299-BF73-C006-D307A59EED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559B23-D493-7966-DB23-6247C4D0B6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E7A24B-FC2A-C742-1A62-1C2AF3236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1" y="595436"/>
            <a:ext cx="10624458" cy="601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53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063F1-43D4-4B03-32D0-CCE6EF72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6F68-4891-7002-E359-1F0F70846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536B5-9AD2-3078-CE9B-FF41D8E140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23AC9-13B4-EB11-DA11-E550B62E0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96" y="642257"/>
            <a:ext cx="10384575" cy="575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48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EED5-A1BF-AA0F-22A4-AA078656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0FCE-A6E1-7CD2-77FF-1DB28192D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4D574-7816-9C0E-2F7E-5B98DB707F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1E332-0874-11F7-3256-372BE6C81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992" y="544287"/>
            <a:ext cx="10485065" cy="60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34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46CEB-1B38-7E50-EB38-3E12AD4A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32D1-DD36-EF55-8D87-93AED4DE4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5AB33-0EB9-D75D-29EA-1083066C3F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ABDCA-DCE8-CAD5-5C9E-D31D17952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50" y="522515"/>
            <a:ext cx="10296993" cy="590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65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9FAB-B8C4-7431-2759-9D2A462F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7DEF-4FD0-EB29-216F-5F7B302DE5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E8542-82F8-63B5-1A49-5EA5D2E595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DD7717-227F-7A05-6D37-B4EC1AAAE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30" y="609599"/>
            <a:ext cx="10561656" cy="596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62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BC3D-7DDD-832A-43F4-3F84F115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828-3B73-DEE9-A960-977028409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163DB-24A9-2E5E-0A7C-013DE6CF38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359605-D312-764E-9FD9-AC4EBDB17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29" y="736305"/>
            <a:ext cx="10308771" cy="575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24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19A67A-CFD8-8406-7EF9-78E9A8917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71" y="407444"/>
            <a:ext cx="10700658" cy="617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41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3D9EF-D056-528D-4770-D1E0EF02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8D8513-53E7-C029-1D86-669F15CBF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41" y="489857"/>
            <a:ext cx="10659088" cy="603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46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44ACB-1408-AE7F-C5BD-01996362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819CEA-E740-16A2-9F2E-003433EBF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048" y="454451"/>
            <a:ext cx="10227837" cy="579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46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340A-6EBD-071B-50A6-CB299F8F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D2E860-F10D-CE63-3ED5-4DE1C48AA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9" y="555840"/>
            <a:ext cx="10101942" cy="575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76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A0CC-C976-7716-154C-BD09EBB4B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70F5C-F2D7-2973-5CA7-F096968D4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82" y="568707"/>
            <a:ext cx="10231761" cy="575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65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C427A-E1B6-12F9-76CC-591105E95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99CFE1-DB10-6F5D-0B1D-1190EA74D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15" y="391887"/>
            <a:ext cx="10974185" cy="615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45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CC0F2-9CAB-E351-88D3-14B178FE9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49700F-A263-53F2-0880-9418D2A50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576" y="653143"/>
            <a:ext cx="10304940" cy="573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9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97D8B-1015-27EE-F2B8-51D77721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7048EF-BFD2-F862-1C19-C79960A00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86" y="521505"/>
            <a:ext cx="10221685" cy="601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29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C92C5-F2B7-65AE-13CD-91814D46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44C3E0-7964-6542-1784-41B88EAAC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14" y="669924"/>
            <a:ext cx="10306483" cy="581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981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87C00-3936-1FBB-ED4F-2AE642F77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A50F75-9147-2979-BB15-79CE7C80D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24" y="762000"/>
            <a:ext cx="11004490" cy="53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57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841A2-231A-9871-2AF7-4EFA11BD8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495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46F74-A19A-0C93-7B47-10BCAA19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68C0-F2EF-AD96-646E-430316CC1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5623" y="623797"/>
            <a:ext cx="9144000" cy="976403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8B905-8C7A-4B5E-2654-32CA2C72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623" y="1773238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603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7313-D98D-5593-A49E-CCD0A17F27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B00FF-84B8-CBFD-1DEA-95FAE14B9A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7416D-5805-1721-D254-0D4B7288C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697" y="24089"/>
            <a:ext cx="7364606" cy="680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58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5F6F-4497-B233-765C-D87E0A5B0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1568"/>
          </a:xfrm>
        </p:spPr>
        <p:txBody>
          <a:bodyPr/>
          <a:lstStyle/>
          <a:p>
            <a:r>
              <a:rPr lang="en-US" dirty="0" err="1"/>
              <a:t>Sữa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0BF74-7DFE-EB46-C548-3EDBA46DC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80" y="2156415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855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DA5C1-2828-6BFA-DA76-A845170B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553F-C469-1FAC-9CBE-5842075A4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4960" y="530180"/>
            <a:ext cx="9144000" cy="1080906"/>
          </a:xfrm>
        </p:spPr>
        <p:txBody>
          <a:bodyPr>
            <a:normAutofit fontScale="90000"/>
          </a:bodyPr>
          <a:lstStyle/>
          <a:p>
            <a:r>
              <a:rPr lang="en-US" dirty="0"/>
              <a:t>41. Cách </a:t>
            </a:r>
            <a:r>
              <a:rPr lang="en-US" dirty="0" err="1"/>
              <a:t>tạo</a:t>
            </a:r>
            <a:r>
              <a:rPr lang="en-US" dirty="0"/>
              <a:t> Dim Table </a:t>
            </a:r>
            <a:r>
              <a:rPr lang="en-US" dirty="0" err="1"/>
              <a:t>bổ</a:t>
            </a:r>
            <a:r>
              <a:rPr lang="en-US" dirty="0"/>
              <a:t> sung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7A018-D762-4857-83E3-E73DA229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4960" y="2059577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526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99FD-9F62-04CA-8FCA-678B402D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266D2-64E3-75CB-A74F-C9F5E7852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49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75</Words>
  <Application>Microsoft Office PowerPoint</Application>
  <PresentationFormat>Widescreen</PresentationFormat>
  <Paragraphs>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51. Tóm tắt một số kiến thức cơ bản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 chương 5</vt:lpstr>
      <vt:lpstr>PowerPoint Presentation</vt:lpstr>
      <vt:lpstr>Sữa bài tập chương 5</vt:lpstr>
      <vt:lpstr>41. Cách tạo Dim Table bổ sung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22</cp:revision>
  <dcterms:created xsi:type="dcterms:W3CDTF">2026-03-27T15:25:52Z</dcterms:created>
  <dcterms:modified xsi:type="dcterms:W3CDTF">2026-04-01T13:31:22Z</dcterms:modified>
</cp:coreProperties>
</file>