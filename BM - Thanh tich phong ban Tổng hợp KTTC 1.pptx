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4"/>
  </p:sldMasterIdLst>
  <p:notesMasterIdLst>
    <p:notesMasterId r:id="rId19"/>
  </p:notesMasterIdLst>
  <p:sldIdLst>
    <p:sldId id="9489" r:id="rId5"/>
    <p:sldId id="9649" r:id="rId6"/>
    <p:sldId id="9498" r:id="rId7"/>
    <p:sldId id="9653" r:id="rId8"/>
    <p:sldId id="9631" r:id="rId9"/>
    <p:sldId id="9497" r:id="rId10"/>
    <p:sldId id="9634" r:id="rId11"/>
    <p:sldId id="9658" r:id="rId12"/>
    <p:sldId id="9652" r:id="rId13"/>
    <p:sldId id="9656" r:id="rId14"/>
    <p:sldId id="9651" r:id="rId15"/>
    <p:sldId id="9654" r:id="rId16"/>
    <p:sldId id="9657" r:id="rId17"/>
    <p:sldId id="260"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48F0260-BC9E-42A2-A276-5D163D2FE311}">
          <p14:sldIdLst>
            <p14:sldId id="9489"/>
            <p14:sldId id="9649"/>
            <p14:sldId id="9498"/>
            <p14:sldId id="9653"/>
            <p14:sldId id="9631"/>
            <p14:sldId id="9497"/>
            <p14:sldId id="9634"/>
            <p14:sldId id="9658"/>
            <p14:sldId id="9652"/>
            <p14:sldId id="9656"/>
            <p14:sldId id="9651"/>
            <p14:sldId id="9654"/>
            <p14:sldId id="9657"/>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8F03"/>
    <a:srgbClr val="0000FF"/>
    <a:srgbClr val="119303"/>
    <a:srgbClr val="7ED957"/>
    <a:srgbClr val="087ED6"/>
    <a:srgbClr val="0FAACF"/>
    <a:srgbClr val="009EDE"/>
    <a:srgbClr val="66FFFF"/>
    <a:srgbClr val="00A4DE"/>
    <a:srgbClr val="B653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5B25D-8AF6-4B03-A189-2308205E9959}" v="2" dt="2026-07-13T09:09:30.903"/>
  </p1510:revLst>
</p1510:revInfo>
</file>

<file path=ppt/tableStyles.xml><?xml version="1.0" encoding="utf-8"?>
<a:tblStyleLst xmlns:a="http://schemas.openxmlformats.org/drawingml/2006/main" def="{6A077030-E235-474E-B3E8-3EB61F41259E}">
  <a:tblStyle styleId="{6A077030-E235-474E-B3E8-3EB61F4125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3447" autoAdjust="0"/>
  </p:normalViewPr>
  <p:slideViewPr>
    <p:cSldViewPr snapToGrid="0">
      <p:cViewPr varScale="1">
        <p:scale>
          <a:sx n="79" d="100"/>
          <a:sy n="79" d="100"/>
        </p:scale>
        <p:origin x="856"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ộc, Giang Văn" userId="2aa0a4a0-acfd-4432-b369-36bae7671320" providerId="ADAL" clId="{32FB6EC0-03F3-4774-8D47-F25847137AC7}"/>
    <pc:docChg chg="undo custSel addSld delSld modSld modSection">
      <pc:chgData name="Lộc, Giang Văn" userId="2aa0a4a0-acfd-4432-b369-36bae7671320" providerId="ADAL" clId="{32FB6EC0-03F3-4774-8D47-F25847137AC7}" dt="2026-07-14T01:05:15.800" v="2084" actId="1076"/>
      <pc:docMkLst>
        <pc:docMk/>
      </pc:docMkLst>
      <pc:sldChg chg="modSp mod">
        <pc:chgData name="Lộc, Giang Văn" userId="2aa0a4a0-acfd-4432-b369-36bae7671320" providerId="ADAL" clId="{32FB6EC0-03F3-4774-8D47-F25847137AC7}" dt="2026-07-13T08:58:32.298" v="1743" actId="20577"/>
        <pc:sldMkLst>
          <pc:docMk/>
          <pc:sldMk cId="0" sldId="9489"/>
        </pc:sldMkLst>
        <pc:spChg chg="mod">
          <ac:chgData name="Lộc, Giang Văn" userId="2aa0a4a0-acfd-4432-b369-36bae7671320" providerId="ADAL" clId="{32FB6EC0-03F3-4774-8D47-F25847137AC7}" dt="2026-07-13T08:58:32.298" v="1743" actId="20577"/>
          <ac:spMkLst>
            <pc:docMk/>
            <pc:sldMk cId="0" sldId="9489"/>
            <ac:spMk id="12" creationId="{3301B1B4-0A12-E443-9E62-37C045EFDA43}"/>
          </ac:spMkLst>
        </pc:spChg>
      </pc:sldChg>
      <pc:sldChg chg="addSp delSp modSp mod">
        <pc:chgData name="Lộc, Giang Văn" userId="2aa0a4a0-acfd-4432-b369-36bae7671320" providerId="ADAL" clId="{32FB6EC0-03F3-4774-8D47-F25847137AC7}" dt="2026-07-13T09:08:45.581" v="1748" actId="20577"/>
        <pc:sldMkLst>
          <pc:docMk/>
          <pc:sldMk cId="285459011" sldId="9497"/>
        </pc:sldMkLst>
        <pc:spChg chg="mod">
          <ac:chgData name="Lộc, Giang Văn" userId="2aa0a4a0-acfd-4432-b369-36bae7671320" providerId="ADAL" clId="{32FB6EC0-03F3-4774-8D47-F25847137AC7}" dt="2026-07-10T04:33:27.837" v="759" actId="20577"/>
          <ac:spMkLst>
            <pc:docMk/>
            <pc:sldMk cId="285459011" sldId="9497"/>
            <ac:spMk id="3" creationId="{AF842B6E-1D90-1433-9E0E-3746E484B54D}"/>
          </ac:spMkLst>
        </pc:spChg>
        <pc:spChg chg="mod">
          <ac:chgData name="Lộc, Giang Văn" userId="2aa0a4a0-acfd-4432-b369-36bae7671320" providerId="ADAL" clId="{32FB6EC0-03F3-4774-8D47-F25847137AC7}" dt="2026-07-13T09:08:45.581" v="1748" actId="20577"/>
          <ac:spMkLst>
            <pc:docMk/>
            <pc:sldMk cId="285459011" sldId="9497"/>
            <ac:spMk id="6" creationId="{A1039C1E-917E-2E35-9B61-41FFFFE28ACD}"/>
          </ac:spMkLst>
        </pc:spChg>
        <pc:picChg chg="add mod">
          <ac:chgData name="Lộc, Giang Văn" userId="2aa0a4a0-acfd-4432-b369-36bae7671320" providerId="ADAL" clId="{32FB6EC0-03F3-4774-8D47-F25847137AC7}" dt="2026-07-10T04:38:03.853" v="771" actId="14100"/>
          <ac:picMkLst>
            <pc:docMk/>
            <pc:sldMk cId="285459011" sldId="9497"/>
            <ac:picMk id="8" creationId="{FA377AC0-1DD5-BF6A-F317-0DDE034027A3}"/>
          </ac:picMkLst>
        </pc:picChg>
      </pc:sldChg>
      <pc:sldChg chg="addSp delSp modSp mod">
        <pc:chgData name="Lộc, Giang Văn" userId="2aa0a4a0-acfd-4432-b369-36bae7671320" providerId="ADAL" clId="{32FB6EC0-03F3-4774-8D47-F25847137AC7}" dt="2026-07-13T09:09:03.709" v="1749" actId="255"/>
        <pc:sldMkLst>
          <pc:docMk/>
          <pc:sldMk cId="1523954437" sldId="9631"/>
        </pc:sldMkLst>
        <pc:spChg chg="mod">
          <ac:chgData name="Lộc, Giang Văn" userId="2aa0a4a0-acfd-4432-b369-36bae7671320" providerId="ADAL" clId="{32FB6EC0-03F3-4774-8D47-F25847137AC7}" dt="2026-07-13T09:09:03.709" v="1749" actId="255"/>
          <ac:spMkLst>
            <pc:docMk/>
            <pc:sldMk cId="1523954437" sldId="9631"/>
            <ac:spMk id="6" creationId="{DC622936-2272-A3C7-9EC8-D32CB121D07D}"/>
          </ac:spMkLst>
        </pc:spChg>
        <pc:spChg chg="mod">
          <ac:chgData name="Lộc, Giang Văn" userId="2aa0a4a0-acfd-4432-b369-36bae7671320" providerId="ADAL" clId="{32FB6EC0-03F3-4774-8D47-F25847137AC7}" dt="2026-07-10T04:40:15.112" v="797" actId="207"/>
          <ac:spMkLst>
            <pc:docMk/>
            <pc:sldMk cId="1523954437" sldId="9631"/>
            <ac:spMk id="8" creationId="{72CE4B03-562C-9A05-2CE2-ACF17C7C6C6F}"/>
          </ac:spMkLst>
        </pc:spChg>
        <pc:picChg chg="add mod">
          <ac:chgData name="Lộc, Giang Văn" userId="2aa0a4a0-acfd-4432-b369-36bae7671320" providerId="ADAL" clId="{32FB6EC0-03F3-4774-8D47-F25847137AC7}" dt="2026-07-10T04:41:17.776" v="806" actId="14100"/>
          <ac:picMkLst>
            <pc:docMk/>
            <pc:sldMk cId="1523954437" sldId="9631"/>
            <ac:picMk id="13" creationId="{08900035-5698-6EE6-9A7D-69B64A2DCE24}"/>
          </ac:picMkLst>
        </pc:picChg>
      </pc:sldChg>
      <pc:sldChg chg="del">
        <pc:chgData name="Lộc, Giang Văn" userId="2aa0a4a0-acfd-4432-b369-36bae7671320" providerId="ADAL" clId="{32FB6EC0-03F3-4774-8D47-F25847137AC7}" dt="2026-07-13T08:13:45.278" v="1722" actId="47"/>
        <pc:sldMkLst>
          <pc:docMk/>
          <pc:sldMk cId="800856317" sldId="9633"/>
        </pc:sldMkLst>
      </pc:sldChg>
      <pc:sldChg chg="addSp delSp modSp mod">
        <pc:chgData name="Lộc, Giang Văn" userId="2aa0a4a0-acfd-4432-b369-36bae7671320" providerId="ADAL" clId="{32FB6EC0-03F3-4774-8D47-F25847137AC7}" dt="2026-07-13T09:09:17.235" v="1754" actId="20577"/>
        <pc:sldMkLst>
          <pc:docMk/>
          <pc:sldMk cId="3035042224" sldId="9634"/>
        </pc:sldMkLst>
        <pc:spChg chg="mod">
          <ac:chgData name="Lộc, Giang Văn" userId="2aa0a4a0-acfd-4432-b369-36bae7671320" providerId="ADAL" clId="{32FB6EC0-03F3-4774-8D47-F25847137AC7}" dt="2026-07-13T05:52:17.731" v="1341" actId="207"/>
          <ac:spMkLst>
            <pc:docMk/>
            <pc:sldMk cId="3035042224" sldId="9634"/>
            <ac:spMk id="3" creationId="{7C957678-3F9A-59EA-0932-1FA9E56A1892}"/>
          </ac:spMkLst>
        </pc:spChg>
        <pc:spChg chg="mod">
          <ac:chgData name="Lộc, Giang Văn" userId="2aa0a4a0-acfd-4432-b369-36bae7671320" providerId="ADAL" clId="{32FB6EC0-03F3-4774-8D47-F25847137AC7}" dt="2026-07-13T09:09:17.235" v="1754" actId="20577"/>
          <ac:spMkLst>
            <pc:docMk/>
            <pc:sldMk cId="3035042224" sldId="9634"/>
            <ac:spMk id="6" creationId="{29EFA293-69C7-7197-1C65-16AD03CD5EB7}"/>
          </ac:spMkLst>
        </pc:spChg>
        <pc:picChg chg="add mod">
          <ac:chgData name="Lộc, Giang Văn" userId="2aa0a4a0-acfd-4432-b369-36bae7671320" providerId="ADAL" clId="{32FB6EC0-03F3-4774-8D47-F25847137AC7}" dt="2026-07-10T04:29:43.057" v="549" actId="14100"/>
          <ac:picMkLst>
            <pc:docMk/>
            <pc:sldMk cId="3035042224" sldId="9634"/>
            <ac:picMk id="10" creationId="{772E7BD3-3F33-ACA8-BB4B-5D6AA036A906}"/>
          </ac:picMkLst>
        </pc:picChg>
      </pc:sldChg>
      <pc:sldChg chg="addSp delSp modSp mod">
        <pc:chgData name="Lộc, Giang Văn" userId="2aa0a4a0-acfd-4432-b369-36bae7671320" providerId="ADAL" clId="{32FB6EC0-03F3-4774-8D47-F25847137AC7}" dt="2026-07-13T09:22:59.700" v="2069" actId="207"/>
        <pc:sldMkLst>
          <pc:docMk/>
          <pc:sldMk cId="3047992320" sldId="9651"/>
        </pc:sldMkLst>
        <pc:spChg chg="mod">
          <ac:chgData name="Lộc, Giang Văn" userId="2aa0a4a0-acfd-4432-b369-36bae7671320" providerId="ADAL" clId="{32FB6EC0-03F3-4774-8D47-F25847137AC7}" dt="2026-07-13T08:10:31.080" v="1713" actId="1076"/>
          <ac:spMkLst>
            <pc:docMk/>
            <pc:sldMk cId="3047992320" sldId="9651"/>
            <ac:spMk id="5" creationId="{6811B50F-CCB4-D13D-9ED1-82D44F72F48F}"/>
          </ac:spMkLst>
        </pc:spChg>
        <pc:spChg chg="mod">
          <ac:chgData name="Lộc, Giang Văn" userId="2aa0a4a0-acfd-4432-b369-36bae7671320" providerId="ADAL" clId="{32FB6EC0-03F3-4774-8D47-F25847137AC7}" dt="2026-07-10T04:49:29.911" v="1026" actId="20577"/>
          <ac:spMkLst>
            <pc:docMk/>
            <pc:sldMk cId="3047992320" sldId="9651"/>
            <ac:spMk id="6" creationId="{E2638C61-A2E3-A33A-FBAE-9281D27B868A}"/>
          </ac:spMkLst>
        </pc:spChg>
        <pc:spChg chg="mod">
          <ac:chgData name="Lộc, Giang Văn" userId="2aa0a4a0-acfd-4432-b369-36bae7671320" providerId="ADAL" clId="{32FB6EC0-03F3-4774-8D47-F25847137AC7}" dt="2026-07-13T09:22:59.700" v="2069" actId="207"/>
          <ac:spMkLst>
            <pc:docMk/>
            <pc:sldMk cId="3047992320" sldId="9651"/>
            <ac:spMk id="14" creationId="{7DFBC27D-4951-18CE-1165-250F6C0B0C78}"/>
          </ac:spMkLst>
        </pc:spChg>
        <pc:picChg chg="del">
          <ac:chgData name="Lộc, Giang Văn" userId="2aa0a4a0-acfd-4432-b369-36bae7671320" providerId="ADAL" clId="{32FB6EC0-03F3-4774-8D47-F25847137AC7}" dt="2026-07-13T08:09:17.108" v="1703" actId="478"/>
          <ac:picMkLst>
            <pc:docMk/>
            <pc:sldMk cId="3047992320" sldId="9651"/>
            <ac:picMk id="3" creationId="{495C7B7D-C4A4-8883-370C-6E75BC6B3699}"/>
          </ac:picMkLst>
        </pc:picChg>
        <pc:picChg chg="add mod">
          <ac:chgData name="Lộc, Giang Văn" userId="2aa0a4a0-acfd-4432-b369-36bae7671320" providerId="ADAL" clId="{32FB6EC0-03F3-4774-8D47-F25847137AC7}" dt="2026-07-13T08:10:03.396" v="1709" actId="1076"/>
          <ac:picMkLst>
            <pc:docMk/>
            <pc:sldMk cId="3047992320" sldId="9651"/>
            <ac:picMk id="4" creationId="{90B8704A-BED4-1707-273B-5EE345D7E1DC}"/>
          </ac:picMkLst>
        </pc:picChg>
      </pc:sldChg>
      <pc:sldChg chg="addSp delSp modSp mod">
        <pc:chgData name="Lộc, Giang Văn" userId="2aa0a4a0-acfd-4432-b369-36bae7671320" providerId="ADAL" clId="{32FB6EC0-03F3-4774-8D47-F25847137AC7}" dt="2026-07-13T09:22:18.097" v="2068" actId="20577"/>
        <pc:sldMkLst>
          <pc:docMk/>
          <pc:sldMk cId="2418129360" sldId="9652"/>
        </pc:sldMkLst>
        <pc:graphicFrameChg chg="del modGraphic">
          <ac:chgData name="Lộc, Giang Văn" userId="2aa0a4a0-acfd-4432-b369-36bae7671320" providerId="ADAL" clId="{32FB6EC0-03F3-4774-8D47-F25847137AC7}" dt="2026-07-13T08:10:59.907" v="1715" actId="478"/>
          <ac:graphicFrameMkLst>
            <pc:docMk/>
            <pc:sldMk cId="2418129360" sldId="9652"/>
            <ac:graphicFrameMk id="3" creationId="{B6490E61-F331-192B-DBB7-CD282945B87D}"/>
          </ac:graphicFrameMkLst>
        </pc:graphicFrameChg>
        <pc:graphicFrameChg chg="add mod modGraphic">
          <ac:chgData name="Lộc, Giang Văn" userId="2aa0a4a0-acfd-4432-b369-36bae7671320" providerId="ADAL" clId="{32FB6EC0-03F3-4774-8D47-F25847137AC7}" dt="2026-07-13T09:22:18.097" v="2068" actId="20577"/>
          <ac:graphicFrameMkLst>
            <pc:docMk/>
            <pc:sldMk cId="2418129360" sldId="9652"/>
            <ac:graphicFrameMk id="4" creationId="{495D4307-C31A-870B-4A02-6BDF99C65BF2}"/>
          </ac:graphicFrameMkLst>
        </pc:graphicFrameChg>
        <pc:graphicFrameChg chg="del">
          <ac:chgData name="Lộc, Giang Văn" userId="2aa0a4a0-acfd-4432-b369-36bae7671320" providerId="ADAL" clId="{32FB6EC0-03F3-4774-8D47-F25847137AC7}" dt="2026-07-13T08:11:04.794" v="1716" actId="478"/>
          <ac:graphicFrameMkLst>
            <pc:docMk/>
            <pc:sldMk cId="2418129360" sldId="9652"/>
            <ac:graphicFrameMk id="5" creationId="{7439BFA6-3FF6-F577-E735-B273DA68482A}"/>
          </ac:graphicFrameMkLst>
        </pc:graphicFrameChg>
      </pc:sldChg>
      <pc:sldChg chg="addSp delSp modSp mod">
        <pc:chgData name="Lộc, Giang Văn" userId="2aa0a4a0-acfd-4432-b369-36bae7671320" providerId="ADAL" clId="{32FB6EC0-03F3-4774-8D47-F25847137AC7}" dt="2026-07-14T01:05:15.800" v="2084" actId="1076"/>
        <pc:sldMkLst>
          <pc:docMk/>
          <pc:sldMk cId="1567032401" sldId="9654"/>
        </pc:sldMkLst>
        <pc:spChg chg="mod">
          <ac:chgData name="Lộc, Giang Văn" userId="2aa0a4a0-acfd-4432-b369-36bae7671320" providerId="ADAL" clId="{32FB6EC0-03F3-4774-8D47-F25847137AC7}" dt="2026-07-10T04:50:08.944" v="1113" actId="20577"/>
          <ac:spMkLst>
            <pc:docMk/>
            <pc:sldMk cId="1567032401" sldId="9654"/>
            <ac:spMk id="6" creationId="{3CB15331-B896-3C60-B6A6-527FA22890C7}"/>
          </ac:spMkLst>
        </pc:spChg>
        <pc:spChg chg="add mod">
          <ac:chgData name="Lộc, Giang Văn" userId="2aa0a4a0-acfd-4432-b369-36bae7671320" providerId="ADAL" clId="{32FB6EC0-03F3-4774-8D47-F25847137AC7}" dt="2026-07-14T01:05:15.800" v="2084" actId="1076"/>
          <ac:spMkLst>
            <pc:docMk/>
            <pc:sldMk cId="1567032401" sldId="9654"/>
            <ac:spMk id="7" creationId="{3A3A5FCA-45A0-B23F-2372-553222C7105D}"/>
          </ac:spMkLst>
        </pc:spChg>
        <pc:spChg chg="mod">
          <ac:chgData name="Lộc, Giang Văn" userId="2aa0a4a0-acfd-4432-b369-36bae7671320" providerId="ADAL" clId="{32FB6EC0-03F3-4774-8D47-F25847137AC7}" dt="2026-07-14T01:04:12.791" v="2076" actId="1076"/>
          <ac:spMkLst>
            <pc:docMk/>
            <pc:sldMk cId="1567032401" sldId="9654"/>
            <ac:spMk id="8" creationId="{1B14A241-8144-1D43-C6C3-DBBDF72692A0}"/>
          </ac:spMkLst>
        </pc:spChg>
        <pc:spChg chg="del">
          <ac:chgData name="Lộc, Giang Văn" userId="2aa0a4a0-acfd-4432-b369-36bae7671320" providerId="ADAL" clId="{32FB6EC0-03F3-4774-8D47-F25847137AC7}" dt="2026-07-14T01:03:57.078" v="2074" actId="21"/>
          <ac:spMkLst>
            <pc:docMk/>
            <pc:sldMk cId="1567032401" sldId="9654"/>
            <ac:spMk id="10" creationId="{24DAC368-969D-6829-AEB6-6E23619D4427}"/>
          </ac:spMkLst>
        </pc:spChg>
        <pc:picChg chg="add mod">
          <ac:chgData name="Lộc, Giang Văn" userId="2aa0a4a0-acfd-4432-b369-36bae7671320" providerId="ADAL" clId="{32FB6EC0-03F3-4774-8D47-F25847137AC7}" dt="2026-07-14T01:04:16.339" v="2077" actId="14100"/>
          <ac:picMkLst>
            <pc:docMk/>
            <pc:sldMk cId="1567032401" sldId="9654"/>
            <ac:picMk id="3" creationId="{6B65D34E-66E8-6B88-A447-A36C030FDA31}"/>
          </ac:picMkLst>
        </pc:picChg>
        <pc:picChg chg="del">
          <ac:chgData name="Lộc, Giang Văn" userId="2aa0a4a0-acfd-4432-b369-36bae7671320" providerId="ADAL" clId="{32FB6EC0-03F3-4774-8D47-F25847137AC7}" dt="2026-07-14T01:02:38.492" v="2071" actId="478"/>
          <ac:picMkLst>
            <pc:docMk/>
            <pc:sldMk cId="1567032401" sldId="9654"/>
            <ac:picMk id="4" creationId="{D4AE730F-83FF-873F-B8BF-79FF7A32C7D3}"/>
          </ac:picMkLst>
        </pc:picChg>
      </pc:sldChg>
      <pc:sldChg chg="modSp mod">
        <pc:chgData name="Lộc, Giang Văn" userId="2aa0a4a0-acfd-4432-b369-36bae7671320" providerId="ADAL" clId="{32FB6EC0-03F3-4774-8D47-F25847137AC7}" dt="2026-07-13T09:18:35.653" v="2047" actId="207"/>
        <pc:sldMkLst>
          <pc:docMk/>
          <pc:sldMk cId="1936381381" sldId="9656"/>
        </pc:sldMkLst>
        <pc:graphicFrameChg chg="mod modGraphic">
          <ac:chgData name="Lộc, Giang Văn" userId="2aa0a4a0-acfd-4432-b369-36bae7671320" providerId="ADAL" clId="{32FB6EC0-03F3-4774-8D47-F25847137AC7}" dt="2026-07-13T09:18:35.653" v="2047" actId="207"/>
          <ac:graphicFrameMkLst>
            <pc:docMk/>
            <pc:sldMk cId="1936381381" sldId="9656"/>
            <ac:graphicFrameMk id="5" creationId="{CBBF61EA-395E-41F2-8C4A-F88D83DD89CF}"/>
          </ac:graphicFrameMkLst>
        </pc:graphicFrameChg>
      </pc:sldChg>
      <pc:sldChg chg="addSp delSp modSp mod">
        <pc:chgData name="Lộc, Giang Văn" userId="2aa0a4a0-acfd-4432-b369-36bae7671320" providerId="ADAL" clId="{32FB6EC0-03F3-4774-8D47-F25847137AC7}" dt="2026-07-13T06:30:01.444" v="1648" actId="14100"/>
        <pc:sldMkLst>
          <pc:docMk/>
          <pc:sldMk cId="3404416572" sldId="9657"/>
        </pc:sldMkLst>
        <pc:spChg chg="mod">
          <ac:chgData name="Lộc, Giang Văn" userId="2aa0a4a0-acfd-4432-b369-36bae7671320" providerId="ADAL" clId="{32FB6EC0-03F3-4774-8D47-F25847137AC7}" dt="2026-07-13T06:29:56.562" v="1647" actId="20577"/>
          <ac:spMkLst>
            <pc:docMk/>
            <pc:sldMk cId="3404416572" sldId="9657"/>
            <ac:spMk id="4" creationId="{0F611B5A-D5A5-0B6C-3771-B9E6C77C7434}"/>
          </ac:spMkLst>
        </pc:spChg>
        <pc:spChg chg="mod">
          <ac:chgData name="Lộc, Giang Văn" userId="2aa0a4a0-acfd-4432-b369-36bae7671320" providerId="ADAL" clId="{32FB6EC0-03F3-4774-8D47-F25847137AC7}" dt="2026-07-10T04:50:45.811" v="1162" actId="6549"/>
          <ac:spMkLst>
            <pc:docMk/>
            <pc:sldMk cId="3404416572" sldId="9657"/>
            <ac:spMk id="6" creationId="{2085889C-0E23-76F4-7F89-D20A2919BBC3}"/>
          </ac:spMkLst>
        </pc:spChg>
        <pc:picChg chg="add mod">
          <ac:chgData name="Lộc, Giang Văn" userId="2aa0a4a0-acfd-4432-b369-36bae7671320" providerId="ADAL" clId="{32FB6EC0-03F3-4774-8D47-F25847137AC7}" dt="2026-07-13T06:30:01.444" v="1648" actId="14100"/>
          <ac:picMkLst>
            <pc:docMk/>
            <pc:sldMk cId="3404416572" sldId="9657"/>
            <ac:picMk id="3" creationId="{75460AF7-5FE5-20A6-85BC-E37421732AAD}"/>
          </ac:picMkLst>
        </pc:picChg>
      </pc:sldChg>
      <pc:sldChg chg="addSp delSp modSp add mod">
        <pc:chgData name="Lộc, Giang Văn" userId="2aa0a4a0-acfd-4432-b369-36bae7671320" providerId="ADAL" clId="{32FB6EC0-03F3-4774-8D47-F25847137AC7}" dt="2026-07-13T09:21:06.743" v="2054" actId="14100"/>
        <pc:sldMkLst>
          <pc:docMk/>
          <pc:sldMk cId="1895150682" sldId="9658"/>
        </pc:sldMkLst>
        <pc:spChg chg="mod">
          <ac:chgData name="Lộc, Giang Văn" userId="2aa0a4a0-acfd-4432-b369-36bae7671320" providerId="ADAL" clId="{32FB6EC0-03F3-4774-8D47-F25847137AC7}" dt="2026-07-13T09:11:55.089" v="2042" actId="20577"/>
          <ac:spMkLst>
            <pc:docMk/>
            <pc:sldMk cId="1895150682" sldId="9658"/>
            <ac:spMk id="3" creationId="{6F7212F7-C08E-31C6-4DAD-F1D16F0615A8}"/>
          </ac:spMkLst>
        </pc:spChg>
        <pc:picChg chg="add del mod">
          <ac:chgData name="Lộc, Giang Văn" userId="2aa0a4a0-acfd-4432-b369-36bae7671320" providerId="ADAL" clId="{32FB6EC0-03F3-4774-8D47-F25847137AC7}" dt="2026-07-13T09:18:49.140" v="2048" actId="478"/>
          <ac:picMkLst>
            <pc:docMk/>
            <pc:sldMk cId="1895150682" sldId="9658"/>
            <ac:picMk id="4" creationId="{4C3AADBA-E83E-C82C-D5C4-15E546C7FF16}"/>
          </ac:picMkLst>
        </pc:picChg>
        <pc:picChg chg="add mod">
          <ac:chgData name="Lộc, Giang Văn" userId="2aa0a4a0-acfd-4432-b369-36bae7671320" providerId="ADAL" clId="{32FB6EC0-03F3-4774-8D47-F25847137AC7}" dt="2026-07-13T09:21:06.743" v="2054" actId="14100"/>
          <ac:picMkLst>
            <pc:docMk/>
            <pc:sldMk cId="1895150682" sldId="9658"/>
            <ac:picMk id="5" creationId="{61372992-BE7E-2685-A87B-95A94EAC556C}"/>
          </ac:picMkLst>
        </pc:picChg>
        <pc:picChg chg="del">
          <ac:chgData name="Lộc, Giang Văn" userId="2aa0a4a0-acfd-4432-b369-36bae7671320" providerId="ADAL" clId="{32FB6EC0-03F3-4774-8D47-F25847137AC7}" dt="2026-07-13T09:09:38.392" v="1758" actId="478"/>
          <ac:picMkLst>
            <pc:docMk/>
            <pc:sldMk cId="1895150682" sldId="9658"/>
            <ac:picMk id="10" creationId="{85BFAA06-1A92-107F-C8C9-68C70F9D7E4F}"/>
          </ac:picMkLst>
        </pc:picChg>
        <pc:picChg chg="del">
          <ac:chgData name="Lộc, Giang Văn" userId="2aa0a4a0-acfd-4432-b369-36bae7671320" providerId="ADAL" clId="{32FB6EC0-03F3-4774-8D47-F25847137AC7}" dt="2026-07-13T09:09:40.502" v="1759" actId="478"/>
          <ac:picMkLst>
            <pc:docMk/>
            <pc:sldMk cId="1895150682" sldId="9658"/>
            <ac:picMk id="18" creationId="{15921CE6-32FF-6171-27DC-B518055C178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9241DC-AB66-4DB7-BE8A-10EE6902F5A7}" type="doc">
      <dgm:prSet loTypeId="urn:microsoft.com/office/officeart/2005/8/layout/list1" loCatId="list" qsTypeId="urn:microsoft.com/office/officeart/2005/8/quickstyle/3d2" qsCatId="3D" csTypeId="urn:microsoft.com/office/officeart/2005/8/colors/accent1_2" csCatId="accent1" phldr="1"/>
      <dgm:spPr/>
      <dgm:t>
        <a:bodyPr/>
        <a:lstStyle/>
        <a:p>
          <a:endParaRPr lang="en-US"/>
        </a:p>
      </dgm:t>
    </dgm:pt>
    <dgm:pt modelId="{852EA5AD-A91A-4F47-9F7F-8CE078CA6D41}">
      <dgm:prSet phldrT="[Text]" custT="1"/>
      <dgm:spPr>
        <a:noFill/>
        <a:ln w="25400">
          <a:solidFill>
            <a:srgbClr val="119303"/>
          </a:solidFill>
        </a:ln>
      </dgm:spPr>
      <dgm:t>
        <a:bodyPr/>
        <a:lstStyle/>
        <a:p>
          <a:r>
            <a:rPr lang="en-US" sz="2000" dirty="0">
              <a:solidFill>
                <a:schemeClr val="tx1"/>
              </a:solidFill>
            </a:rPr>
            <a:t>4.2</a:t>
          </a:r>
          <a:r>
            <a:rPr lang="en-US" sz="2000">
              <a:solidFill>
                <a:schemeClr val="tx1"/>
              </a:solidFill>
            </a:rPr>
            <a:t>. Tiếp tục triển khai hoạt động KHCN mới vào </a:t>
          </a:r>
          <a:r>
            <a:rPr lang="en-US" sz="2000" dirty="0">
              <a:solidFill>
                <a:schemeClr val="tx1"/>
              </a:solidFill>
            </a:rPr>
            <a:t>SX </a:t>
          </a:r>
          <a:r>
            <a:rPr lang="en-US" sz="2000" dirty="0" err="1">
              <a:solidFill>
                <a:schemeClr val="tx1"/>
              </a:solidFill>
            </a:rPr>
            <a:t>dự</a:t>
          </a:r>
          <a:r>
            <a:rPr lang="en-US" sz="2000" dirty="0">
              <a:solidFill>
                <a:schemeClr val="tx1"/>
              </a:solidFill>
            </a:rPr>
            <a:t> </a:t>
          </a:r>
          <a:r>
            <a:rPr lang="en-US" sz="2000" dirty="0" err="1">
              <a:solidFill>
                <a:schemeClr val="tx1"/>
              </a:solidFill>
            </a:rPr>
            <a:t>kiến</a:t>
          </a:r>
          <a:r>
            <a:rPr lang="en-US" sz="2000" dirty="0">
              <a:solidFill>
                <a:schemeClr val="tx1"/>
              </a:solidFill>
            </a:rPr>
            <a:t> </a:t>
          </a:r>
          <a:r>
            <a:rPr lang="en-US" sz="2000" dirty="0" err="1">
              <a:solidFill>
                <a:schemeClr val="tx1"/>
              </a:solidFill>
            </a:rPr>
            <a:t>tiết</a:t>
          </a:r>
          <a:r>
            <a:rPr lang="en-US" sz="2000" dirty="0">
              <a:solidFill>
                <a:schemeClr val="tx1"/>
              </a:solidFill>
            </a:rPr>
            <a:t> </a:t>
          </a:r>
          <a:r>
            <a:rPr lang="en-US" sz="2000" err="1">
              <a:solidFill>
                <a:schemeClr val="tx1"/>
              </a:solidFill>
            </a:rPr>
            <a:t>kiệm</a:t>
          </a:r>
          <a:r>
            <a:rPr lang="en-US" sz="2000">
              <a:solidFill>
                <a:schemeClr val="tx1"/>
              </a:solidFill>
            </a:rPr>
            <a:t> tiền thuế </a:t>
          </a:r>
          <a:r>
            <a:rPr lang="en-US" sz="2000" dirty="0">
              <a:solidFill>
                <a:schemeClr val="tx1"/>
              </a:solidFill>
            </a:rPr>
            <a:t>TNDN </a:t>
          </a:r>
          <a:r>
            <a:rPr lang="en-US" sz="2000" err="1">
              <a:solidFill>
                <a:schemeClr val="tx1"/>
              </a:solidFill>
            </a:rPr>
            <a:t>năm</a:t>
          </a:r>
          <a:r>
            <a:rPr lang="en-US" sz="2000">
              <a:solidFill>
                <a:schemeClr val="tx1"/>
              </a:solidFill>
            </a:rPr>
            <a:t> 2026 &gt; 1 </a:t>
          </a:r>
          <a:r>
            <a:rPr lang="en-US" sz="2000" dirty="0" err="1">
              <a:solidFill>
                <a:schemeClr val="tx1"/>
              </a:solidFill>
            </a:rPr>
            <a:t>tỷ</a:t>
          </a:r>
          <a:r>
            <a:rPr lang="en-US" sz="2000" dirty="0">
              <a:solidFill>
                <a:schemeClr val="tx1"/>
              </a:solidFill>
            </a:rPr>
            <a:t> </a:t>
          </a:r>
          <a:r>
            <a:rPr lang="en-US" sz="2000" dirty="0" err="1">
              <a:solidFill>
                <a:schemeClr val="tx1"/>
              </a:solidFill>
            </a:rPr>
            <a:t>đồng</a:t>
          </a:r>
          <a:endParaRPr lang="en-US" sz="2000" dirty="0">
            <a:solidFill>
              <a:schemeClr val="tx1"/>
            </a:solidFill>
          </a:endParaRPr>
        </a:p>
      </dgm:t>
    </dgm:pt>
    <dgm:pt modelId="{61B39EB2-3051-4FBD-A772-900B1905E27C}" type="parTrans" cxnId="{D075CE61-50AA-4B60-94D5-E06C700753C6}">
      <dgm:prSet/>
      <dgm:spPr/>
      <dgm:t>
        <a:bodyPr/>
        <a:lstStyle/>
        <a:p>
          <a:endParaRPr lang="en-US"/>
        </a:p>
      </dgm:t>
    </dgm:pt>
    <dgm:pt modelId="{1F885C24-8912-48D1-9DAD-9CA267BB0197}" type="sibTrans" cxnId="{D075CE61-50AA-4B60-94D5-E06C700753C6}">
      <dgm:prSet/>
      <dgm:spPr/>
      <dgm:t>
        <a:bodyPr/>
        <a:lstStyle/>
        <a:p>
          <a:endParaRPr lang="en-US"/>
        </a:p>
      </dgm:t>
    </dgm:pt>
    <dgm:pt modelId="{0B12B767-9146-419D-957D-5A8A69575CAE}">
      <dgm:prSet phldrT="[Text]" phldr="0" custT="1"/>
      <dgm:spPr>
        <a:noFill/>
        <a:ln w="25400">
          <a:solidFill>
            <a:srgbClr val="119303"/>
          </a:solidFill>
        </a:ln>
      </dgm:spPr>
      <dgm:t>
        <a:bodyPr/>
        <a:lstStyle/>
        <a:p>
          <a:r>
            <a:rPr lang="en-US" sz="2000" dirty="0">
              <a:solidFill>
                <a:schemeClr val="tx1"/>
              </a:solidFill>
            </a:rPr>
            <a:t>4.3. </a:t>
          </a:r>
          <a:r>
            <a:rPr lang="en-US" sz="2000" dirty="0" err="1">
              <a:solidFill>
                <a:schemeClr val="tx1"/>
              </a:solidFill>
            </a:rPr>
            <a:t>Dự</a:t>
          </a:r>
          <a:r>
            <a:rPr lang="en-US" sz="2000" dirty="0">
              <a:solidFill>
                <a:schemeClr val="tx1"/>
              </a:solidFill>
            </a:rPr>
            <a:t> </a:t>
          </a:r>
          <a:r>
            <a:rPr lang="en-US" sz="2000" dirty="0" err="1">
              <a:solidFill>
                <a:schemeClr val="tx1"/>
              </a:solidFill>
            </a:rPr>
            <a:t>kiến</a:t>
          </a:r>
          <a:r>
            <a:rPr lang="en-US" sz="2000" dirty="0">
              <a:solidFill>
                <a:schemeClr val="tx1"/>
              </a:solidFill>
            </a:rPr>
            <a:t> </a:t>
          </a:r>
          <a:r>
            <a:rPr lang="en-US" sz="2000" dirty="0" err="1">
              <a:solidFill>
                <a:schemeClr val="tx1"/>
              </a:solidFill>
            </a:rPr>
            <a:t>hoàn</a:t>
          </a:r>
          <a:r>
            <a:rPr lang="en-US" sz="2000" dirty="0">
              <a:solidFill>
                <a:schemeClr val="tx1"/>
              </a:solidFill>
            </a:rPr>
            <a:t> </a:t>
          </a:r>
          <a:r>
            <a:rPr lang="en-US" sz="2000" dirty="0" err="1">
              <a:solidFill>
                <a:schemeClr val="tx1"/>
              </a:solidFill>
            </a:rPr>
            <a:t>thuế</a:t>
          </a:r>
          <a:r>
            <a:rPr lang="en-US" sz="2000" dirty="0">
              <a:solidFill>
                <a:schemeClr val="tx1"/>
              </a:solidFill>
            </a:rPr>
            <a:t> GTGT </a:t>
          </a:r>
          <a:r>
            <a:rPr lang="en-US" sz="2000" dirty="0" err="1">
              <a:solidFill>
                <a:schemeClr val="tx1"/>
              </a:solidFill>
            </a:rPr>
            <a:t>trong</a:t>
          </a:r>
          <a:r>
            <a:rPr lang="en-US" sz="2000" dirty="0">
              <a:solidFill>
                <a:schemeClr val="tx1"/>
              </a:solidFill>
            </a:rPr>
            <a:t> </a:t>
          </a:r>
          <a:r>
            <a:rPr lang="en-US" sz="2000" err="1">
              <a:solidFill>
                <a:schemeClr val="tx1"/>
              </a:solidFill>
            </a:rPr>
            <a:t>tháng</a:t>
          </a:r>
          <a:r>
            <a:rPr lang="en-US" sz="2000">
              <a:solidFill>
                <a:schemeClr val="tx1"/>
              </a:solidFill>
            </a:rPr>
            <a:t> 8/2026 </a:t>
          </a:r>
          <a:r>
            <a:rPr lang="en-US" sz="2000" dirty="0" err="1">
              <a:solidFill>
                <a:schemeClr val="tx1"/>
              </a:solidFill>
            </a:rPr>
            <a:t>số</a:t>
          </a:r>
          <a:r>
            <a:rPr lang="en-US" sz="2000" dirty="0">
              <a:solidFill>
                <a:schemeClr val="tx1"/>
              </a:solidFill>
            </a:rPr>
            <a:t> </a:t>
          </a:r>
          <a:r>
            <a:rPr lang="en-US" sz="2000" dirty="0" err="1">
              <a:solidFill>
                <a:schemeClr val="tx1"/>
              </a:solidFill>
            </a:rPr>
            <a:t>tiền</a:t>
          </a:r>
          <a:r>
            <a:rPr lang="en-US" sz="2000" dirty="0">
              <a:solidFill>
                <a:schemeClr val="tx1"/>
              </a:solidFill>
            </a:rPr>
            <a:t>: </a:t>
          </a:r>
          <a:r>
            <a:rPr lang="en-US" sz="2000">
              <a:solidFill>
                <a:schemeClr val="tx1"/>
              </a:solidFill>
            </a:rPr>
            <a:t>33 tỷ</a:t>
          </a:r>
          <a:endParaRPr lang="en-US" sz="2000" dirty="0">
            <a:solidFill>
              <a:schemeClr val="tx1"/>
            </a:solidFill>
          </a:endParaRPr>
        </a:p>
      </dgm:t>
    </dgm:pt>
    <dgm:pt modelId="{A386DC39-050C-4B0C-8B53-670867580D39}" type="parTrans" cxnId="{78B904C2-AE8E-4B82-9583-D85376DA29EE}">
      <dgm:prSet/>
      <dgm:spPr/>
      <dgm:t>
        <a:bodyPr/>
        <a:lstStyle/>
        <a:p>
          <a:endParaRPr lang="en-US"/>
        </a:p>
      </dgm:t>
    </dgm:pt>
    <dgm:pt modelId="{FFF9C560-6F1B-4FF9-958E-CFE4965BDB18}" type="sibTrans" cxnId="{78B904C2-AE8E-4B82-9583-D85376DA29EE}">
      <dgm:prSet/>
      <dgm:spPr/>
      <dgm:t>
        <a:bodyPr/>
        <a:lstStyle/>
        <a:p>
          <a:endParaRPr lang="en-US"/>
        </a:p>
      </dgm:t>
    </dgm:pt>
    <dgm:pt modelId="{3950E5CD-1784-4151-970D-124A1827B017}">
      <dgm:prSet phldrT="[Text]" custT="1"/>
      <dgm:spPr>
        <a:noFill/>
        <a:ln w="25400">
          <a:solidFill>
            <a:srgbClr val="119303"/>
          </a:solidFill>
        </a:ln>
      </dgm:spPr>
      <dgm:t>
        <a:bodyPr/>
        <a:lstStyle/>
        <a:p>
          <a:pPr>
            <a:buFontTx/>
            <a:buChar char="-"/>
          </a:pPr>
          <a:r>
            <a:rPr lang="en-US" sz="2000">
              <a:solidFill>
                <a:schemeClr val="tx1"/>
              </a:solidFill>
            </a:rPr>
            <a:t>4.1. Các bộ phận tiếp </a:t>
          </a:r>
          <a:r>
            <a:rPr lang="en-US" sz="2000" err="1">
              <a:solidFill>
                <a:schemeClr val="tx1"/>
              </a:solidFill>
            </a:rPr>
            <a:t>tục</a:t>
          </a:r>
          <a:r>
            <a:rPr lang="en-US" sz="2000">
              <a:solidFill>
                <a:schemeClr val="tx1"/>
              </a:solidFill>
            </a:rPr>
            <a:t> kiểm soát duy trì dòng </a:t>
          </a:r>
          <a:r>
            <a:rPr lang="en-US" sz="2000" dirty="0" err="1">
              <a:solidFill>
                <a:schemeClr val="tx1"/>
              </a:solidFill>
            </a:rPr>
            <a:t>tiền</a:t>
          </a:r>
          <a:r>
            <a:rPr lang="en-US" sz="2000" dirty="0">
              <a:solidFill>
                <a:schemeClr val="tx1"/>
              </a:solidFill>
            </a:rPr>
            <a:t> </a:t>
          </a:r>
          <a:r>
            <a:rPr lang="en-US" sz="2000" dirty="0" err="1">
              <a:solidFill>
                <a:schemeClr val="tx1"/>
              </a:solidFill>
            </a:rPr>
            <a:t>dương</a:t>
          </a:r>
          <a:r>
            <a:rPr lang="en-US" sz="2000" dirty="0">
              <a:solidFill>
                <a:schemeClr val="tx1"/>
              </a:solidFill>
            </a:rPr>
            <a:t> </a:t>
          </a:r>
        </a:p>
      </dgm:t>
    </dgm:pt>
    <dgm:pt modelId="{C117FFA9-AC33-4AFC-AB7C-6D324E8F8DB3}" type="sibTrans" cxnId="{678DF45D-AB38-4ED3-8726-2246A99FD8A2}">
      <dgm:prSet/>
      <dgm:spPr/>
      <dgm:t>
        <a:bodyPr/>
        <a:lstStyle/>
        <a:p>
          <a:endParaRPr lang="en-US"/>
        </a:p>
      </dgm:t>
    </dgm:pt>
    <dgm:pt modelId="{5E9075EC-CB74-4B51-A6AA-535FEA6E5178}" type="parTrans" cxnId="{678DF45D-AB38-4ED3-8726-2246A99FD8A2}">
      <dgm:prSet/>
      <dgm:spPr/>
      <dgm:t>
        <a:bodyPr/>
        <a:lstStyle/>
        <a:p>
          <a:endParaRPr lang="en-US"/>
        </a:p>
      </dgm:t>
    </dgm:pt>
    <dgm:pt modelId="{268A1724-3554-4C8A-92B2-3511BB83DF3B}" type="pres">
      <dgm:prSet presAssocID="{189241DC-AB66-4DB7-BE8A-10EE6902F5A7}" presName="linear" presStyleCnt="0">
        <dgm:presLayoutVars>
          <dgm:dir/>
          <dgm:animLvl val="lvl"/>
          <dgm:resizeHandles val="exact"/>
        </dgm:presLayoutVars>
      </dgm:prSet>
      <dgm:spPr/>
    </dgm:pt>
    <dgm:pt modelId="{4EC3FEBB-86BD-45B6-B92F-25EBBBB03D10}" type="pres">
      <dgm:prSet presAssocID="{3950E5CD-1784-4151-970D-124A1827B017}" presName="parentLin" presStyleCnt="0"/>
      <dgm:spPr/>
    </dgm:pt>
    <dgm:pt modelId="{418BAE8F-8FC8-4BF8-8A78-51B09F8B2CA9}" type="pres">
      <dgm:prSet presAssocID="{3950E5CD-1784-4151-970D-124A1827B017}" presName="parentLeftMargin" presStyleLbl="node1" presStyleIdx="0" presStyleCnt="3"/>
      <dgm:spPr/>
    </dgm:pt>
    <dgm:pt modelId="{AE1718FD-E49F-4568-9E70-AF84D0DD72E8}" type="pres">
      <dgm:prSet presAssocID="{3950E5CD-1784-4151-970D-124A1827B017}" presName="parentText" presStyleLbl="node1" presStyleIdx="0" presStyleCnt="3" custScaleX="126653">
        <dgm:presLayoutVars>
          <dgm:chMax val="0"/>
          <dgm:bulletEnabled val="1"/>
        </dgm:presLayoutVars>
      </dgm:prSet>
      <dgm:spPr/>
    </dgm:pt>
    <dgm:pt modelId="{65671194-4AE3-40F9-969B-23FE393BFF39}" type="pres">
      <dgm:prSet presAssocID="{3950E5CD-1784-4151-970D-124A1827B017}" presName="negativeSpace" presStyleCnt="0"/>
      <dgm:spPr/>
    </dgm:pt>
    <dgm:pt modelId="{E290B50B-7EF3-4554-846B-4A62FC7414B5}" type="pres">
      <dgm:prSet presAssocID="{3950E5CD-1784-4151-970D-124A1827B017}" presName="childText" presStyleLbl="conFgAcc1" presStyleIdx="0" presStyleCnt="3">
        <dgm:presLayoutVars>
          <dgm:bulletEnabled val="1"/>
        </dgm:presLayoutVars>
      </dgm:prSet>
      <dgm:spPr>
        <a:noFill/>
        <a:ln>
          <a:noFill/>
        </a:ln>
      </dgm:spPr>
    </dgm:pt>
    <dgm:pt modelId="{4D9324B1-C229-4DF1-8B27-2444FC8FED7A}" type="pres">
      <dgm:prSet presAssocID="{C117FFA9-AC33-4AFC-AB7C-6D324E8F8DB3}" presName="spaceBetweenRectangles" presStyleCnt="0"/>
      <dgm:spPr/>
    </dgm:pt>
    <dgm:pt modelId="{9FAA6506-8D8F-4B56-BCE4-13BED57EC55C}" type="pres">
      <dgm:prSet presAssocID="{852EA5AD-A91A-4F47-9F7F-8CE078CA6D41}" presName="parentLin" presStyleCnt="0"/>
      <dgm:spPr/>
    </dgm:pt>
    <dgm:pt modelId="{D91A22B6-EB4D-4FD9-AA46-839F262EF564}" type="pres">
      <dgm:prSet presAssocID="{852EA5AD-A91A-4F47-9F7F-8CE078CA6D41}" presName="parentLeftMargin" presStyleLbl="node1" presStyleIdx="0" presStyleCnt="3"/>
      <dgm:spPr/>
    </dgm:pt>
    <dgm:pt modelId="{8C7EE3A3-EE45-47C7-93AE-1274F4241E45}" type="pres">
      <dgm:prSet presAssocID="{852EA5AD-A91A-4F47-9F7F-8CE078CA6D41}" presName="parentText" presStyleLbl="node1" presStyleIdx="1" presStyleCnt="3" custScaleX="127214">
        <dgm:presLayoutVars>
          <dgm:chMax val="0"/>
          <dgm:bulletEnabled val="1"/>
        </dgm:presLayoutVars>
      </dgm:prSet>
      <dgm:spPr/>
    </dgm:pt>
    <dgm:pt modelId="{D459E09C-A1E5-448B-9420-02484210550B}" type="pres">
      <dgm:prSet presAssocID="{852EA5AD-A91A-4F47-9F7F-8CE078CA6D41}" presName="negativeSpace" presStyleCnt="0"/>
      <dgm:spPr/>
    </dgm:pt>
    <dgm:pt modelId="{BB8F01F3-C037-495B-956B-CFB46978F41F}" type="pres">
      <dgm:prSet presAssocID="{852EA5AD-A91A-4F47-9F7F-8CE078CA6D41}" presName="childText" presStyleLbl="conFgAcc1" presStyleIdx="1" presStyleCnt="3" custLinFactNeighborX="662" custLinFactNeighborY="-1782">
        <dgm:presLayoutVars>
          <dgm:bulletEnabled val="1"/>
        </dgm:presLayoutVars>
      </dgm:prSet>
      <dgm:spPr>
        <a:noFill/>
        <a:ln>
          <a:noFill/>
        </a:ln>
      </dgm:spPr>
    </dgm:pt>
    <dgm:pt modelId="{0CED9D1A-5B02-4A14-8F11-A1F8DC715D76}" type="pres">
      <dgm:prSet presAssocID="{1F885C24-8912-48D1-9DAD-9CA267BB0197}" presName="spaceBetweenRectangles" presStyleCnt="0"/>
      <dgm:spPr/>
    </dgm:pt>
    <dgm:pt modelId="{9E4750CB-202E-4327-874E-173AEB0E2F15}" type="pres">
      <dgm:prSet presAssocID="{0B12B767-9146-419D-957D-5A8A69575CAE}" presName="parentLin" presStyleCnt="0"/>
      <dgm:spPr/>
    </dgm:pt>
    <dgm:pt modelId="{374D45AD-BE9D-43FE-8ACC-1E5914CACC66}" type="pres">
      <dgm:prSet presAssocID="{0B12B767-9146-419D-957D-5A8A69575CAE}" presName="parentLeftMargin" presStyleLbl="node1" presStyleIdx="1" presStyleCnt="3"/>
      <dgm:spPr/>
    </dgm:pt>
    <dgm:pt modelId="{92E11A91-0635-4C85-B819-23B3AA7DC15E}" type="pres">
      <dgm:prSet presAssocID="{0B12B767-9146-419D-957D-5A8A69575CAE}" presName="parentText" presStyleLbl="node1" presStyleIdx="2" presStyleCnt="3" custScaleX="134593">
        <dgm:presLayoutVars>
          <dgm:chMax val="0"/>
          <dgm:bulletEnabled val="1"/>
        </dgm:presLayoutVars>
      </dgm:prSet>
      <dgm:spPr/>
    </dgm:pt>
    <dgm:pt modelId="{A32D9C3D-0291-417C-8938-0FFE75DA49F3}" type="pres">
      <dgm:prSet presAssocID="{0B12B767-9146-419D-957D-5A8A69575CAE}" presName="negativeSpace" presStyleCnt="0"/>
      <dgm:spPr/>
    </dgm:pt>
    <dgm:pt modelId="{06FFB74D-DC78-484C-8E44-8CE6F7EF7AED}" type="pres">
      <dgm:prSet presAssocID="{0B12B767-9146-419D-957D-5A8A69575CAE}" presName="childText" presStyleLbl="conFgAcc1" presStyleIdx="2" presStyleCnt="3">
        <dgm:presLayoutVars>
          <dgm:bulletEnabled val="1"/>
        </dgm:presLayoutVars>
      </dgm:prSet>
      <dgm:spPr>
        <a:noFill/>
        <a:ln>
          <a:noFill/>
        </a:ln>
      </dgm:spPr>
    </dgm:pt>
  </dgm:ptLst>
  <dgm:cxnLst>
    <dgm:cxn modelId="{2C7F1504-7B7A-4F0A-9B68-439E838EC6D0}" type="presOf" srcId="{189241DC-AB66-4DB7-BE8A-10EE6902F5A7}" destId="{268A1724-3554-4C8A-92B2-3511BB83DF3B}" srcOrd="0" destOrd="0" presId="urn:microsoft.com/office/officeart/2005/8/layout/list1"/>
    <dgm:cxn modelId="{AF430D5C-F684-40CA-A345-5928DE349F7F}" type="presOf" srcId="{3950E5CD-1784-4151-970D-124A1827B017}" destId="{AE1718FD-E49F-4568-9E70-AF84D0DD72E8}" srcOrd="1" destOrd="0" presId="urn:microsoft.com/office/officeart/2005/8/layout/list1"/>
    <dgm:cxn modelId="{678DF45D-AB38-4ED3-8726-2246A99FD8A2}" srcId="{189241DC-AB66-4DB7-BE8A-10EE6902F5A7}" destId="{3950E5CD-1784-4151-970D-124A1827B017}" srcOrd="0" destOrd="0" parTransId="{5E9075EC-CB74-4B51-A6AA-535FEA6E5178}" sibTransId="{C117FFA9-AC33-4AFC-AB7C-6D324E8F8DB3}"/>
    <dgm:cxn modelId="{D075CE61-50AA-4B60-94D5-E06C700753C6}" srcId="{189241DC-AB66-4DB7-BE8A-10EE6902F5A7}" destId="{852EA5AD-A91A-4F47-9F7F-8CE078CA6D41}" srcOrd="1" destOrd="0" parTransId="{61B39EB2-3051-4FBD-A772-900B1905E27C}" sibTransId="{1F885C24-8912-48D1-9DAD-9CA267BB0197}"/>
    <dgm:cxn modelId="{CE452C50-22F9-47BE-8157-1EEE31A431AC}" type="presOf" srcId="{852EA5AD-A91A-4F47-9F7F-8CE078CA6D41}" destId="{8C7EE3A3-EE45-47C7-93AE-1274F4241E45}" srcOrd="1" destOrd="0" presId="urn:microsoft.com/office/officeart/2005/8/layout/list1"/>
    <dgm:cxn modelId="{FB0D4A70-1CD5-4653-90A7-A518B1C2B052}" type="presOf" srcId="{0B12B767-9146-419D-957D-5A8A69575CAE}" destId="{92E11A91-0635-4C85-B819-23B3AA7DC15E}" srcOrd="1" destOrd="0" presId="urn:microsoft.com/office/officeart/2005/8/layout/list1"/>
    <dgm:cxn modelId="{0AAD278B-E272-4488-AD49-3D49708FC9A0}" type="presOf" srcId="{3950E5CD-1784-4151-970D-124A1827B017}" destId="{418BAE8F-8FC8-4BF8-8A78-51B09F8B2CA9}" srcOrd="0" destOrd="0" presId="urn:microsoft.com/office/officeart/2005/8/layout/list1"/>
    <dgm:cxn modelId="{0FBE8AA6-8536-46E5-B640-684FAA608478}" type="presOf" srcId="{852EA5AD-A91A-4F47-9F7F-8CE078CA6D41}" destId="{D91A22B6-EB4D-4FD9-AA46-839F262EF564}" srcOrd="0" destOrd="0" presId="urn:microsoft.com/office/officeart/2005/8/layout/list1"/>
    <dgm:cxn modelId="{78B904C2-AE8E-4B82-9583-D85376DA29EE}" srcId="{189241DC-AB66-4DB7-BE8A-10EE6902F5A7}" destId="{0B12B767-9146-419D-957D-5A8A69575CAE}" srcOrd="2" destOrd="0" parTransId="{A386DC39-050C-4B0C-8B53-670867580D39}" sibTransId="{FFF9C560-6F1B-4FF9-958E-CFE4965BDB18}"/>
    <dgm:cxn modelId="{579F48DD-D7AA-4E4C-8F04-10282D67EFF8}" type="presOf" srcId="{0B12B767-9146-419D-957D-5A8A69575CAE}" destId="{374D45AD-BE9D-43FE-8ACC-1E5914CACC66}" srcOrd="0" destOrd="0" presId="urn:microsoft.com/office/officeart/2005/8/layout/list1"/>
    <dgm:cxn modelId="{50C245B2-D6EF-4BB6-829D-981F9640DA74}" type="presParOf" srcId="{268A1724-3554-4C8A-92B2-3511BB83DF3B}" destId="{4EC3FEBB-86BD-45B6-B92F-25EBBBB03D10}" srcOrd="0" destOrd="0" presId="urn:microsoft.com/office/officeart/2005/8/layout/list1"/>
    <dgm:cxn modelId="{A5B3C482-18E4-4652-8ECC-B01FB8569BF2}" type="presParOf" srcId="{4EC3FEBB-86BD-45B6-B92F-25EBBBB03D10}" destId="{418BAE8F-8FC8-4BF8-8A78-51B09F8B2CA9}" srcOrd="0" destOrd="0" presId="urn:microsoft.com/office/officeart/2005/8/layout/list1"/>
    <dgm:cxn modelId="{E72204A2-6B63-4363-A84A-5CAD9476F581}" type="presParOf" srcId="{4EC3FEBB-86BD-45B6-B92F-25EBBBB03D10}" destId="{AE1718FD-E49F-4568-9E70-AF84D0DD72E8}" srcOrd="1" destOrd="0" presId="urn:microsoft.com/office/officeart/2005/8/layout/list1"/>
    <dgm:cxn modelId="{15263A8C-F4FA-45E3-A29A-0ABF37A79B89}" type="presParOf" srcId="{268A1724-3554-4C8A-92B2-3511BB83DF3B}" destId="{65671194-4AE3-40F9-969B-23FE393BFF39}" srcOrd="1" destOrd="0" presId="urn:microsoft.com/office/officeart/2005/8/layout/list1"/>
    <dgm:cxn modelId="{A9BBBE21-3513-4290-BC7A-88397B2F02A4}" type="presParOf" srcId="{268A1724-3554-4C8A-92B2-3511BB83DF3B}" destId="{E290B50B-7EF3-4554-846B-4A62FC7414B5}" srcOrd="2" destOrd="0" presId="urn:microsoft.com/office/officeart/2005/8/layout/list1"/>
    <dgm:cxn modelId="{D3502E60-CE02-412E-9213-84C7ACA12F08}" type="presParOf" srcId="{268A1724-3554-4C8A-92B2-3511BB83DF3B}" destId="{4D9324B1-C229-4DF1-8B27-2444FC8FED7A}" srcOrd="3" destOrd="0" presId="urn:microsoft.com/office/officeart/2005/8/layout/list1"/>
    <dgm:cxn modelId="{E63EBC60-AE9F-42FE-BD0F-8096969E7874}" type="presParOf" srcId="{268A1724-3554-4C8A-92B2-3511BB83DF3B}" destId="{9FAA6506-8D8F-4B56-BCE4-13BED57EC55C}" srcOrd="4" destOrd="0" presId="urn:microsoft.com/office/officeart/2005/8/layout/list1"/>
    <dgm:cxn modelId="{2406EE4A-047B-44B6-9CDB-4574C2231CFE}" type="presParOf" srcId="{9FAA6506-8D8F-4B56-BCE4-13BED57EC55C}" destId="{D91A22B6-EB4D-4FD9-AA46-839F262EF564}" srcOrd="0" destOrd="0" presId="urn:microsoft.com/office/officeart/2005/8/layout/list1"/>
    <dgm:cxn modelId="{F54D1E8E-A788-4D57-94C2-E105788D37CF}" type="presParOf" srcId="{9FAA6506-8D8F-4B56-BCE4-13BED57EC55C}" destId="{8C7EE3A3-EE45-47C7-93AE-1274F4241E45}" srcOrd="1" destOrd="0" presId="urn:microsoft.com/office/officeart/2005/8/layout/list1"/>
    <dgm:cxn modelId="{CE5A8C39-BD1B-4128-B3F0-AF239FAB9B81}" type="presParOf" srcId="{268A1724-3554-4C8A-92B2-3511BB83DF3B}" destId="{D459E09C-A1E5-448B-9420-02484210550B}" srcOrd="5" destOrd="0" presId="urn:microsoft.com/office/officeart/2005/8/layout/list1"/>
    <dgm:cxn modelId="{B96806D5-698A-49D6-B65D-49C78711C66A}" type="presParOf" srcId="{268A1724-3554-4C8A-92B2-3511BB83DF3B}" destId="{BB8F01F3-C037-495B-956B-CFB46978F41F}" srcOrd="6" destOrd="0" presId="urn:microsoft.com/office/officeart/2005/8/layout/list1"/>
    <dgm:cxn modelId="{99A7DF24-0814-416F-B400-B7F33CA57C14}" type="presParOf" srcId="{268A1724-3554-4C8A-92B2-3511BB83DF3B}" destId="{0CED9D1A-5B02-4A14-8F11-A1F8DC715D76}" srcOrd="7" destOrd="0" presId="urn:microsoft.com/office/officeart/2005/8/layout/list1"/>
    <dgm:cxn modelId="{174AA190-53CE-48CF-BAFC-594DF36E2F0A}" type="presParOf" srcId="{268A1724-3554-4C8A-92B2-3511BB83DF3B}" destId="{9E4750CB-202E-4327-874E-173AEB0E2F15}" srcOrd="8" destOrd="0" presId="urn:microsoft.com/office/officeart/2005/8/layout/list1"/>
    <dgm:cxn modelId="{83DF729D-0B03-4720-92DB-FAC8B40E51E3}" type="presParOf" srcId="{9E4750CB-202E-4327-874E-173AEB0E2F15}" destId="{374D45AD-BE9D-43FE-8ACC-1E5914CACC66}" srcOrd="0" destOrd="0" presId="urn:microsoft.com/office/officeart/2005/8/layout/list1"/>
    <dgm:cxn modelId="{C840E8B5-5503-45B9-9BFC-31359941B5C1}" type="presParOf" srcId="{9E4750CB-202E-4327-874E-173AEB0E2F15}" destId="{92E11A91-0635-4C85-B819-23B3AA7DC15E}" srcOrd="1" destOrd="0" presId="urn:microsoft.com/office/officeart/2005/8/layout/list1"/>
    <dgm:cxn modelId="{03B19B16-7884-4DF8-B0DB-E512CEACF16B}" type="presParOf" srcId="{268A1724-3554-4C8A-92B2-3511BB83DF3B}" destId="{A32D9C3D-0291-417C-8938-0FFE75DA49F3}" srcOrd="9" destOrd="0" presId="urn:microsoft.com/office/officeart/2005/8/layout/list1"/>
    <dgm:cxn modelId="{9E4C883B-28A5-4CBA-AF26-D4B6649CFABA}" type="presParOf" srcId="{268A1724-3554-4C8A-92B2-3511BB83DF3B}" destId="{06FFB74D-DC78-484C-8E44-8CE6F7EF7AE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90B50B-7EF3-4554-846B-4A62FC7414B5}">
      <dsp:nvSpPr>
        <dsp:cNvPr id="0" name=""/>
        <dsp:cNvSpPr/>
      </dsp:nvSpPr>
      <dsp:spPr>
        <a:xfrm>
          <a:off x="0" y="456324"/>
          <a:ext cx="8220365" cy="705600"/>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AE1718FD-E49F-4568-9E70-AF84D0DD72E8}">
      <dsp:nvSpPr>
        <dsp:cNvPr id="0" name=""/>
        <dsp:cNvSpPr/>
      </dsp:nvSpPr>
      <dsp:spPr>
        <a:xfrm>
          <a:off x="411018" y="43044"/>
          <a:ext cx="7287937" cy="826560"/>
        </a:xfrm>
        <a:prstGeom prst="roundRect">
          <a:avLst/>
        </a:prstGeom>
        <a:noFill/>
        <a:ln w="25400">
          <a:solidFill>
            <a:srgbClr val="119303"/>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7497" tIns="0" rIns="217497" bIns="0" numCol="1" spcCol="1270" anchor="ctr" anchorCtr="0">
          <a:noAutofit/>
        </a:bodyPr>
        <a:lstStyle/>
        <a:p>
          <a:pPr marL="0" lvl="0" indent="0" algn="l" defTabSz="889000">
            <a:lnSpc>
              <a:spcPct val="90000"/>
            </a:lnSpc>
            <a:spcBef>
              <a:spcPct val="0"/>
            </a:spcBef>
            <a:spcAft>
              <a:spcPct val="35000"/>
            </a:spcAft>
            <a:buFontTx/>
            <a:buNone/>
          </a:pPr>
          <a:r>
            <a:rPr lang="en-US" sz="2000" kern="1200">
              <a:solidFill>
                <a:schemeClr val="tx1"/>
              </a:solidFill>
            </a:rPr>
            <a:t>4.1. Các bộ phận tiếp </a:t>
          </a:r>
          <a:r>
            <a:rPr lang="en-US" sz="2000" kern="1200" err="1">
              <a:solidFill>
                <a:schemeClr val="tx1"/>
              </a:solidFill>
            </a:rPr>
            <a:t>tục</a:t>
          </a:r>
          <a:r>
            <a:rPr lang="en-US" sz="2000" kern="1200">
              <a:solidFill>
                <a:schemeClr val="tx1"/>
              </a:solidFill>
            </a:rPr>
            <a:t> kiểm soát duy trì dòng </a:t>
          </a:r>
          <a:r>
            <a:rPr lang="en-US" sz="2000" kern="1200" dirty="0" err="1">
              <a:solidFill>
                <a:schemeClr val="tx1"/>
              </a:solidFill>
            </a:rPr>
            <a:t>tiền</a:t>
          </a:r>
          <a:r>
            <a:rPr lang="en-US" sz="2000" kern="1200" dirty="0">
              <a:solidFill>
                <a:schemeClr val="tx1"/>
              </a:solidFill>
            </a:rPr>
            <a:t> </a:t>
          </a:r>
          <a:r>
            <a:rPr lang="en-US" sz="2000" kern="1200" dirty="0" err="1">
              <a:solidFill>
                <a:schemeClr val="tx1"/>
              </a:solidFill>
            </a:rPr>
            <a:t>dương</a:t>
          </a:r>
          <a:r>
            <a:rPr lang="en-US" sz="2000" kern="1200" dirty="0">
              <a:solidFill>
                <a:schemeClr val="tx1"/>
              </a:solidFill>
            </a:rPr>
            <a:t> </a:t>
          </a:r>
        </a:p>
      </dsp:txBody>
      <dsp:txXfrm>
        <a:off x="451367" y="83393"/>
        <a:ext cx="7207239" cy="745862"/>
      </dsp:txXfrm>
    </dsp:sp>
    <dsp:sp modelId="{BB8F01F3-C037-495B-956B-CFB46978F41F}">
      <dsp:nvSpPr>
        <dsp:cNvPr id="0" name=""/>
        <dsp:cNvSpPr/>
      </dsp:nvSpPr>
      <dsp:spPr>
        <a:xfrm>
          <a:off x="0" y="1723710"/>
          <a:ext cx="8220365" cy="705600"/>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C7EE3A3-EE45-47C7-93AE-1274F4241E45}">
      <dsp:nvSpPr>
        <dsp:cNvPr id="0" name=""/>
        <dsp:cNvSpPr/>
      </dsp:nvSpPr>
      <dsp:spPr>
        <a:xfrm>
          <a:off x="411018" y="1313124"/>
          <a:ext cx="7320218" cy="826560"/>
        </a:xfrm>
        <a:prstGeom prst="roundRect">
          <a:avLst/>
        </a:prstGeom>
        <a:noFill/>
        <a:ln w="25400">
          <a:solidFill>
            <a:srgbClr val="119303"/>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7497" tIns="0" rIns="217497" bIns="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4.2</a:t>
          </a:r>
          <a:r>
            <a:rPr lang="en-US" sz="2000" kern="1200">
              <a:solidFill>
                <a:schemeClr val="tx1"/>
              </a:solidFill>
            </a:rPr>
            <a:t>. Tiếp tục triển khai hoạt động KHCN mới vào </a:t>
          </a:r>
          <a:r>
            <a:rPr lang="en-US" sz="2000" kern="1200" dirty="0">
              <a:solidFill>
                <a:schemeClr val="tx1"/>
              </a:solidFill>
            </a:rPr>
            <a:t>SX </a:t>
          </a:r>
          <a:r>
            <a:rPr lang="en-US" sz="2000" kern="1200" dirty="0" err="1">
              <a:solidFill>
                <a:schemeClr val="tx1"/>
              </a:solidFill>
            </a:rPr>
            <a:t>dự</a:t>
          </a:r>
          <a:r>
            <a:rPr lang="en-US" sz="2000" kern="1200" dirty="0">
              <a:solidFill>
                <a:schemeClr val="tx1"/>
              </a:solidFill>
            </a:rPr>
            <a:t> </a:t>
          </a:r>
          <a:r>
            <a:rPr lang="en-US" sz="2000" kern="1200" dirty="0" err="1">
              <a:solidFill>
                <a:schemeClr val="tx1"/>
              </a:solidFill>
            </a:rPr>
            <a:t>kiến</a:t>
          </a:r>
          <a:r>
            <a:rPr lang="en-US" sz="2000" kern="1200" dirty="0">
              <a:solidFill>
                <a:schemeClr val="tx1"/>
              </a:solidFill>
            </a:rPr>
            <a:t> </a:t>
          </a:r>
          <a:r>
            <a:rPr lang="en-US" sz="2000" kern="1200" dirty="0" err="1">
              <a:solidFill>
                <a:schemeClr val="tx1"/>
              </a:solidFill>
            </a:rPr>
            <a:t>tiết</a:t>
          </a:r>
          <a:r>
            <a:rPr lang="en-US" sz="2000" kern="1200" dirty="0">
              <a:solidFill>
                <a:schemeClr val="tx1"/>
              </a:solidFill>
            </a:rPr>
            <a:t> </a:t>
          </a:r>
          <a:r>
            <a:rPr lang="en-US" sz="2000" kern="1200" err="1">
              <a:solidFill>
                <a:schemeClr val="tx1"/>
              </a:solidFill>
            </a:rPr>
            <a:t>kiệm</a:t>
          </a:r>
          <a:r>
            <a:rPr lang="en-US" sz="2000" kern="1200">
              <a:solidFill>
                <a:schemeClr val="tx1"/>
              </a:solidFill>
            </a:rPr>
            <a:t> tiền thuế </a:t>
          </a:r>
          <a:r>
            <a:rPr lang="en-US" sz="2000" kern="1200" dirty="0">
              <a:solidFill>
                <a:schemeClr val="tx1"/>
              </a:solidFill>
            </a:rPr>
            <a:t>TNDN </a:t>
          </a:r>
          <a:r>
            <a:rPr lang="en-US" sz="2000" kern="1200" err="1">
              <a:solidFill>
                <a:schemeClr val="tx1"/>
              </a:solidFill>
            </a:rPr>
            <a:t>năm</a:t>
          </a:r>
          <a:r>
            <a:rPr lang="en-US" sz="2000" kern="1200">
              <a:solidFill>
                <a:schemeClr val="tx1"/>
              </a:solidFill>
            </a:rPr>
            <a:t> 2026 &gt; 1 </a:t>
          </a:r>
          <a:r>
            <a:rPr lang="en-US" sz="2000" kern="1200" dirty="0" err="1">
              <a:solidFill>
                <a:schemeClr val="tx1"/>
              </a:solidFill>
            </a:rPr>
            <a:t>tỷ</a:t>
          </a:r>
          <a:r>
            <a:rPr lang="en-US" sz="2000" kern="1200" dirty="0">
              <a:solidFill>
                <a:schemeClr val="tx1"/>
              </a:solidFill>
            </a:rPr>
            <a:t> </a:t>
          </a:r>
          <a:r>
            <a:rPr lang="en-US" sz="2000" kern="1200" dirty="0" err="1">
              <a:solidFill>
                <a:schemeClr val="tx1"/>
              </a:solidFill>
            </a:rPr>
            <a:t>đồng</a:t>
          </a:r>
          <a:endParaRPr lang="en-US" sz="2000" kern="1200" dirty="0">
            <a:solidFill>
              <a:schemeClr val="tx1"/>
            </a:solidFill>
          </a:endParaRPr>
        </a:p>
      </dsp:txBody>
      <dsp:txXfrm>
        <a:off x="451367" y="1353473"/>
        <a:ext cx="7239520" cy="745862"/>
      </dsp:txXfrm>
    </dsp:sp>
    <dsp:sp modelId="{06FFB74D-DC78-484C-8E44-8CE6F7EF7AED}">
      <dsp:nvSpPr>
        <dsp:cNvPr id="0" name=""/>
        <dsp:cNvSpPr/>
      </dsp:nvSpPr>
      <dsp:spPr>
        <a:xfrm>
          <a:off x="0" y="2996485"/>
          <a:ext cx="8220365" cy="705600"/>
        </a:xfrm>
        <a:prstGeom prst="rect">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92E11A91-0635-4C85-B819-23B3AA7DC15E}">
      <dsp:nvSpPr>
        <dsp:cNvPr id="0" name=""/>
        <dsp:cNvSpPr/>
      </dsp:nvSpPr>
      <dsp:spPr>
        <a:xfrm>
          <a:off x="411018" y="2583205"/>
          <a:ext cx="7744825" cy="826560"/>
        </a:xfrm>
        <a:prstGeom prst="roundRect">
          <a:avLst/>
        </a:prstGeom>
        <a:noFill/>
        <a:ln w="25400">
          <a:solidFill>
            <a:srgbClr val="119303"/>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7497" tIns="0" rIns="217497" bIns="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4.3. </a:t>
          </a:r>
          <a:r>
            <a:rPr lang="en-US" sz="2000" kern="1200" dirty="0" err="1">
              <a:solidFill>
                <a:schemeClr val="tx1"/>
              </a:solidFill>
            </a:rPr>
            <a:t>Dự</a:t>
          </a:r>
          <a:r>
            <a:rPr lang="en-US" sz="2000" kern="1200" dirty="0">
              <a:solidFill>
                <a:schemeClr val="tx1"/>
              </a:solidFill>
            </a:rPr>
            <a:t> </a:t>
          </a:r>
          <a:r>
            <a:rPr lang="en-US" sz="2000" kern="1200" dirty="0" err="1">
              <a:solidFill>
                <a:schemeClr val="tx1"/>
              </a:solidFill>
            </a:rPr>
            <a:t>kiến</a:t>
          </a:r>
          <a:r>
            <a:rPr lang="en-US" sz="2000" kern="1200" dirty="0">
              <a:solidFill>
                <a:schemeClr val="tx1"/>
              </a:solidFill>
            </a:rPr>
            <a:t> </a:t>
          </a:r>
          <a:r>
            <a:rPr lang="en-US" sz="2000" kern="1200" dirty="0" err="1">
              <a:solidFill>
                <a:schemeClr val="tx1"/>
              </a:solidFill>
            </a:rPr>
            <a:t>hoàn</a:t>
          </a:r>
          <a:r>
            <a:rPr lang="en-US" sz="2000" kern="1200" dirty="0">
              <a:solidFill>
                <a:schemeClr val="tx1"/>
              </a:solidFill>
            </a:rPr>
            <a:t> </a:t>
          </a:r>
          <a:r>
            <a:rPr lang="en-US" sz="2000" kern="1200" dirty="0" err="1">
              <a:solidFill>
                <a:schemeClr val="tx1"/>
              </a:solidFill>
            </a:rPr>
            <a:t>thuế</a:t>
          </a:r>
          <a:r>
            <a:rPr lang="en-US" sz="2000" kern="1200" dirty="0">
              <a:solidFill>
                <a:schemeClr val="tx1"/>
              </a:solidFill>
            </a:rPr>
            <a:t> GTGT </a:t>
          </a:r>
          <a:r>
            <a:rPr lang="en-US" sz="2000" kern="1200" dirty="0" err="1">
              <a:solidFill>
                <a:schemeClr val="tx1"/>
              </a:solidFill>
            </a:rPr>
            <a:t>trong</a:t>
          </a:r>
          <a:r>
            <a:rPr lang="en-US" sz="2000" kern="1200" dirty="0">
              <a:solidFill>
                <a:schemeClr val="tx1"/>
              </a:solidFill>
            </a:rPr>
            <a:t> </a:t>
          </a:r>
          <a:r>
            <a:rPr lang="en-US" sz="2000" kern="1200" err="1">
              <a:solidFill>
                <a:schemeClr val="tx1"/>
              </a:solidFill>
            </a:rPr>
            <a:t>tháng</a:t>
          </a:r>
          <a:r>
            <a:rPr lang="en-US" sz="2000" kern="1200">
              <a:solidFill>
                <a:schemeClr val="tx1"/>
              </a:solidFill>
            </a:rPr>
            <a:t> 8/2026 </a:t>
          </a:r>
          <a:r>
            <a:rPr lang="en-US" sz="2000" kern="1200" dirty="0" err="1">
              <a:solidFill>
                <a:schemeClr val="tx1"/>
              </a:solidFill>
            </a:rPr>
            <a:t>số</a:t>
          </a:r>
          <a:r>
            <a:rPr lang="en-US" sz="2000" kern="1200" dirty="0">
              <a:solidFill>
                <a:schemeClr val="tx1"/>
              </a:solidFill>
            </a:rPr>
            <a:t> </a:t>
          </a:r>
          <a:r>
            <a:rPr lang="en-US" sz="2000" kern="1200" dirty="0" err="1">
              <a:solidFill>
                <a:schemeClr val="tx1"/>
              </a:solidFill>
            </a:rPr>
            <a:t>tiền</a:t>
          </a:r>
          <a:r>
            <a:rPr lang="en-US" sz="2000" kern="1200" dirty="0">
              <a:solidFill>
                <a:schemeClr val="tx1"/>
              </a:solidFill>
            </a:rPr>
            <a:t>: </a:t>
          </a:r>
          <a:r>
            <a:rPr lang="en-US" sz="2000" kern="1200">
              <a:solidFill>
                <a:schemeClr val="tx1"/>
              </a:solidFill>
            </a:rPr>
            <a:t>33 tỷ</a:t>
          </a:r>
          <a:endParaRPr lang="en-US" sz="2000" kern="1200" dirty="0">
            <a:solidFill>
              <a:schemeClr val="tx1"/>
            </a:solidFill>
          </a:endParaRPr>
        </a:p>
      </dsp:txBody>
      <dsp:txXfrm>
        <a:off x="451367" y="2623554"/>
        <a:ext cx="7664127"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594458500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594458500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80117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842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5764128aa_2_33:notes"/>
          <p:cNvSpPr>
            <a:spLocks noGrp="1" noRot="1" noChangeAspect="1"/>
          </p:cNvSpPr>
          <p:nvPr>
            <p:ph type="sldImg" idx="2"/>
          </p:nvPr>
        </p:nvSpPr>
        <p:spPr>
          <a:xfrm>
            <a:off x="365125" y="679450"/>
            <a:ext cx="6037263" cy="33972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5764128aa_2_33:notes"/>
          <p:cNvSpPr txBox="1">
            <a:spLocks noGrp="1"/>
          </p:cNvSpPr>
          <p:nvPr>
            <p:ph type="body" idx="1"/>
          </p:nvPr>
        </p:nvSpPr>
        <p:spPr>
          <a:xfrm>
            <a:off x="676791" y="4303483"/>
            <a:ext cx="5414327" cy="4076984"/>
          </a:xfrm>
          <a:prstGeom prst="rect">
            <a:avLst/>
          </a:prstGeom>
        </p:spPr>
        <p:txBody>
          <a:bodyPr spcFirstLastPara="1" wrap="square" lIns="90438" tIns="90438" rIns="90438" bIns="90438"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91"/>
        <p:cNvGrpSpPr/>
        <p:nvPr/>
      </p:nvGrpSpPr>
      <p:grpSpPr>
        <a:xfrm>
          <a:off x="0" y="0"/>
          <a:ext cx="0" cy="0"/>
          <a:chOff x="0" y="0"/>
          <a:chExt cx="0" cy="0"/>
        </a:xfrm>
      </p:grpSpPr>
      <p:sp>
        <p:nvSpPr>
          <p:cNvPr id="92" name="Google Shape;92;p11"/>
          <p:cNvSpPr txBox="1">
            <a:spLocks noGrp="1"/>
          </p:cNvSpPr>
          <p:nvPr>
            <p:ph type="title"/>
          </p:nvPr>
        </p:nvSpPr>
        <p:spPr>
          <a:xfrm>
            <a:off x="370483" y="445025"/>
            <a:ext cx="8460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6F9B"/>
              </a:buClr>
              <a:buSzPts val="2800"/>
              <a:buFont typeface="Muli"/>
              <a:buNone/>
              <a:defRPr>
                <a:solidFill>
                  <a:srgbClr val="4E6F9B"/>
                </a:solidFill>
                <a:latin typeface="Muli"/>
                <a:ea typeface="Muli"/>
                <a:cs typeface="Muli"/>
                <a:sym typeface="Muli"/>
              </a:defRPr>
            </a:lvl1pPr>
            <a:lvl2pPr lvl="1" rtl="0">
              <a:spcBef>
                <a:spcPts val="0"/>
              </a:spcBef>
              <a:spcAft>
                <a:spcPts val="0"/>
              </a:spcAft>
              <a:buClr>
                <a:srgbClr val="4E6F9B"/>
              </a:buClr>
              <a:buSzPts val="2800"/>
              <a:buFont typeface="Muli"/>
              <a:buNone/>
              <a:defRPr>
                <a:solidFill>
                  <a:srgbClr val="4E6F9B"/>
                </a:solidFill>
                <a:latin typeface="Muli"/>
                <a:ea typeface="Muli"/>
                <a:cs typeface="Muli"/>
                <a:sym typeface="Muli"/>
              </a:defRPr>
            </a:lvl2pPr>
            <a:lvl3pPr lvl="2" rtl="0">
              <a:spcBef>
                <a:spcPts val="0"/>
              </a:spcBef>
              <a:spcAft>
                <a:spcPts val="0"/>
              </a:spcAft>
              <a:buClr>
                <a:srgbClr val="4E6F9B"/>
              </a:buClr>
              <a:buSzPts val="2800"/>
              <a:buFont typeface="Muli"/>
              <a:buNone/>
              <a:defRPr>
                <a:solidFill>
                  <a:srgbClr val="4E6F9B"/>
                </a:solidFill>
                <a:latin typeface="Muli"/>
                <a:ea typeface="Muli"/>
                <a:cs typeface="Muli"/>
                <a:sym typeface="Muli"/>
              </a:defRPr>
            </a:lvl3pPr>
            <a:lvl4pPr lvl="3" rtl="0">
              <a:spcBef>
                <a:spcPts val="0"/>
              </a:spcBef>
              <a:spcAft>
                <a:spcPts val="0"/>
              </a:spcAft>
              <a:buClr>
                <a:srgbClr val="4E6F9B"/>
              </a:buClr>
              <a:buSzPts val="2800"/>
              <a:buFont typeface="Muli"/>
              <a:buNone/>
              <a:defRPr>
                <a:solidFill>
                  <a:srgbClr val="4E6F9B"/>
                </a:solidFill>
                <a:latin typeface="Muli"/>
                <a:ea typeface="Muli"/>
                <a:cs typeface="Muli"/>
                <a:sym typeface="Muli"/>
              </a:defRPr>
            </a:lvl4pPr>
            <a:lvl5pPr lvl="4" rtl="0">
              <a:spcBef>
                <a:spcPts val="0"/>
              </a:spcBef>
              <a:spcAft>
                <a:spcPts val="0"/>
              </a:spcAft>
              <a:buClr>
                <a:srgbClr val="4E6F9B"/>
              </a:buClr>
              <a:buSzPts val="2800"/>
              <a:buFont typeface="Muli"/>
              <a:buNone/>
              <a:defRPr>
                <a:solidFill>
                  <a:srgbClr val="4E6F9B"/>
                </a:solidFill>
                <a:latin typeface="Muli"/>
                <a:ea typeface="Muli"/>
                <a:cs typeface="Muli"/>
                <a:sym typeface="Muli"/>
              </a:defRPr>
            </a:lvl5pPr>
            <a:lvl6pPr lvl="5" rtl="0">
              <a:spcBef>
                <a:spcPts val="0"/>
              </a:spcBef>
              <a:spcAft>
                <a:spcPts val="0"/>
              </a:spcAft>
              <a:buClr>
                <a:srgbClr val="4E6F9B"/>
              </a:buClr>
              <a:buSzPts val="2800"/>
              <a:buFont typeface="Muli"/>
              <a:buNone/>
              <a:defRPr>
                <a:solidFill>
                  <a:srgbClr val="4E6F9B"/>
                </a:solidFill>
                <a:latin typeface="Muli"/>
                <a:ea typeface="Muli"/>
                <a:cs typeface="Muli"/>
                <a:sym typeface="Muli"/>
              </a:defRPr>
            </a:lvl6pPr>
            <a:lvl7pPr lvl="6" rtl="0">
              <a:spcBef>
                <a:spcPts val="0"/>
              </a:spcBef>
              <a:spcAft>
                <a:spcPts val="0"/>
              </a:spcAft>
              <a:buClr>
                <a:srgbClr val="4E6F9B"/>
              </a:buClr>
              <a:buSzPts val="2800"/>
              <a:buFont typeface="Muli"/>
              <a:buNone/>
              <a:defRPr>
                <a:solidFill>
                  <a:srgbClr val="4E6F9B"/>
                </a:solidFill>
                <a:latin typeface="Muli"/>
                <a:ea typeface="Muli"/>
                <a:cs typeface="Muli"/>
                <a:sym typeface="Muli"/>
              </a:defRPr>
            </a:lvl7pPr>
            <a:lvl8pPr lvl="7" rtl="0">
              <a:spcBef>
                <a:spcPts val="0"/>
              </a:spcBef>
              <a:spcAft>
                <a:spcPts val="0"/>
              </a:spcAft>
              <a:buClr>
                <a:srgbClr val="4E6F9B"/>
              </a:buClr>
              <a:buSzPts val="2800"/>
              <a:buFont typeface="Muli"/>
              <a:buNone/>
              <a:defRPr>
                <a:solidFill>
                  <a:srgbClr val="4E6F9B"/>
                </a:solidFill>
                <a:latin typeface="Muli"/>
                <a:ea typeface="Muli"/>
                <a:cs typeface="Muli"/>
                <a:sym typeface="Muli"/>
              </a:defRPr>
            </a:lvl8pPr>
            <a:lvl9pPr lvl="8" rtl="0">
              <a:spcBef>
                <a:spcPts val="0"/>
              </a:spcBef>
              <a:spcAft>
                <a:spcPts val="0"/>
              </a:spcAft>
              <a:buClr>
                <a:srgbClr val="4E6F9B"/>
              </a:buClr>
              <a:buSzPts val="2800"/>
              <a:buFont typeface="Muli"/>
              <a:buNone/>
              <a:defRPr>
                <a:solidFill>
                  <a:srgbClr val="4E6F9B"/>
                </a:solidFill>
                <a:latin typeface="Muli"/>
                <a:ea typeface="Muli"/>
                <a:cs typeface="Muli"/>
                <a:sym typeface="Muli"/>
              </a:defRPr>
            </a:lvl9pPr>
          </a:lstStyle>
          <a:p>
            <a:endParaRPr/>
          </a:p>
        </p:txBody>
      </p:sp>
      <p:sp>
        <p:nvSpPr>
          <p:cNvPr id="93" name="Google Shape;93;p11"/>
          <p:cNvSpPr txBox="1">
            <a:spLocks noGrp="1"/>
          </p:cNvSpPr>
          <p:nvPr>
            <p:ph type="body" idx="1"/>
          </p:nvPr>
        </p:nvSpPr>
        <p:spPr>
          <a:xfrm>
            <a:off x="370475" y="1324546"/>
            <a:ext cx="38913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Muli"/>
              <a:buChar char="●"/>
              <a:defRPr>
                <a:latin typeface="Muli"/>
                <a:ea typeface="Muli"/>
                <a:cs typeface="Muli"/>
                <a:sym typeface="Muli"/>
              </a:defRPr>
            </a:lvl1pPr>
            <a:lvl2pPr marL="914400" lvl="1" indent="-317500" rtl="0">
              <a:spcBef>
                <a:spcPts val="1600"/>
              </a:spcBef>
              <a:spcAft>
                <a:spcPts val="0"/>
              </a:spcAft>
              <a:buSzPts val="1400"/>
              <a:buFont typeface="Muli"/>
              <a:buChar char="○"/>
              <a:defRPr>
                <a:latin typeface="Muli"/>
                <a:ea typeface="Muli"/>
                <a:cs typeface="Muli"/>
                <a:sym typeface="Muli"/>
              </a:defRPr>
            </a:lvl2pPr>
            <a:lvl3pPr marL="1371600" lvl="2" indent="-317500" rtl="0">
              <a:spcBef>
                <a:spcPts val="1600"/>
              </a:spcBef>
              <a:spcAft>
                <a:spcPts val="0"/>
              </a:spcAft>
              <a:buSzPts val="1400"/>
              <a:buFont typeface="Muli"/>
              <a:buChar char="■"/>
              <a:defRPr>
                <a:latin typeface="Muli"/>
                <a:ea typeface="Muli"/>
                <a:cs typeface="Muli"/>
                <a:sym typeface="Muli"/>
              </a:defRPr>
            </a:lvl3pPr>
            <a:lvl4pPr marL="1828800" lvl="3" indent="-317500" rtl="0">
              <a:spcBef>
                <a:spcPts val="1600"/>
              </a:spcBef>
              <a:spcAft>
                <a:spcPts val="0"/>
              </a:spcAft>
              <a:buSzPts val="1400"/>
              <a:buFont typeface="Muli"/>
              <a:buChar char="●"/>
              <a:defRPr>
                <a:latin typeface="Muli"/>
                <a:ea typeface="Muli"/>
                <a:cs typeface="Muli"/>
                <a:sym typeface="Muli"/>
              </a:defRPr>
            </a:lvl4pPr>
            <a:lvl5pPr marL="2286000" lvl="4" indent="-317500" rtl="0">
              <a:spcBef>
                <a:spcPts val="1600"/>
              </a:spcBef>
              <a:spcAft>
                <a:spcPts val="0"/>
              </a:spcAft>
              <a:buSzPts val="1400"/>
              <a:buFont typeface="Muli"/>
              <a:buChar char="○"/>
              <a:defRPr>
                <a:latin typeface="Muli"/>
                <a:ea typeface="Muli"/>
                <a:cs typeface="Muli"/>
                <a:sym typeface="Muli"/>
              </a:defRPr>
            </a:lvl5pPr>
            <a:lvl6pPr marL="2743200" lvl="5" indent="-317500" rtl="0">
              <a:spcBef>
                <a:spcPts val="1600"/>
              </a:spcBef>
              <a:spcAft>
                <a:spcPts val="0"/>
              </a:spcAft>
              <a:buSzPts val="1400"/>
              <a:buFont typeface="Muli"/>
              <a:buChar char="■"/>
              <a:defRPr>
                <a:latin typeface="Muli"/>
                <a:ea typeface="Muli"/>
                <a:cs typeface="Muli"/>
                <a:sym typeface="Muli"/>
              </a:defRPr>
            </a:lvl6pPr>
            <a:lvl7pPr marL="3200400" lvl="6" indent="-317500" rtl="0">
              <a:spcBef>
                <a:spcPts val="1600"/>
              </a:spcBef>
              <a:spcAft>
                <a:spcPts val="0"/>
              </a:spcAft>
              <a:buSzPts val="1400"/>
              <a:buFont typeface="Muli"/>
              <a:buChar char="●"/>
              <a:defRPr>
                <a:latin typeface="Muli"/>
                <a:ea typeface="Muli"/>
                <a:cs typeface="Muli"/>
                <a:sym typeface="Muli"/>
              </a:defRPr>
            </a:lvl7pPr>
            <a:lvl8pPr marL="3657600" lvl="7" indent="-317500" rtl="0">
              <a:spcBef>
                <a:spcPts val="1600"/>
              </a:spcBef>
              <a:spcAft>
                <a:spcPts val="0"/>
              </a:spcAft>
              <a:buSzPts val="1400"/>
              <a:buFont typeface="Muli"/>
              <a:buChar char="○"/>
              <a:defRPr>
                <a:latin typeface="Muli"/>
                <a:ea typeface="Muli"/>
                <a:cs typeface="Muli"/>
                <a:sym typeface="Muli"/>
              </a:defRPr>
            </a:lvl8pPr>
            <a:lvl9pPr marL="4114800" lvl="8" indent="-317500" rtl="0">
              <a:spcBef>
                <a:spcPts val="1600"/>
              </a:spcBef>
              <a:spcAft>
                <a:spcPts val="1600"/>
              </a:spcAft>
              <a:buSzPts val="1400"/>
              <a:buFont typeface="Muli"/>
              <a:buChar char="■"/>
              <a:defRPr>
                <a:latin typeface="Muli"/>
                <a:ea typeface="Muli"/>
                <a:cs typeface="Muli"/>
                <a:sym typeface="Muli"/>
              </a:defRPr>
            </a:lvl9pPr>
          </a:lstStyle>
          <a:p>
            <a:endParaRPr dirty="0"/>
          </a:p>
        </p:txBody>
      </p:sp>
      <p:sp>
        <p:nvSpPr>
          <p:cNvPr id="100" name="Google Shape;100;p11"/>
          <p:cNvSpPr txBox="1">
            <a:spLocks noGrp="1"/>
          </p:cNvSpPr>
          <p:nvPr>
            <p:ph type="subTitle" idx="2"/>
          </p:nvPr>
        </p:nvSpPr>
        <p:spPr>
          <a:xfrm>
            <a:off x="370483" y="941525"/>
            <a:ext cx="84600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dirty="0"/>
          </a:p>
        </p:txBody>
      </p:sp>
      <p:sp>
        <p:nvSpPr>
          <p:cNvPr id="101" name="Google Shape;101;p11"/>
          <p:cNvSpPr txBox="1">
            <a:spLocks noGrp="1"/>
          </p:cNvSpPr>
          <p:nvPr>
            <p:ph type="body" idx="3"/>
          </p:nvPr>
        </p:nvSpPr>
        <p:spPr>
          <a:xfrm>
            <a:off x="4581150" y="1348400"/>
            <a:ext cx="38913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Muli"/>
              <a:buChar char="●"/>
              <a:defRPr>
                <a:latin typeface="Muli"/>
                <a:ea typeface="Muli"/>
                <a:cs typeface="Muli"/>
                <a:sym typeface="Muli"/>
              </a:defRPr>
            </a:lvl1pPr>
            <a:lvl2pPr marL="914400" lvl="1" indent="-317500" rtl="0">
              <a:spcBef>
                <a:spcPts val="1600"/>
              </a:spcBef>
              <a:spcAft>
                <a:spcPts val="0"/>
              </a:spcAft>
              <a:buSzPts val="1400"/>
              <a:buFont typeface="Muli"/>
              <a:buChar char="○"/>
              <a:defRPr>
                <a:latin typeface="Muli"/>
                <a:ea typeface="Muli"/>
                <a:cs typeface="Muli"/>
                <a:sym typeface="Muli"/>
              </a:defRPr>
            </a:lvl2pPr>
            <a:lvl3pPr marL="1371600" lvl="2" indent="-317500" rtl="0">
              <a:spcBef>
                <a:spcPts val="1600"/>
              </a:spcBef>
              <a:spcAft>
                <a:spcPts val="0"/>
              </a:spcAft>
              <a:buSzPts val="1400"/>
              <a:buFont typeface="Muli"/>
              <a:buChar char="■"/>
              <a:defRPr>
                <a:latin typeface="Muli"/>
                <a:ea typeface="Muli"/>
                <a:cs typeface="Muli"/>
                <a:sym typeface="Muli"/>
              </a:defRPr>
            </a:lvl3pPr>
            <a:lvl4pPr marL="1828800" lvl="3" indent="-317500" rtl="0">
              <a:spcBef>
                <a:spcPts val="1600"/>
              </a:spcBef>
              <a:spcAft>
                <a:spcPts val="0"/>
              </a:spcAft>
              <a:buSzPts val="1400"/>
              <a:buFont typeface="Muli"/>
              <a:buChar char="●"/>
              <a:defRPr>
                <a:latin typeface="Muli"/>
                <a:ea typeface="Muli"/>
                <a:cs typeface="Muli"/>
                <a:sym typeface="Muli"/>
              </a:defRPr>
            </a:lvl4pPr>
            <a:lvl5pPr marL="2286000" lvl="4" indent="-317500" rtl="0">
              <a:spcBef>
                <a:spcPts val="1600"/>
              </a:spcBef>
              <a:spcAft>
                <a:spcPts val="0"/>
              </a:spcAft>
              <a:buSzPts val="1400"/>
              <a:buFont typeface="Muli"/>
              <a:buChar char="○"/>
              <a:defRPr>
                <a:latin typeface="Muli"/>
                <a:ea typeface="Muli"/>
                <a:cs typeface="Muli"/>
                <a:sym typeface="Muli"/>
              </a:defRPr>
            </a:lvl5pPr>
            <a:lvl6pPr marL="2743200" lvl="5" indent="-317500" rtl="0">
              <a:spcBef>
                <a:spcPts val="1600"/>
              </a:spcBef>
              <a:spcAft>
                <a:spcPts val="0"/>
              </a:spcAft>
              <a:buSzPts val="1400"/>
              <a:buFont typeface="Muli"/>
              <a:buChar char="■"/>
              <a:defRPr>
                <a:latin typeface="Muli"/>
                <a:ea typeface="Muli"/>
                <a:cs typeface="Muli"/>
                <a:sym typeface="Muli"/>
              </a:defRPr>
            </a:lvl6pPr>
            <a:lvl7pPr marL="3200400" lvl="6" indent="-317500" rtl="0">
              <a:spcBef>
                <a:spcPts val="1600"/>
              </a:spcBef>
              <a:spcAft>
                <a:spcPts val="0"/>
              </a:spcAft>
              <a:buSzPts val="1400"/>
              <a:buFont typeface="Muli"/>
              <a:buChar char="●"/>
              <a:defRPr>
                <a:latin typeface="Muli"/>
                <a:ea typeface="Muli"/>
                <a:cs typeface="Muli"/>
                <a:sym typeface="Muli"/>
              </a:defRPr>
            </a:lvl7pPr>
            <a:lvl8pPr marL="3657600" lvl="7" indent="-317500" rtl="0">
              <a:spcBef>
                <a:spcPts val="1600"/>
              </a:spcBef>
              <a:spcAft>
                <a:spcPts val="0"/>
              </a:spcAft>
              <a:buSzPts val="1400"/>
              <a:buFont typeface="Muli"/>
              <a:buChar char="○"/>
              <a:defRPr>
                <a:latin typeface="Muli"/>
                <a:ea typeface="Muli"/>
                <a:cs typeface="Muli"/>
                <a:sym typeface="Muli"/>
              </a:defRPr>
            </a:lvl8pPr>
            <a:lvl9pPr marL="4114800" lvl="8" indent="-317500" rtl="0">
              <a:spcBef>
                <a:spcPts val="1600"/>
              </a:spcBef>
              <a:spcAft>
                <a:spcPts val="1600"/>
              </a:spcAft>
              <a:buSzPts val="1400"/>
              <a:buFont typeface="Muli"/>
              <a:buChar char="■"/>
              <a:defRPr>
                <a:latin typeface="Muli"/>
                <a:ea typeface="Muli"/>
                <a:cs typeface="Muli"/>
                <a:sym typeface="Mul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Sides 2" userDrawn="1">
  <p:cSld name="Two Sides 2">
    <p:spTree>
      <p:nvGrpSpPr>
        <p:cNvPr id="1" name="Shape 164"/>
        <p:cNvGrpSpPr/>
        <p:nvPr/>
      </p:nvGrpSpPr>
      <p:grpSpPr>
        <a:xfrm>
          <a:off x="0" y="0"/>
          <a:ext cx="0" cy="0"/>
          <a:chOff x="0" y="0"/>
          <a:chExt cx="0" cy="0"/>
        </a:xfrm>
      </p:grpSpPr>
    </p:spTree>
    <p:extLst>
      <p:ext uri="{BB962C8B-B14F-4D97-AF65-F5344CB8AC3E}">
        <p14:creationId xmlns:p14="http://schemas.microsoft.com/office/powerpoint/2010/main" val="2484549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9" name="Google Shape;87;p10">
            <a:extLst>
              <a:ext uri="{FF2B5EF4-FFF2-40B4-BE49-F238E27FC236}">
                <a16:creationId xmlns:a16="http://schemas.microsoft.com/office/drawing/2014/main" id="{6DB2F55B-87A0-4916-ABC0-83FF8C89DDCD}"/>
              </a:ext>
            </a:extLst>
          </p:cNvPr>
          <p:cNvSpPr/>
          <p:nvPr userDrawn="1"/>
        </p:nvSpPr>
        <p:spPr bwMode="ltGray">
          <a:xfrm rot="5400000">
            <a:off x="4879976" y="879477"/>
            <a:ext cx="158747" cy="8369300"/>
          </a:xfrm>
          <a:prstGeom prst="rect">
            <a:avLst/>
          </a:prstGeom>
          <a:solidFill>
            <a:srgbClr val="1193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 name="Google Shape;8;p1">
            <a:extLst>
              <a:ext uri="{FF2B5EF4-FFF2-40B4-BE49-F238E27FC236}">
                <a16:creationId xmlns:a16="http://schemas.microsoft.com/office/drawing/2014/main" id="{C2BD413E-6D8B-D863-FB26-12E78FF115C8}"/>
              </a:ext>
            </a:extLst>
          </p:cNvPr>
          <p:cNvSpPr txBox="1">
            <a:spLocks/>
          </p:cNvSpPr>
          <p:nvPr userDrawn="1"/>
        </p:nvSpPr>
        <p:spPr>
          <a:xfrm>
            <a:off x="8615580" y="4854044"/>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1" i="0" u="none" strike="noStrike" cap="none">
                <a:solidFill>
                  <a:schemeClr val="bg1"/>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smtClean="0"/>
              <a:pPr/>
              <a:t>‹#›</a:t>
            </a:fld>
            <a:r>
              <a:rPr lang="en" dirty="0"/>
              <a:t>/14</a:t>
            </a:r>
          </a:p>
        </p:txBody>
      </p:sp>
      <p:pic>
        <p:nvPicPr>
          <p:cNvPr id="8" name="Picture 7" descr="A green and grey recycle sign&#10;&#10;Description automatically generated">
            <a:extLst>
              <a:ext uri="{FF2B5EF4-FFF2-40B4-BE49-F238E27FC236}">
                <a16:creationId xmlns:a16="http://schemas.microsoft.com/office/drawing/2014/main" id="{65F13E22-2991-BE3C-0896-571727341143}"/>
              </a:ext>
            </a:extLst>
          </p:cNvPr>
          <p:cNvPicPr>
            <a:picLocks noChangeAspect="1"/>
          </p:cNvPicPr>
          <p:nvPr userDrawn="1"/>
        </p:nvPicPr>
        <p:blipFill>
          <a:blip r:embed="rId4"/>
          <a:stretch>
            <a:fillRect/>
          </a:stretch>
        </p:blipFill>
        <p:spPr>
          <a:xfrm>
            <a:off x="80631" y="72531"/>
            <a:ext cx="1085317" cy="237744"/>
          </a:xfrm>
          <a:prstGeom prst="rect">
            <a:avLst/>
          </a:prstGeom>
        </p:spPr>
      </p:pic>
      <p:pic>
        <p:nvPicPr>
          <p:cNvPr id="13" name="Picture 12" descr="A green and grey recycle sign&#10;&#10;Description automatically generated">
            <a:extLst>
              <a:ext uri="{FF2B5EF4-FFF2-40B4-BE49-F238E27FC236}">
                <a16:creationId xmlns:a16="http://schemas.microsoft.com/office/drawing/2014/main" id="{D4C71697-C97A-D229-56B0-E6A27BC442B8}"/>
              </a:ext>
            </a:extLst>
          </p:cNvPr>
          <p:cNvPicPr>
            <a:picLocks noChangeAspect="1"/>
          </p:cNvPicPr>
          <p:nvPr userDrawn="1"/>
        </p:nvPicPr>
        <p:blipFill>
          <a:blip r:embed="rId4"/>
          <a:stretch>
            <a:fillRect/>
          </a:stretch>
        </p:blipFill>
        <p:spPr>
          <a:xfrm>
            <a:off x="5436" y="4976803"/>
            <a:ext cx="731520" cy="160243"/>
          </a:xfrm>
          <a:prstGeom prst="rect">
            <a:avLst/>
          </a:prstGeom>
        </p:spPr>
      </p:pic>
      <p:pic>
        <p:nvPicPr>
          <p:cNvPr id="2" name="Picture 1">
            <a:extLst>
              <a:ext uri="{FF2B5EF4-FFF2-40B4-BE49-F238E27FC236}">
                <a16:creationId xmlns:a16="http://schemas.microsoft.com/office/drawing/2014/main" id="{68FD2296-3E8A-8D70-7AB9-42A476EB6289}"/>
              </a:ext>
            </a:extLst>
          </p:cNvPr>
          <p:cNvPicPr>
            <a:picLocks noChangeAspect="1"/>
          </p:cNvPicPr>
          <p:nvPr userDrawn="1"/>
        </p:nvPicPr>
        <p:blipFill>
          <a:blip r:embed="rId5"/>
          <a:stretch>
            <a:fillRect/>
          </a:stretch>
        </p:blipFill>
        <p:spPr>
          <a:xfrm>
            <a:off x="797124" y="4976872"/>
            <a:ext cx="1922262" cy="178418"/>
          </a:xfrm>
          <a:prstGeom prst="rect">
            <a:avLst/>
          </a:prstGeom>
        </p:spPr>
      </p:pic>
    </p:spTree>
  </p:cSld>
  <p:clrMap bg1="lt1" tx1="dk1" bg2="dk2" tx2="lt2" accent1="accent1" accent2="accent2" accent3="accent3" accent4="accent4" accent5="accent5" accent6="accent6" hlink="hlink" folHlink="folHlink"/>
  <p:sldLayoutIdLst>
    <p:sldLayoutId id="2147483657" r:id="rId1"/>
    <p:sldLayoutId id="214748368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pp.powerbi.com/Redirect?action=OpenApp&amp;appId=338d1f5d-aa4c-4f26-b718-dfba12cc483d&amp;ctid=00b9a165-4467-4156-b58f-75ccba478fa9&amp;experience=power-bi"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2" name="Picture 1">
            <a:extLst>
              <a:ext uri="{FF2B5EF4-FFF2-40B4-BE49-F238E27FC236}">
                <a16:creationId xmlns:a16="http://schemas.microsoft.com/office/drawing/2014/main" id="{0A4B8CD4-CB30-4B5E-A979-4A57EEAB0E03}"/>
              </a:ext>
            </a:extLst>
          </p:cNvPr>
          <p:cNvPicPr>
            <a:picLocks noChangeAspect="1"/>
          </p:cNvPicPr>
          <p:nvPr/>
        </p:nvPicPr>
        <p:blipFill>
          <a:blip r:embed="rId3"/>
          <a:srcRect l="-23" t="-94" r="17"/>
          <a:stretch/>
        </p:blipFill>
        <p:spPr>
          <a:xfrm>
            <a:off x="0" y="0"/>
            <a:ext cx="9143999" cy="5143500"/>
          </a:xfrm>
          <a:prstGeom prst="rect">
            <a:avLst/>
          </a:prstGeom>
        </p:spPr>
      </p:pic>
      <p:grpSp>
        <p:nvGrpSpPr>
          <p:cNvPr id="7" name="Group 6">
            <a:extLst>
              <a:ext uri="{FF2B5EF4-FFF2-40B4-BE49-F238E27FC236}">
                <a16:creationId xmlns:a16="http://schemas.microsoft.com/office/drawing/2014/main" id="{9763CE97-4313-4B9F-952E-6FFF986439DC}"/>
              </a:ext>
            </a:extLst>
          </p:cNvPr>
          <p:cNvGrpSpPr/>
          <p:nvPr/>
        </p:nvGrpSpPr>
        <p:grpSpPr>
          <a:xfrm>
            <a:off x="0" y="477930"/>
            <a:ext cx="9144000" cy="4489583"/>
            <a:chOff x="0" y="477930"/>
            <a:chExt cx="9144000" cy="4489583"/>
          </a:xfrm>
        </p:grpSpPr>
        <p:sp>
          <p:nvSpPr>
            <p:cNvPr id="3" name="Rectangle 2">
              <a:extLst>
                <a:ext uri="{FF2B5EF4-FFF2-40B4-BE49-F238E27FC236}">
                  <a16:creationId xmlns:a16="http://schemas.microsoft.com/office/drawing/2014/main" id="{FDAF3A24-1ED4-7685-F572-1667F8D11AAB}"/>
                </a:ext>
              </a:extLst>
            </p:cNvPr>
            <p:cNvSpPr/>
            <p:nvPr/>
          </p:nvSpPr>
          <p:spPr>
            <a:xfrm>
              <a:off x="0" y="477930"/>
              <a:ext cx="9144000" cy="1889713"/>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95E2829-8819-380A-64E5-39E2C825359A}"/>
                </a:ext>
              </a:extLst>
            </p:cNvPr>
            <p:cNvSpPr txBox="1"/>
            <p:nvPr/>
          </p:nvSpPr>
          <p:spPr>
            <a:xfrm>
              <a:off x="0" y="776455"/>
              <a:ext cx="9143999" cy="1292662"/>
            </a:xfrm>
            <a:prstGeom prst="rect">
              <a:avLst/>
            </a:prstGeom>
            <a:noFill/>
          </p:spPr>
          <p:txBody>
            <a:bodyPr wrap="square" rtlCol="0">
              <a:spAutoFit/>
            </a:bodyPr>
            <a:lstStyle/>
            <a:p>
              <a:pPr algn="ctr"/>
              <a:r>
                <a:rPr lang="en-US" sz="2000" b="1" dirty="0">
                  <a:solidFill>
                    <a:srgbClr val="D99D55"/>
                  </a:solidFill>
                  <a:latin typeface="Montserrat" panose="00000500000000000000" pitchFamily="2" charset="0"/>
                </a:rPr>
                <a:t>BÁO CÁO THÀNH </a:t>
              </a:r>
              <a:r>
                <a:rPr lang="en-US" sz="2000" b="1" dirty="0" err="1">
                  <a:solidFill>
                    <a:srgbClr val="D99D55"/>
                  </a:solidFill>
                  <a:latin typeface="Montserrat" panose="00000500000000000000" pitchFamily="2" charset="0"/>
                </a:rPr>
                <a:t>TÍCH</a:t>
              </a:r>
              <a:endParaRPr lang="en-US" sz="2000" b="1" dirty="0">
                <a:solidFill>
                  <a:srgbClr val="D99D55"/>
                </a:solidFill>
                <a:latin typeface="Montserrat" panose="00000500000000000000" pitchFamily="2" charset="0"/>
              </a:endParaRPr>
            </a:p>
            <a:p>
              <a:pPr algn="ctr"/>
              <a:r>
                <a:rPr lang="en-US" sz="3000" b="1" dirty="0" err="1">
                  <a:solidFill>
                    <a:srgbClr val="119303"/>
                  </a:solidFill>
                  <a:latin typeface="Montserrat" panose="00000500000000000000" pitchFamily="2" charset="0"/>
                </a:rPr>
                <a:t>Phòng</a:t>
              </a:r>
              <a:r>
                <a:rPr lang="en-US" sz="3000" b="1" dirty="0">
                  <a:solidFill>
                    <a:srgbClr val="119303"/>
                  </a:solidFill>
                  <a:latin typeface="Montserrat" panose="00000500000000000000" pitchFamily="2" charset="0"/>
                </a:rPr>
                <a:t>: </a:t>
              </a:r>
              <a:r>
                <a:rPr lang="en-US" sz="3000" b="1" dirty="0" err="1">
                  <a:solidFill>
                    <a:srgbClr val="119303"/>
                  </a:solidFill>
                  <a:latin typeface="Montserrat" panose="00000500000000000000" pitchFamily="2" charset="0"/>
                </a:rPr>
                <a:t>Kế</a:t>
              </a:r>
              <a:r>
                <a:rPr lang="en-US" sz="3000" b="1" dirty="0">
                  <a:solidFill>
                    <a:srgbClr val="119303"/>
                  </a:solidFill>
                  <a:latin typeface="Montserrat" panose="00000500000000000000" pitchFamily="2" charset="0"/>
                </a:rPr>
                <a:t> </a:t>
              </a:r>
              <a:r>
                <a:rPr lang="en-US" sz="3000" b="1" dirty="0" err="1">
                  <a:solidFill>
                    <a:srgbClr val="119303"/>
                  </a:solidFill>
                  <a:latin typeface="Montserrat" panose="00000500000000000000" pitchFamily="2" charset="0"/>
                </a:rPr>
                <a:t>toán</a:t>
              </a:r>
              <a:r>
                <a:rPr lang="en-US" sz="3000" b="1" dirty="0">
                  <a:solidFill>
                    <a:srgbClr val="119303"/>
                  </a:solidFill>
                  <a:latin typeface="Montserrat" panose="00000500000000000000" pitchFamily="2" charset="0"/>
                </a:rPr>
                <a:t> </a:t>
              </a:r>
              <a:r>
                <a:rPr lang="en-US" sz="3000" b="1" dirty="0" err="1">
                  <a:solidFill>
                    <a:srgbClr val="119303"/>
                  </a:solidFill>
                  <a:latin typeface="Montserrat" panose="00000500000000000000" pitchFamily="2" charset="0"/>
                </a:rPr>
                <a:t>tài</a:t>
              </a:r>
              <a:r>
                <a:rPr lang="en-US" sz="3000" b="1" dirty="0">
                  <a:solidFill>
                    <a:srgbClr val="119303"/>
                  </a:solidFill>
                  <a:latin typeface="Montserrat" panose="00000500000000000000" pitchFamily="2" charset="0"/>
                </a:rPr>
                <a:t> </a:t>
              </a:r>
              <a:r>
                <a:rPr lang="en-US" sz="3000" b="1" dirty="0" err="1">
                  <a:solidFill>
                    <a:srgbClr val="119303"/>
                  </a:solidFill>
                  <a:latin typeface="Montserrat" panose="00000500000000000000" pitchFamily="2" charset="0"/>
                </a:rPr>
                <a:t>chính</a:t>
              </a:r>
              <a:endParaRPr lang="en-US" sz="3000" b="1" dirty="0">
                <a:solidFill>
                  <a:srgbClr val="119303"/>
                </a:solidFill>
                <a:latin typeface="Montserrat" panose="00000500000000000000" pitchFamily="2" charset="0"/>
              </a:endParaRPr>
            </a:p>
            <a:p>
              <a:pPr algn="ctr"/>
              <a:r>
                <a:rPr lang="en-US" sz="2800" b="1" dirty="0">
                  <a:solidFill>
                    <a:srgbClr val="D99D55"/>
                  </a:solidFill>
                  <a:latin typeface="Montserrat" panose="00000500000000000000" pitchFamily="2" charset="0"/>
                </a:rPr>
                <a:t>6 </a:t>
              </a:r>
              <a:r>
                <a:rPr lang="en-US" sz="2800" b="1" dirty="0" err="1">
                  <a:solidFill>
                    <a:srgbClr val="D99D55"/>
                  </a:solidFill>
                  <a:latin typeface="Montserrat" panose="00000500000000000000" pitchFamily="2" charset="0"/>
                </a:rPr>
                <a:t>tháng</a:t>
              </a:r>
              <a:r>
                <a:rPr lang="en-US" sz="2800" b="1" dirty="0">
                  <a:solidFill>
                    <a:srgbClr val="D99D55"/>
                  </a:solidFill>
                  <a:latin typeface="Montserrat" panose="00000500000000000000" pitchFamily="2" charset="0"/>
                </a:rPr>
                <a:t> </a:t>
              </a:r>
              <a:r>
                <a:rPr lang="en-US" sz="2800" b="1" dirty="0" err="1">
                  <a:solidFill>
                    <a:srgbClr val="D99D55"/>
                  </a:solidFill>
                  <a:latin typeface="Montserrat" panose="00000500000000000000" pitchFamily="2" charset="0"/>
                </a:rPr>
                <a:t>đầu</a:t>
              </a:r>
              <a:r>
                <a:rPr lang="en-US" sz="2800" b="1" dirty="0">
                  <a:solidFill>
                    <a:srgbClr val="D99D55"/>
                  </a:solidFill>
                  <a:latin typeface="Montserrat" panose="00000500000000000000" pitchFamily="2" charset="0"/>
                </a:rPr>
                <a:t> </a:t>
              </a:r>
              <a:r>
                <a:rPr lang="en-US" sz="2800" b="1" dirty="0" err="1">
                  <a:solidFill>
                    <a:srgbClr val="D99D55"/>
                  </a:solidFill>
                  <a:latin typeface="Montserrat" panose="00000500000000000000" pitchFamily="2" charset="0"/>
                </a:rPr>
                <a:t>năm</a:t>
              </a:r>
              <a:r>
                <a:rPr lang="en-US" sz="2800" b="1" dirty="0">
                  <a:solidFill>
                    <a:srgbClr val="D99D55"/>
                  </a:solidFill>
                  <a:latin typeface="Montserrat" panose="00000500000000000000" pitchFamily="2" charset="0"/>
                </a:rPr>
                <a:t> 2026</a:t>
              </a:r>
            </a:p>
          </p:txBody>
        </p:sp>
        <p:sp>
          <p:nvSpPr>
            <p:cNvPr id="10" name="Rectangle: Rounded Corners 9">
              <a:extLst>
                <a:ext uri="{FF2B5EF4-FFF2-40B4-BE49-F238E27FC236}">
                  <a16:creationId xmlns:a16="http://schemas.microsoft.com/office/drawing/2014/main" id="{B9EE4F02-0B85-494A-F767-BC02E07A8941}"/>
                </a:ext>
              </a:extLst>
            </p:cNvPr>
            <p:cNvSpPr/>
            <p:nvPr/>
          </p:nvSpPr>
          <p:spPr>
            <a:xfrm>
              <a:off x="150796" y="4228849"/>
              <a:ext cx="3869872" cy="738664"/>
            </a:xfrm>
            <a:prstGeom prst="roundRect">
              <a:avLst>
                <a:gd name="adj" fmla="val 29818"/>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301B1B4-0A12-E443-9E62-37C045EFDA43}"/>
                </a:ext>
              </a:extLst>
            </p:cNvPr>
            <p:cNvSpPr txBox="1"/>
            <p:nvPr/>
          </p:nvSpPr>
          <p:spPr>
            <a:xfrm>
              <a:off x="216108" y="4228849"/>
              <a:ext cx="3955356" cy="738664"/>
            </a:xfrm>
            <a:prstGeom prst="rect">
              <a:avLst/>
            </a:prstGeom>
            <a:noFill/>
          </p:spPr>
          <p:txBody>
            <a:bodyPr wrap="square" rtlCol="0">
              <a:spAutoFit/>
            </a:bodyPr>
            <a:lstStyle/>
            <a:p>
              <a:r>
                <a:rPr lang="en-US" sz="1200" b="1" dirty="0" err="1">
                  <a:solidFill>
                    <a:srgbClr val="D99D55"/>
                  </a:solidFill>
                  <a:latin typeface="Montserrat" panose="00000500000000000000" pitchFamily="2" charset="0"/>
                </a:rPr>
                <a:t>Trình</a:t>
              </a:r>
              <a:r>
                <a:rPr lang="en-US" sz="1200" b="1" dirty="0">
                  <a:solidFill>
                    <a:srgbClr val="D99D55"/>
                  </a:solidFill>
                  <a:latin typeface="Montserrat" panose="00000500000000000000" pitchFamily="2" charset="0"/>
                </a:rPr>
                <a:t> </a:t>
              </a:r>
              <a:r>
                <a:rPr lang="en-US" sz="1200" b="1" dirty="0" err="1">
                  <a:solidFill>
                    <a:srgbClr val="D99D55"/>
                  </a:solidFill>
                  <a:latin typeface="Montserrat" panose="00000500000000000000" pitchFamily="2" charset="0"/>
                </a:rPr>
                <a:t>bày</a:t>
              </a:r>
              <a:r>
                <a:rPr lang="en-US" sz="1200" b="1">
                  <a:solidFill>
                    <a:srgbClr val="D99D55"/>
                  </a:solidFill>
                  <a:latin typeface="Montserrat" panose="00000500000000000000" pitchFamily="2" charset="0"/>
                </a:rPr>
                <a:t>: Minh Tâm - Văn </a:t>
              </a:r>
              <a:r>
                <a:rPr lang="en-US" sz="1200" b="1" dirty="0">
                  <a:solidFill>
                    <a:srgbClr val="D99D55"/>
                  </a:solidFill>
                  <a:latin typeface="Montserrat" panose="00000500000000000000" pitchFamily="2" charset="0"/>
                </a:rPr>
                <a:t>Lộc</a:t>
              </a:r>
            </a:p>
            <a:p>
              <a:r>
                <a:rPr lang="en-US" sz="1800" b="1" dirty="0" err="1">
                  <a:solidFill>
                    <a:srgbClr val="253140"/>
                  </a:solidFill>
                  <a:latin typeface="Montserrat" panose="00000500000000000000" pitchFamily="2" charset="0"/>
                </a:rPr>
                <a:t>Phòng</a:t>
              </a:r>
              <a:r>
                <a:rPr lang="en-US" sz="1800" b="1" dirty="0">
                  <a:solidFill>
                    <a:srgbClr val="253140"/>
                  </a:solidFill>
                  <a:latin typeface="Montserrat" panose="00000500000000000000" pitchFamily="2" charset="0"/>
                </a:rPr>
                <a:t>: </a:t>
              </a:r>
              <a:r>
                <a:rPr lang="en-US" sz="1800" b="1" dirty="0" err="1">
                  <a:solidFill>
                    <a:srgbClr val="253140"/>
                  </a:solidFill>
                  <a:latin typeface="Montserrat" panose="00000500000000000000" pitchFamily="2" charset="0"/>
                </a:rPr>
                <a:t>Kế</a:t>
              </a:r>
              <a:r>
                <a:rPr lang="en-US" sz="1800" b="1" dirty="0">
                  <a:solidFill>
                    <a:srgbClr val="253140"/>
                  </a:solidFill>
                  <a:latin typeface="Montserrat" panose="00000500000000000000" pitchFamily="2" charset="0"/>
                </a:rPr>
                <a:t> </a:t>
              </a:r>
              <a:r>
                <a:rPr lang="en-US" sz="1800" b="1" dirty="0" err="1">
                  <a:solidFill>
                    <a:srgbClr val="253140"/>
                  </a:solidFill>
                  <a:latin typeface="Montserrat" panose="00000500000000000000" pitchFamily="2" charset="0"/>
                </a:rPr>
                <a:t>toán</a:t>
              </a:r>
              <a:r>
                <a:rPr lang="en-US" sz="1800" b="1" dirty="0">
                  <a:solidFill>
                    <a:srgbClr val="253140"/>
                  </a:solidFill>
                  <a:latin typeface="Montserrat" panose="00000500000000000000" pitchFamily="2" charset="0"/>
                </a:rPr>
                <a:t> </a:t>
              </a:r>
              <a:r>
                <a:rPr lang="en-US" sz="1800" b="1" dirty="0" err="1">
                  <a:solidFill>
                    <a:srgbClr val="253140"/>
                  </a:solidFill>
                  <a:latin typeface="Montserrat" panose="00000500000000000000" pitchFamily="2" charset="0"/>
                </a:rPr>
                <a:t>tài</a:t>
              </a:r>
              <a:r>
                <a:rPr lang="en-US" sz="1800" b="1" dirty="0">
                  <a:solidFill>
                    <a:srgbClr val="253140"/>
                  </a:solidFill>
                  <a:latin typeface="Montserrat" panose="00000500000000000000" pitchFamily="2" charset="0"/>
                </a:rPr>
                <a:t> </a:t>
              </a:r>
              <a:r>
                <a:rPr lang="en-US" sz="1800" b="1" dirty="0" err="1">
                  <a:solidFill>
                    <a:srgbClr val="253140"/>
                  </a:solidFill>
                  <a:latin typeface="Montserrat" panose="00000500000000000000" pitchFamily="2" charset="0"/>
                </a:rPr>
                <a:t>chính</a:t>
              </a:r>
              <a:endParaRPr lang="en-US" sz="1800" b="1" dirty="0">
                <a:solidFill>
                  <a:srgbClr val="253140"/>
                </a:solidFill>
                <a:latin typeface="Montserrat" panose="00000500000000000000" pitchFamily="2" charset="0"/>
              </a:endParaRPr>
            </a:p>
            <a:p>
              <a:pPr algn="r"/>
              <a:r>
                <a:rPr lang="en-US" sz="1200" b="1" dirty="0" err="1">
                  <a:solidFill>
                    <a:srgbClr val="D99D55"/>
                  </a:solidFill>
                  <a:latin typeface="Montserrat" panose="00000500000000000000" pitchFamily="2" charset="0"/>
                </a:rPr>
                <a:t>Ngày</a:t>
              </a:r>
              <a:r>
                <a:rPr lang="en-US" sz="1200" b="1">
                  <a:solidFill>
                    <a:srgbClr val="D99D55"/>
                  </a:solidFill>
                  <a:latin typeface="Montserrat" panose="00000500000000000000" pitchFamily="2" charset="0"/>
                </a:rPr>
                <a:t>: 11/07/2026</a:t>
              </a:r>
              <a:endParaRPr lang="en-US" sz="1200" b="1" dirty="0">
                <a:solidFill>
                  <a:srgbClr val="D99D55"/>
                </a:solidFill>
                <a:latin typeface="Montserrat" panose="00000500000000000000" pitchFamily="2" charset="0"/>
              </a:endParaRPr>
            </a:p>
          </p:txBody>
        </p:sp>
      </p:grpSp>
      <p:pic>
        <p:nvPicPr>
          <p:cNvPr id="11" name="Picture 10" descr="A green and grey recycle sign&#10;&#10;Description automatically generated">
            <a:extLst>
              <a:ext uri="{FF2B5EF4-FFF2-40B4-BE49-F238E27FC236}">
                <a16:creationId xmlns:a16="http://schemas.microsoft.com/office/drawing/2014/main" id="{12A4DBE8-D36C-38C5-F8D7-756A1914015A}"/>
              </a:ext>
            </a:extLst>
          </p:cNvPr>
          <p:cNvPicPr>
            <a:picLocks noChangeAspect="1"/>
          </p:cNvPicPr>
          <p:nvPr/>
        </p:nvPicPr>
        <p:blipFill>
          <a:blip r:embed="rId4"/>
          <a:stretch>
            <a:fillRect/>
          </a:stretch>
        </p:blipFill>
        <p:spPr>
          <a:xfrm>
            <a:off x="65178" y="112065"/>
            <a:ext cx="1168802" cy="2560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D92F4-3E33-3E44-4AB7-DFCBC6AD43D9}"/>
              </a:ext>
            </a:extLst>
          </p:cNvPr>
          <p:cNvSpPr txBox="1"/>
          <p:nvPr/>
        </p:nvSpPr>
        <p:spPr>
          <a:xfrm>
            <a:off x="1255183" y="161139"/>
            <a:ext cx="6789419" cy="553998"/>
          </a:xfrm>
          <a:prstGeom prst="rect">
            <a:avLst/>
          </a:prstGeom>
          <a:noFill/>
        </p:spPr>
        <p:txBody>
          <a:bodyPr wrap="square" rtlCol="0">
            <a:spAutoFit/>
          </a:bodyPr>
          <a:lstStyle/>
          <a:p>
            <a:pPr algn="ctr"/>
            <a:r>
              <a:rPr lang="en-US" sz="3000" b="1" dirty="0">
                <a:solidFill>
                  <a:srgbClr val="119303"/>
                </a:solidFill>
                <a:latin typeface="Montserrat" panose="00000500000000000000" pitchFamily="2" charset="0"/>
              </a:rPr>
              <a:t>NỘI DUNG</a:t>
            </a:r>
          </a:p>
        </p:txBody>
      </p:sp>
      <p:sp>
        <p:nvSpPr>
          <p:cNvPr id="3" name="TextBox 2">
            <a:extLst>
              <a:ext uri="{FF2B5EF4-FFF2-40B4-BE49-F238E27FC236}">
                <a16:creationId xmlns:a16="http://schemas.microsoft.com/office/drawing/2014/main" id="{C97491E6-CCA8-03B6-34D4-F5C58A892EE6}"/>
              </a:ext>
            </a:extLst>
          </p:cNvPr>
          <p:cNvSpPr txBox="1"/>
          <p:nvPr/>
        </p:nvSpPr>
        <p:spPr>
          <a:xfrm>
            <a:off x="661035" y="952203"/>
            <a:ext cx="7821930" cy="2335576"/>
          </a:xfrm>
          <a:prstGeom prst="rect">
            <a:avLst/>
          </a:prstGeom>
          <a:noFill/>
        </p:spPr>
        <p:txBody>
          <a:bodyPr wrap="square" rtlCol="0">
            <a:spAutoFit/>
          </a:bodyPr>
          <a:lstStyle/>
          <a:p>
            <a:pPr>
              <a:lnSpc>
                <a:spcPct val="150000"/>
              </a:lnSpc>
            </a:pPr>
            <a:r>
              <a:rPr lang="en-US" sz="2500" b="1" dirty="0">
                <a:solidFill>
                  <a:srgbClr val="119303"/>
                </a:solidFill>
                <a:latin typeface="Montserrat" panose="00000500000000000000" pitchFamily="2" charset="0"/>
              </a:rPr>
              <a:t>1. </a:t>
            </a:r>
            <a:r>
              <a:rPr lang="en-US" sz="2500" b="1" dirty="0" err="1">
                <a:solidFill>
                  <a:srgbClr val="119303"/>
                </a:solidFill>
                <a:latin typeface="Montserrat" panose="00000500000000000000" pitchFamily="2" charset="0"/>
              </a:rPr>
              <a:t>Kết</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quả</a:t>
            </a:r>
            <a:r>
              <a:rPr lang="en-US" sz="2500" b="1" dirty="0">
                <a:solidFill>
                  <a:srgbClr val="119303"/>
                </a:solidFill>
                <a:latin typeface="Montserrat" panose="00000500000000000000" pitchFamily="2" charset="0"/>
              </a:rPr>
              <a:t> KPI 6 </a:t>
            </a:r>
            <a:r>
              <a:rPr lang="en-US" sz="2500" b="1" dirty="0" err="1">
                <a:solidFill>
                  <a:srgbClr val="119303"/>
                </a:solidFill>
                <a:latin typeface="Montserrat" panose="00000500000000000000" pitchFamily="2" charset="0"/>
              </a:rPr>
              <a:t>tháng</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đầu</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năm</a:t>
            </a:r>
            <a:endParaRPr lang="en-US" sz="2500" b="1" dirty="0">
              <a:solidFill>
                <a:srgbClr val="119303"/>
              </a:solidFill>
              <a:latin typeface="Montserrat" panose="00000500000000000000" pitchFamily="2" charset="0"/>
            </a:endParaRPr>
          </a:p>
          <a:p>
            <a:pPr>
              <a:lnSpc>
                <a:spcPct val="150000"/>
              </a:lnSpc>
            </a:pPr>
            <a:r>
              <a:rPr lang="en-US" sz="2500" b="1" dirty="0">
                <a:solidFill>
                  <a:srgbClr val="119303"/>
                </a:solidFill>
                <a:latin typeface="Montserrat" panose="00000500000000000000" pitchFamily="2" charset="0"/>
              </a:rPr>
              <a:t>2. Thành </a:t>
            </a:r>
            <a:r>
              <a:rPr lang="en-US" sz="2500" b="1" dirty="0" err="1">
                <a:solidFill>
                  <a:srgbClr val="119303"/>
                </a:solidFill>
                <a:latin typeface="Montserrat" panose="00000500000000000000" pitchFamily="2" charset="0"/>
              </a:rPr>
              <a:t>tích</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sáng</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kiến</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cải</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tiến</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nổi</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bật</a:t>
            </a:r>
            <a:endParaRPr lang="en-US" sz="2500" b="1" dirty="0">
              <a:solidFill>
                <a:srgbClr val="119303"/>
              </a:solidFill>
              <a:latin typeface="Montserrat" panose="00000500000000000000" pitchFamily="2" charset="0"/>
            </a:endParaRPr>
          </a:p>
          <a:p>
            <a:pPr>
              <a:lnSpc>
                <a:spcPct val="150000"/>
              </a:lnSpc>
            </a:pPr>
            <a:r>
              <a:rPr lang="en-US" sz="2500" b="1" dirty="0">
                <a:solidFill>
                  <a:srgbClr val="119303"/>
                </a:solidFill>
                <a:latin typeface="Montserrat" panose="00000500000000000000" pitchFamily="2" charset="0"/>
              </a:rPr>
              <a:t>3. </a:t>
            </a:r>
            <a:r>
              <a:rPr lang="en-US" sz="2500" b="1" dirty="0" err="1">
                <a:solidFill>
                  <a:srgbClr val="119303"/>
                </a:solidFill>
                <a:latin typeface="Montserrat" panose="00000500000000000000" pitchFamily="2" charset="0"/>
              </a:rPr>
              <a:t>Những</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mục</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tiêu</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chưa</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hoàn</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thành</a:t>
            </a:r>
            <a:endParaRPr lang="en-US" sz="2500" b="1" dirty="0">
              <a:solidFill>
                <a:srgbClr val="119303"/>
              </a:solidFill>
              <a:latin typeface="Montserrat" panose="00000500000000000000" pitchFamily="2" charset="0"/>
            </a:endParaRPr>
          </a:p>
          <a:p>
            <a:pPr>
              <a:lnSpc>
                <a:spcPct val="150000"/>
              </a:lnSpc>
            </a:pPr>
            <a:r>
              <a:rPr lang="en-US" sz="2500" b="1" dirty="0">
                <a:solidFill>
                  <a:srgbClr val="119303"/>
                </a:solidFill>
                <a:latin typeface="Montserrat" panose="00000500000000000000" pitchFamily="2" charset="0"/>
              </a:rPr>
              <a:t>4. </a:t>
            </a:r>
            <a:r>
              <a:rPr lang="en-US" sz="2500" b="1" dirty="0" err="1">
                <a:solidFill>
                  <a:srgbClr val="119303"/>
                </a:solidFill>
                <a:latin typeface="Montserrat" panose="00000500000000000000" pitchFamily="2" charset="0"/>
              </a:rPr>
              <a:t>Kế</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hoạch</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đề</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xuất</a:t>
            </a:r>
            <a:r>
              <a:rPr lang="en-US" sz="2500" b="1" dirty="0">
                <a:solidFill>
                  <a:srgbClr val="119303"/>
                </a:solidFill>
                <a:latin typeface="Montserrat" panose="00000500000000000000" pitchFamily="2" charset="0"/>
              </a:rPr>
              <a:t> 6 </a:t>
            </a:r>
            <a:r>
              <a:rPr lang="en-US" sz="2500" b="1" dirty="0" err="1">
                <a:solidFill>
                  <a:srgbClr val="119303"/>
                </a:solidFill>
                <a:latin typeface="Montserrat" panose="00000500000000000000" pitchFamily="2" charset="0"/>
              </a:rPr>
              <a:t>tháng</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cuối</a:t>
            </a:r>
            <a:r>
              <a:rPr lang="en-US" sz="2500" b="1" dirty="0">
                <a:solidFill>
                  <a:srgbClr val="119303"/>
                </a:solidFill>
                <a:latin typeface="Montserrat" panose="00000500000000000000" pitchFamily="2" charset="0"/>
              </a:rPr>
              <a:t> </a:t>
            </a:r>
            <a:r>
              <a:rPr lang="en-US" sz="2500" b="1" dirty="0" err="1">
                <a:solidFill>
                  <a:srgbClr val="119303"/>
                </a:solidFill>
                <a:latin typeface="Montserrat" panose="00000500000000000000" pitchFamily="2" charset="0"/>
              </a:rPr>
              <a:t>năm</a:t>
            </a:r>
            <a:endParaRPr lang="en-US" sz="2500" b="1" dirty="0">
              <a:solidFill>
                <a:srgbClr val="119303"/>
              </a:solidFill>
              <a:latin typeface="Montserrat" panose="00000500000000000000" pitchFamily="2" charset="0"/>
            </a:endParaRPr>
          </a:p>
        </p:txBody>
      </p:sp>
    </p:spTree>
    <p:extLst>
      <p:ext uri="{BB962C8B-B14F-4D97-AF65-F5344CB8AC3E}">
        <p14:creationId xmlns:p14="http://schemas.microsoft.com/office/powerpoint/2010/main" val="6978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57FB-1FFC-B415-C4F4-FB42A10B4529}"/>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3FB96B6-60DE-86E7-1108-055C4A997E7C}"/>
              </a:ext>
            </a:extLst>
          </p:cNvPr>
          <p:cNvSpPr txBox="1">
            <a:spLocks/>
          </p:cNvSpPr>
          <p:nvPr/>
        </p:nvSpPr>
        <p:spPr>
          <a:xfrm>
            <a:off x="0" y="315022"/>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vi-VN" sz="2200" b="1" dirty="0">
                <a:solidFill>
                  <a:schemeClr val="bg1"/>
                </a:solidFill>
                <a:effectLst>
                  <a:outerShdw blurRad="38100" dist="38100" dir="2700000" algn="tl">
                    <a:srgbClr val="000000">
                      <a:alpha val="43137"/>
                    </a:srgbClr>
                  </a:outerShdw>
                </a:effectLst>
                <a:latin typeface="+mn-lt"/>
              </a:rPr>
              <a:t>1. </a:t>
            </a:r>
            <a:r>
              <a:rPr lang="en-US" sz="2200" b="1" dirty="0">
                <a:solidFill>
                  <a:schemeClr val="bg1"/>
                </a:solidFill>
                <a:effectLst>
                  <a:outerShdw blurRad="38100" dist="38100" dir="2700000" algn="tl">
                    <a:srgbClr val="000000">
                      <a:alpha val="43137"/>
                    </a:srgbClr>
                  </a:outerShdw>
                </a:effectLst>
                <a:latin typeface="+mn-lt"/>
              </a:rPr>
              <a:t>KẾT QUẢ THỰC HIỆN KPI 6 THÁNG ĐẦU NĂM 2026</a:t>
            </a:r>
          </a:p>
        </p:txBody>
      </p:sp>
      <p:pic>
        <p:nvPicPr>
          <p:cNvPr id="4" name="Picture 3">
            <a:extLst>
              <a:ext uri="{FF2B5EF4-FFF2-40B4-BE49-F238E27FC236}">
                <a16:creationId xmlns:a16="http://schemas.microsoft.com/office/drawing/2014/main" id="{70BE6D60-4715-FDE3-E2EE-E04DD1E20F7A}"/>
              </a:ext>
            </a:extLst>
          </p:cNvPr>
          <p:cNvPicPr>
            <a:picLocks noChangeAspect="1"/>
          </p:cNvPicPr>
          <p:nvPr/>
        </p:nvPicPr>
        <p:blipFill>
          <a:blip r:embed="rId2"/>
          <a:stretch>
            <a:fillRect/>
          </a:stretch>
        </p:blipFill>
        <p:spPr>
          <a:xfrm>
            <a:off x="48984" y="878100"/>
            <a:ext cx="9046032" cy="4067526"/>
          </a:xfrm>
          <a:prstGeom prst="rect">
            <a:avLst/>
          </a:prstGeom>
        </p:spPr>
      </p:pic>
      <p:sp>
        <p:nvSpPr>
          <p:cNvPr id="3" name="Rectangle 2">
            <a:extLst>
              <a:ext uri="{FF2B5EF4-FFF2-40B4-BE49-F238E27FC236}">
                <a16:creationId xmlns:a16="http://schemas.microsoft.com/office/drawing/2014/main" id="{C1F7C6FA-0947-0C30-6FC8-5F246D2C4F2D}"/>
              </a:ext>
            </a:extLst>
          </p:cNvPr>
          <p:cNvSpPr/>
          <p:nvPr/>
        </p:nvSpPr>
        <p:spPr>
          <a:xfrm>
            <a:off x="6768715" y="878100"/>
            <a:ext cx="622193" cy="40675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477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E5E13-ACDF-C31D-4798-94F511E9A7E8}"/>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0617844-BCCA-4D83-CD39-E9E8D52502FE}"/>
              </a:ext>
            </a:extLst>
          </p:cNvPr>
          <p:cNvSpPr txBox="1">
            <a:spLocks/>
          </p:cNvSpPr>
          <p:nvPr/>
        </p:nvSpPr>
        <p:spPr>
          <a:xfrm>
            <a:off x="0" y="315022"/>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vi-VN" sz="2200" b="1" dirty="0">
                <a:solidFill>
                  <a:schemeClr val="bg1"/>
                </a:solidFill>
                <a:effectLst>
                  <a:outerShdw blurRad="38100" dist="38100" dir="2700000" algn="tl">
                    <a:srgbClr val="000000">
                      <a:alpha val="43137"/>
                    </a:srgbClr>
                  </a:outerShdw>
                </a:effectLst>
                <a:latin typeface="+mn-lt"/>
              </a:rPr>
              <a:t>1. </a:t>
            </a:r>
            <a:r>
              <a:rPr lang="en-US" sz="2200" b="1" dirty="0">
                <a:solidFill>
                  <a:schemeClr val="bg1"/>
                </a:solidFill>
                <a:effectLst>
                  <a:outerShdw blurRad="38100" dist="38100" dir="2700000" algn="tl">
                    <a:srgbClr val="000000">
                      <a:alpha val="43137"/>
                    </a:srgbClr>
                  </a:outerShdw>
                </a:effectLst>
                <a:latin typeface="+mn-lt"/>
              </a:rPr>
              <a:t>KẾT QUẢ THỰC HIỆN KPI 6 THÁNG ĐẦU NĂM 2026</a:t>
            </a:r>
          </a:p>
        </p:txBody>
      </p:sp>
      <p:pic>
        <p:nvPicPr>
          <p:cNvPr id="4" name="Picture 3">
            <a:extLst>
              <a:ext uri="{FF2B5EF4-FFF2-40B4-BE49-F238E27FC236}">
                <a16:creationId xmlns:a16="http://schemas.microsoft.com/office/drawing/2014/main" id="{4A8D2CDB-898A-FFEF-2A7A-BB556F7107EF}"/>
              </a:ext>
            </a:extLst>
          </p:cNvPr>
          <p:cNvPicPr>
            <a:picLocks noChangeAspect="1"/>
          </p:cNvPicPr>
          <p:nvPr/>
        </p:nvPicPr>
        <p:blipFill>
          <a:blip r:embed="rId2"/>
          <a:stretch>
            <a:fillRect/>
          </a:stretch>
        </p:blipFill>
        <p:spPr>
          <a:xfrm>
            <a:off x="117986" y="884903"/>
            <a:ext cx="8908027" cy="4046325"/>
          </a:xfrm>
          <a:prstGeom prst="rect">
            <a:avLst/>
          </a:prstGeom>
        </p:spPr>
      </p:pic>
      <p:sp>
        <p:nvSpPr>
          <p:cNvPr id="3" name="Rectangle 2">
            <a:extLst>
              <a:ext uri="{FF2B5EF4-FFF2-40B4-BE49-F238E27FC236}">
                <a16:creationId xmlns:a16="http://schemas.microsoft.com/office/drawing/2014/main" id="{738B673E-D31C-447E-A323-466E45EDEA02}"/>
              </a:ext>
            </a:extLst>
          </p:cNvPr>
          <p:cNvSpPr/>
          <p:nvPr/>
        </p:nvSpPr>
        <p:spPr>
          <a:xfrm>
            <a:off x="6768716" y="878100"/>
            <a:ext cx="595646" cy="40675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2870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9C7B5-0979-5AA8-3D74-62A4EBB69AA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DC622936-2272-A3C7-9EC8-D32CB121D07D}"/>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effectLst>
                  <a:outerShdw blurRad="38100" dist="38100" dir="2700000" algn="tl">
                    <a:srgbClr val="000000">
                      <a:alpha val="43137"/>
                    </a:srgbClr>
                  </a:outerShdw>
                </a:effectLst>
                <a:latin typeface="+mn-lt"/>
              </a:rPr>
              <a:t>2</a:t>
            </a:r>
            <a:r>
              <a:rPr lang="vi-VN" sz="2000" b="1" dirty="0">
                <a:solidFill>
                  <a:schemeClr val="bg1"/>
                </a:solidFill>
                <a:effectLst>
                  <a:outerShdw blurRad="38100" dist="38100" dir="2700000" algn="tl">
                    <a:srgbClr val="000000">
                      <a:alpha val="43137"/>
                    </a:srgbClr>
                  </a:outerShdw>
                </a:effectLst>
                <a:latin typeface="+mn-lt"/>
              </a:rPr>
              <a:t>. </a:t>
            </a:r>
            <a:r>
              <a:rPr lang="en-US" sz="2000" b="1" dirty="0">
                <a:solidFill>
                  <a:schemeClr val="bg1"/>
                </a:solidFill>
                <a:effectLst>
                  <a:outerShdw blurRad="38100" dist="38100" dir="2700000" algn="tl">
                    <a:srgbClr val="000000">
                      <a:alpha val="43137"/>
                    </a:srgbClr>
                  </a:outerShdw>
                </a:effectLst>
                <a:latin typeface="+mn-lt"/>
              </a:rPr>
              <a:t>THÀNH TÍCH NỔI BẬT 6 THÁNG ĐẦU NĂM 2026</a:t>
            </a:r>
          </a:p>
        </p:txBody>
      </p:sp>
      <p:sp>
        <p:nvSpPr>
          <p:cNvPr id="8" name="Rectangle: Rounded Corners 7">
            <a:extLst>
              <a:ext uri="{FF2B5EF4-FFF2-40B4-BE49-F238E27FC236}">
                <a16:creationId xmlns:a16="http://schemas.microsoft.com/office/drawing/2014/main" id="{72CE4B03-562C-9A05-2CE2-ACF17C7C6C6F}"/>
              </a:ext>
            </a:extLst>
          </p:cNvPr>
          <p:cNvSpPr/>
          <p:nvPr/>
        </p:nvSpPr>
        <p:spPr>
          <a:xfrm>
            <a:off x="220256" y="959947"/>
            <a:ext cx="2454211" cy="387410"/>
          </a:xfrm>
          <a:prstGeom prst="roundRect">
            <a:avLst/>
          </a:prstGeom>
          <a:solidFill>
            <a:schemeClr val="accent2">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r>
              <a:rPr lang="en-US" sz="1500" b="1" dirty="0">
                <a:solidFill>
                  <a:srgbClr val="118F03"/>
                </a:solidFill>
                <a:latin typeface="Times New Roman" panose="02020603050405020304" pitchFamily="18" charset="0"/>
                <a:cs typeface="Times New Roman" panose="02020603050405020304" pitchFamily="18" charset="0"/>
              </a:rPr>
              <a:t>2.1</a:t>
            </a:r>
            <a:r>
              <a:rPr lang="en-US" sz="1500" b="1">
                <a:solidFill>
                  <a:srgbClr val="118F03"/>
                </a:solidFill>
                <a:latin typeface="Times New Roman" panose="02020603050405020304" pitchFamily="18" charset="0"/>
                <a:cs typeface="Times New Roman" panose="02020603050405020304" pitchFamily="18" charset="0"/>
              </a:rPr>
              <a:t>. TIẾT KIỆM </a:t>
            </a:r>
            <a:r>
              <a:rPr lang="en-US" sz="1500" b="1">
                <a:solidFill>
                  <a:srgbClr val="FF0000"/>
                </a:solidFill>
                <a:latin typeface="Times New Roman" panose="02020603050405020304" pitchFamily="18" charset="0"/>
                <a:cs typeface="Times New Roman" panose="02020603050405020304" pitchFamily="18" charset="0"/>
              </a:rPr>
              <a:t>810 triệu</a:t>
            </a:r>
            <a:endParaRPr lang="en-US" sz="1500" b="1" dirty="0">
              <a:solidFill>
                <a:srgbClr val="FF0000"/>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69306F53-58B3-8965-14B4-A78F23DE6046}"/>
              </a:ext>
            </a:extLst>
          </p:cNvPr>
          <p:cNvPicPr>
            <a:picLocks noChangeAspect="1"/>
          </p:cNvPicPr>
          <p:nvPr/>
        </p:nvPicPr>
        <p:blipFill>
          <a:blip r:embed="rId3"/>
          <a:stretch>
            <a:fillRect/>
          </a:stretch>
        </p:blipFill>
        <p:spPr>
          <a:xfrm>
            <a:off x="85789" y="2724728"/>
            <a:ext cx="2454211" cy="2192582"/>
          </a:xfrm>
          <a:prstGeom prst="rect">
            <a:avLst/>
          </a:prstGeom>
        </p:spPr>
      </p:pic>
      <p:pic>
        <p:nvPicPr>
          <p:cNvPr id="13" name="Picture 12">
            <a:extLst>
              <a:ext uri="{FF2B5EF4-FFF2-40B4-BE49-F238E27FC236}">
                <a16:creationId xmlns:a16="http://schemas.microsoft.com/office/drawing/2014/main" id="{08900035-5698-6EE6-9A7D-69B64A2DCE24}"/>
              </a:ext>
            </a:extLst>
          </p:cNvPr>
          <p:cNvPicPr>
            <a:picLocks noChangeAspect="1"/>
          </p:cNvPicPr>
          <p:nvPr/>
        </p:nvPicPr>
        <p:blipFill>
          <a:blip r:embed="rId4"/>
          <a:stretch>
            <a:fillRect/>
          </a:stretch>
        </p:blipFill>
        <p:spPr>
          <a:xfrm>
            <a:off x="2690651" y="872952"/>
            <a:ext cx="6383744" cy="4044358"/>
          </a:xfrm>
          <a:prstGeom prst="rect">
            <a:avLst/>
          </a:prstGeom>
        </p:spPr>
      </p:pic>
    </p:spTree>
    <p:extLst>
      <p:ext uri="{BB962C8B-B14F-4D97-AF65-F5344CB8AC3E}">
        <p14:creationId xmlns:p14="http://schemas.microsoft.com/office/powerpoint/2010/main" val="1523954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F3C52-0E86-2768-C956-07598B05945C}"/>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A1039C1E-917E-2E35-9B61-41FFFFE28ACD}"/>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effectLst>
                  <a:outerShdw blurRad="38100" dist="38100" dir="2700000" algn="tl">
                    <a:srgbClr val="000000">
                      <a:alpha val="43137"/>
                    </a:srgbClr>
                  </a:outerShdw>
                </a:effectLst>
              </a:rPr>
              <a:t>2</a:t>
            </a:r>
            <a:r>
              <a:rPr lang="vi-VN" sz="2000" dirty="0">
                <a:solidFill>
                  <a:schemeClr val="bg1"/>
                </a:solidFill>
                <a:effectLst>
                  <a:outerShdw blurRad="38100" dist="38100" dir="2700000" algn="tl">
                    <a:srgbClr val="000000">
                      <a:alpha val="43137"/>
                    </a:srgbClr>
                  </a:outerShdw>
                </a:effectLst>
              </a:rPr>
              <a:t>. </a:t>
            </a:r>
            <a:r>
              <a:rPr lang="en-US" sz="2000" dirty="0">
                <a:solidFill>
                  <a:schemeClr val="bg1"/>
                </a:solidFill>
                <a:effectLst>
                  <a:outerShdw blurRad="38100" dist="38100" dir="2700000" algn="tl">
                    <a:srgbClr val="000000">
                      <a:alpha val="43137"/>
                    </a:srgbClr>
                  </a:outerShdw>
                </a:effectLst>
              </a:rPr>
              <a:t>THÀNH TÍCH NỔI BẬT 6 THÁNG ĐẦU </a:t>
            </a:r>
            <a:r>
              <a:rPr lang="en-US" sz="2000">
                <a:solidFill>
                  <a:schemeClr val="bg1"/>
                </a:solidFill>
                <a:effectLst>
                  <a:outerShdw blurRad="38100" dist="38100" dir="2700000" algn="tl">
                    <a:srgbClr val="000000">
                      <a:alpha val="43137"/>
                    </a:srgbClr>
                  </a:outerShdw>
                </a:effectLst>
              </a:rPr>
              <a:t>NĂM 2026 (tt)</a:t>
            </a:r>
            <a:endParaRPr lang="en-US" sz="2000" dirty="0">
              <a:solidFill>
                <a:schemeClr val="bg1"/>
              </a:solidFill>
              <a:effectLst>
                <a:outerShdw blurRad="38100" dist="38100" dir="2700000" algn="tl">
                  <a:srgbClr val="000000">
                    <a:alpha val="43137"/>
                  </a:srgbClr>
                </a:outerShdw>
              </a:effectLst>
            </a:endParaRPr>
          </a:p>
        </p:txBody>
      </p:sp>
      <p:sp>
        <p:nvSpPr>
          <p:cNvPr id="3" name="Rectangle: Rounded Corners 2">
            <a:extLst>
              <a:ext uri="{FF2B5EF4-FFF2-40B4-BE49-F238E27FC236}">
                <a16:creationId xmlns:a16="http://schemas.microsoft.com/office/drawing/2014/main" id="{AF842B6E-1D90-1433-9E0E-3746E484B54D}"/>
              </a:ext>
            </a:extLst>
          </p:cNvPr>
          <p:cNvSpPr/>
          <p:nvPr/>
        </p:nvSpPr>
        <p:spPr>
          <a:xfrm>
            <a:off x="220254" y="959947"/>
            <a:ext cx="8422039" cy="387410"/>
          </a:xfrm>
          <a:prstGeom prst="roundRect">
            <a:avLst/>
          </a:prstGeom>
          <a:solidFill>
            <a:schemeClr val="accent2">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r>
              <a:rPr lang="en-US" sz="1500" b="1" dirty="0">
                <a:solidFill>
                  <a:srgbClr val="118F03"/>
                </a:solidFill>
                <a:latin typeface="Times New Roman" panose="02020603050405020304" pitchFamily="18" charset="0"/>
                <a:cs typeface="Times New Roman" panose="02020603050405020304" pitchFamily="18" charset="0"/>
              </a:rPr>
              <a:t>2.2</a:t>
            </a:r>
            <a:r>
              <a:rPr lang="en-US" sz="1500" b="1">
                <a:solidFill>
                  <a:srgbClr val="118F03"/>
                </a:solidFill>
                <a:latin typeface="Times New Roman" panose="02020603050405020304" pitchFamily="18" charset="0"/>
                <a:cs typeface="Times New Roman" panose="02020603050405020304" pitchFamily="18" charset="0"/>
              </a:rPr>
              <a:t>. Dòng tiền hoạt động kinh doanh dương, Bộ phận chủ động lập kế hoạch &amp; chi tiền</a:t>
            </a:r>
            <a:endParaRPr lang="en-US" sz="1500" b="1" dirty="0">
              <a:solidFill>
                <a:srgbClr val="118F03"/>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A377AC0-1DD5-BF6A-F317-0DDE034027A3}"/>
              </a:ext>
            </a:extLst>
          </p:cNvPr>
          <p:cNvPicPr>
            <a:picLocks noChangeAspect="1"/>
          </p:cNvPicPr>
          <p:nvPr/>
        </p:nvPicPr>
        <p:blipFill>
          <a:blip r:embed="rId3"/>
          <a:stretch>
            <a:fillRect/>
          </a:stretch>
        </p:blipFill>
        <p:spPr>
          <a:xfrm>
            <a:off x="220253" y="1458361"/>
            <a:ext cx="7475273" cy="3404952"/>
          </a:xfrm>
          <a:prstGeom prst="rect">
            <a:avLst/>
          </a:prstGeom>
        </p:spPr>
      </p:pic>
    </p:spTree>
    <p:extLst>
      <p:ext uri="{BB962C8B-B14F-4D97-AF65-F5344CB8AC3E}">
        <p14:creationId xmlns:p14="http://schemas.microsoft.com/office/powerpoint/2010/main" val="28545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DB77-5FFC-7908-05EB-641FCEA0E396}"/>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29EFA293-69C7-7197-1C65-16AD03CD5EB7}"/>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effectLst>
                  <a:outerShdw blurRad="38100" dist="38100" dir="2700000" algn="tl">
                    <a:srgbClr val="000000">
                      <a:alpha val="43137"/>
                    </a:srgbClr>
                  </a:outerShdw>
                </a:effectLst>
              </a:rPr>
              <a:t>2</a:t>
            </a:r>
            <a:r>
              <a:rPr lang="vi-VN" sz="2000" dirty="0">
                <a:solidFill>
                  <a:schemeClr val="bg1"/>
                </a:solidFill>
                <a:effectLst>
                  <a:outerShdw blurRad="38100" dist="38100" dir="2700000" algn="tl">
                    <a:srgbClr val="000000">
                      <a:alpha val="43137"/>
                    </a:srgbClr>
                  </a:outerShdw>
                </a:effectLst>
              </a:rPr>
              <a:t>. </a:t>
            </a:r>
            <a:r>
              <a:rPr lang="en-US" sz="2000" dirty="0">
                <a:solidFill>
                  <a:schemeClr val="bg1"/>
                </a:solidFill>
                <a:effectLst>
                  <a:outerShdw blurRad="38100" dist="38100" dir="2700000" algn="tl">
                    <a:srgbClr val="000000">
                      <a:alpha val="43137"/>
                    </a:srgbClr>
                  </a:outerShdw>
                </a:effectLst>
              </a:rPr>
              <a:t>THÀNH TÍCH NỔI BẬT 6 THÁNG ĐẦU </a:t>
            </a:r>
            <a:r>
              <a:rPr lang="en-US" sz="2000">
                <a:solidFill>
                  <a:schemeClr val="bg1"/>
                </a:solidFill>
                <a:effectLst>
                  <a:outerShdw blurRad="38100" dist="38100" dir="2700000" algn="tl">
                    <a:srgbClr val="000000">
                      <a:alpha val="43137"/>
                    </a:srgbClr>
                  </a:outerShdw>
                </a:effectLst>
              </a:rPr>
              <a:t>NĂM 2026 (tt)</a:t>
            </a:r>
            <a:endParaRPr lang="en-US" sz="2000" dirty="0">
              <a:solidFill>
                <a:schemeClr val="bg1"/>
              </a:solidFill>
              <a:effectLst>
                <a:outerShdw blurRad="38100" dist="38100" dir="2700000" algn="tl">
                  <a:srgbClr val="000000">
                    <a:alpha val="43137"/>
                  </a:srgbClr>
                </a:outerShdw>
              </a:effectLst>
            </a:endParaRPr>
          </a:p>
        </p:txBody>
      </p:sp>
      <p:sp>
        <p:nvSpPr>
          <p:cNvPr id="3" name="Rectangle: Rounded Corners 2">
            <a:extLst>
              <a:ext uri="{FF2B5EF4-FFF2-40B4-BE49-F238E27FC236}">
                <a16:creationId xmlns:a16="http://schemas.microsoft.com/office/drawing/2014/main" id="{7C957678-3F9A-59EA-0932-1FA9E56A1892}"/>
              </a:ext>
            </a:extLst>
          </p:cNvPr>
          <p:cNvSpPr/>
          <p:nvPr/>
        </p:nvSpPr>
        <p:spPr>
          <a:xfrm>
            <a:off x="220254" y="959947"/>
            <a:ext cx="8559604" cy="387410"/>
          </a:xfrm>
          <a:prstGeom prst="roundRect">
            <a:avLst/>
          </a:prstGeom>
          <a:solidFill>
            <a:schemeClr val="accent2">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r>
              <a:rPr lang="en-US" sz="1500" b="1" dirty="0">
                <a:solidFill>
                  <a:srgbClr val="118F03"/>
                </a:solidFill>
                <a:latin typeface="Times New Roman" panose="02020603050405020304" pitchFamily="18" charset="0"/>
                <a:cs typeface="Times New Roman" panose="02020603050405020304" pitchFamily="18" charset="0"/>
              </a:rPr>
              <a:t>2.3</a:t>
            </a:r>
            <a:r>
              <a:rPr lang="en-US" sz="1500" b="1">
                <a:solidFill>
                  <a:srgbClr val="118F03"/>
                </a:solidFill>
                <a:latin typeface="Times New Roman" panose="02020603050405020304" pitchFamily="18" charset="0"/>
                <a:cs typeface="Times New Roman" panose="02020603050405020304" pitchFamily="18" charset="0"/>
              </a:rPr>
              <a:t>. Ứng dụng quy định pháp luật về thuế, tập hợp dữ liệu chi phí liên quan ứng dụng KHCN trong sx, làm thủ tục xin hưởng ưu đãi, giảm thuế TNDN ước khoảng </a:t>
            </a:r>
            <a:r>
              <a:rPr lang="en-US" sz="1800" b="1">
                <a:solidFill>
                  <a:srgbClr val="FF0000"/>
                </a:solidFill>
                <a:latin typeface="Times New Roman" panose="02020603050405020304" pitchFamily="18" charset="0"/>
                <a:cs typeface="Times New Roman" panose="02020603050405020304" pitchFamily="18" charset="0"/>
              </a:rPr>
              <a:t>1 tỷ</a:t>
            </a:r>
            <a:r>
              <a:rPr lang="en-US" sz="1500" b="1">
                <a:solidFill>
                  <a:srgbClr val="0000FF"/>
                </a:solidFill>
                <a:latin typeface="Times New Roman" panose="02020603050405020304" pitchFamily="18" charset="0"/>
                <a:cs typeface="Times New Roman" panose="02020603050405020304" pitchFamily="18" charset="0"/>
              </a:rPr>
              <a:t> </a:t>
            </a:r>
            <a:r>
              <a:rPr lang="en-US" sz="1500" b="1">
                <a:solidFill>
                  <a:srgbClr val="118F03"/>
                </a:solidFill>
                <a:latin typeface="Times New Roman" panose="02020603050405020304" pitchFamily="18" charset="0"/>
                <a:cs typeface="Times New Roman" panose="02020603050405020304" pitchFamily="18" charset="0"/>
              </a:rPr>
              <a:t>đồng</a:t>
            </a:r>
            <a:endParaRPr lang="en-US" sz="1500" b="1" dirty="0">
              <a:solidFill>
                <a:srgbClr val="118F03"/>
              </a:solidFill>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A1C46DC8-184D-65FD-A6AA-435D20232756}"/>
              </a:ext>
            </a:extLst>
          </p:cNvPr>
          <p:cNvPicPr>
            <a:picLocks noChangeAspect="1"/>
          </p:cNvPicPr>
          <p:nvPr/>
        </p:nvPicPr>
        <p:blipFill>
          <a:blip r:embed="rId2"/>
          <a:stretch>
            <a:fillRect/>
          </a:stretch>
        </p:blipFill>
        <p:spPr>
          <a:xfrm>
            <a:off x="9947" y="2715492"/>
            <a:ext cx="1975871" cy="2124362"/>
          </a:xfrm>
          <a:prstGeom prst="rect">
            <a:avLst/>
          </a:prstGeom>
        </p:spPr>
      </p:pic>
      <p:pic>
        <p:nvPicPr>
          <p:cNvPr id="10" name="Picture 9">
            <a:extLst>
              <a:ext uri="{FF2B5EF4-FFF2-40B4-BE49-F238E27FC236}">
                <a16:creationId xmlns:a16="http://schemas.microsoft.com/office/drawing/2014/main" id="{772E7BD3-3F33-ACA8-BB4B-5D6AA036A906}"/>
              </a:ext>
            </a:extLst>
          </p:cNvPr>
          <p:cNvPicPr>
            <a:picLocks noChangeAspect="1"/>
          </p:cNvPicPr>
          <p:nvPr/>
        </p:nvPicPr>
        <p:blipFill>
          <a:blip r:embed="rId3"/>
          <a:stretch>
            <a:fillRect/>
          </a:stretch>
        </p:blipFill>
        <p:spPr>
          <a:xfrm>
            <a:off x="2095837" y="1434352"/>
            <a:ext cx="6959151" cy="3509181"/>
          </a:xfrm>
          <a:prstGeom prst="rect">
            <a:avLst/>
          </a:prstGeom>
        </p:spPr>
      </p:pic>
    </p:spTree>
    <p:extLst>
      <p:ext uri="{BB962C8B-B14F-4D97-AF65-F5344CB8AC3E}">
        <p14:creationId xmlns:p14="http://schemas.microsoft.com/office/powerpoint/2010/main" val="303504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EE82-7D49-C015-76F1-17FE3CCEC7C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889EBEB-9749-990C-D8A6-7C2801946D0A}"/>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effectLst>
                  <a:outerShdw blurRad="38100" dist="38100" dir="2700000" algn="tl">
                    <a:srgbClr val="000000">
                      <a:alpha val="43137"/>
                    </a:srgbClr>
                  </a:outerShdw>
                </a:effectLst>
              </a:rPr>
              <a:t>2</a:t>
            </a:r>
            <a:r>
              <a:rPr lang="vi-VN" sz="2000" dirty="0">
                <a:solidFill>
                  <a:schemeClr val="bg1"/>
                </a:solidFill>
                <a:effectLst>
                  <a:outerShdw blurRad="38100" dist="38100" dir="2700000" algn="tl">
                    <a:srgbClr val="000000">
                      <a:alpha val="43137"/>
                    </a:srgbClr>
                  </a:outerShdw>
                </a:effectLst>
              </a:rPr>
              <a:t>. </a:t>
            </a:r>
            <a:r>
              <a:rPr lang="en-US" sz="2000" dirty="0">
                <a:solidFill>
                  <a:schemeClr val="bg1"/>
                </a:solidFill>
                <a:effectLst>
                  <a:outerShdw blurRad="38100" dist="38100" dir="2700000" algn="tl">
                    <a:srgbClr val="000000">
                      <a:alpha val="43137"/>
                    </a:srgbClr>
                  </a:outerShdw>
                </a:effectLst>
              </a:rPr>
              <a:t>THÀNH TÍCH NỔI BẬT 6 THÁNG ĐẦU </a:t>
            </a:r>
            <a:r>
              <a:rPr lang="en-US" sz="2000">
                <a:solidFill>
                  <a:schemeClr val="bg1"/>
                </a:solidFill>
                <a:effectLst>
                  <a:outerShdw blurRad="38100" dist="38100" dir="2700000" algn="tl">
                    <a:srgbClr val="000000">
                      <a:alpha val="43137"/>
                    </a:srgbClr>
                  </a:outerShdw>
                </a:effectLst>
              </a:rPr>
              <a:t>NĂM 2026 (tt)</a:t>
            </a:r>
            <a:endParaRPr lang="en-US" sz="2000" dirty="0">
              <a:solidFill>
                <a:schemeClr val="bg1"/>
              </a:solidFill>
              <a:effectLst>
                <a:outerShdw blurRad="38100" dist="38100" dir="2700000" algn="tl">
                  <a:srgbClr val="000000">
                    <a:alpha val="43137"/>
                  </a:srgbClr>
                </a:outerShdw>
              </a:effectLst>
            </a:endParaRPr>
          </a:p>
        </p:txBody>
      </p:sp>
      <p:sp>
        <p:nvSpPr>
          <p:cNvPr id="3" name="Rectangle: Rounded Corners 2">
            <a:extLst>
              <a:ext uri="{FF2B5EF4-FFF2-40B4-BE49-F238E27FC236}">
                <a16:creationId xmlns:a16="http://schemas.microsoft.com/office/drawing/2014/main" id="{6F7212F7-C08E-31C6-4DAD-F1D16F0615A8}"/>
              </a:ext>
            </a:extLst>
          </p:cNvPr>
          <p:cNvSpPr/>
          <p:nvPr/>
        </p:nvSpPr>
        <p:spPr>
          <a:xfrm>
            <a:off x="220254" y="959947"/>
            <a:ext cx="8559604" cy="387410"/>
          </a:xfrm>
          <a:prstGeom prst="roundRect">
            <a:avLst/>
          </a:prstGeom>
          <a:solidFill>
            <a:schemeClr val="accent2">
              <a:lumMod val="20000"/>
              <a:lumOff val="80000"/>
            </a:schemeClr>
          </a:solidFill>
        </p:spPr>
        <p:style>
          <a:lnRef idx="3">
            <a:schemeClr val="lt1"/>
          </a:lnRef>
          <a:fillRef idx="1">
            <a:schemeClr val="accent6"/>
          </a:fillRef>
          <a:effectRef idx="1">
            <a:schemeClr val="accent6"/>
          </a:effectRef>
          <a:fontRef idx="minor">
            <a:schemeClr val="lt1"/>
          </a:fontRef>
        </p:style>
        <p:txBody>
          <a:bodyPr rtlCol="0" anchor="ctr"/>
          <a:lstStyle/>
          <a:p>
            <a:r>
              <a:rPr lang="en-US" sz="1500" b="1">
                <a:solidFill>
                  <a:srgbClr val="118F03"/>
                </a:solidFill>
                <a:latin typeface="Times New Roman" panose="02020603050405020304" pitchFamily="18" charset="0"/>
                <a:cs typeface="Times New Roman" panose="02020603050405020304" pitchFamily="18" charset="0"/>
              </a:rPr>
              <a:t>2.4. Số lượng YTCT được tính giá trị tiết kiệm tăng nhưng nhân sự KTQT không tăng </a:t>
            </a:r>
            <a:endParaRPr lang="en-US" sz="1500" b="1" dirty="0">
              <a:solidFill>
                <a:srgbClr val="118F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372992-BE7E-2685-A87B-95A94EAC556C}"/>
              </a:ext>
            </a:extLst>
          </p:cNvPr>
          <p:cNvPicPr>
            <a:picLocks noChangeAspect="1"/>
          </p:cNvPicPr>
          <p:nvPr/>
        </p:nvPicPr>
        <p:blipFill>
          <a:blip r:embed="rId2"/>
          <a:stretch>
            <a:fillRect/>
          </a:stretch>
        </p:blipFill>
        <p:spPr>
          <a:xfrm>
            <a:off x="220254" y="1503715"/>
            <a:ext cx="8559603" cy="3265496"/>
          </a:xfrm>
          <a:prstGeom prst="rect">
            <a:avLst/>
          </a:prstGeom>
        </p:spPr>
      </p:pic>
    </p:spTree>
    <p:extLst>
      <p:ext uri="{BB962C8B-B14F-4D97-AF65-F5344CB8AC3E}">
        <p14:creationId xmlns:p14="http://schemas.microsoft.com/office/powerpoint/2010/main" val="189515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30946-2FE1-4626-1EE8-57622129C526}"/>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4743AF9E-829A-1399-05E3-F7844BB51E21}"/>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b="1" dirty="0">
                <a:solidFill>
                  <a:schemeClr val="bg1"/>
                </a:solidFill>
                <a:latin typeface="+mn-lt"/>
              </a:rPr>
              <a:t>3</a:t>
            </a:r>
            <a:r>
              <a:rPr lang="vi-VN" sz="2000" b="1" dirty="0">
                <a:solidFill>
                  <a:schemeClr val="bg1"/>
                </a:solidFill>
                <a:latin typeface="+mn-lt"/>
              </a:rPr>
              <a:t>. </a:t>
            </a:r>
            <a:r>
              <a:rPr lang="en-US" sz="2000" dirty="0">
                <a:solidFill>
                  <a:schemeClr val="bg1"/>
                </a:solidFill>
                <a:latin typeface="+mn-lt"/>
              </a:rPr>
              <a:t>NHỮNG MỤC TIÊU CHƯA HOÀN THÀNH </a:t>
            </a:r>
            <a:r>
              <a:rPr lang="en-US" sz="2000" b="1" dirty="0">
                <a:solidFill>
                  <a:schemeClr val="bg1"/>
                </a:solidFill>
                <a:latin typeface="+mn-lt"/>
              </a:rPr>
              <a:t>NĂM </a:t>
            </a:r>
            <a:r>
              <a:rPr lang="en-US" sz="2000" dirty="0">
                <a:solidFill>
                  <a:schemeClr val="bg1"/>
                </a:solidFill>
                <a:latin typeface="+mn-lt"/>
              </a:rPr>
              <a:t>6 THÁNG ĐẦU NĂM</a:t>
            </a:r>
            <a:endParaRPr lang="en-US" sz="2000" b="1" dirty="0">
              <a:solidFill>
                <a:schemeClr val="bg1"/>
              </a:solidFill>
              <a:latin typeface="+mn-lt"/>
            </a:endParaRPr>
          </a:p>
        </p:txBody>
      </p:sp>
      <p:graphicFrame>
        <p:nvGraphicFramePr>
          <p:cNvPr id="4" name="Table 3">
            <a:extLst>
              <a:ext uri="{FF2B5EF4-FFF2-40B4-BE49-F238E27FC236}">
                <a16:creationId xmlns:a16="http://schemas.microsoft.com/office/drawing/2014/main" id="{495D4307-C31A-870B-4A02-6BDF99C65BF2}"/>
              </a:ext>
            </a:extLst>
          </p:cNvPr>
          <p:cNvGraphicFramePr>
            <a:graphicFrameLocks noGrp="1"/>
          </p:cNvGraphicFramePr>
          <p:nvPr>
            <p:extLst>
              <p:ext uri="{D42A27DB-BD31-4B8C-83A1-F6EECF244321}">
                <p14:modId xmlns:p14="http://schemas.microsoft.com/office/powerpoint/2010/main" val="923349709"/>
              </p:ext>
            </p:extLst>
          </p:nvPr>
        </p:nvGraphicFramePr>
        <p:xfrm>
          <a:off x="1" y="937687"/>
          <a:ext cx="9143999" cy="3974472"/>
        </p:xfrm>
        <a:graphic>
          <a:graphicData uri="http://schemas.openxmlformats.org/drawingml/2006/table">
            <a:tbl>
              <a:tblPr firstRow="1" bandRow="1">
                <a:tableStyleId>{5C22544A-7EE6-4342-B048-85BDC9FD1C3A}</a:tableStyleId>
              </a:tblPr>
              <a:tblGrid>
                <a:gridCol w="563327">
                  <a:extLst>
                    <a:ext uri="{9D8B030D-6E8A-4147-A177-3AD203B41FA5}">
                      <a16:colId xmlns:a16="http://schemas.microsoft.com/office/drawing/2014/main" val="3217596067"/>
                    </a:ext>
                  </a:extLst>
                </a:gridCol>
                <a:gridCol w="3048552">
                  <a:extLst>
                    <a:ext uri="{9D8B030D-6E8A-4147-A177-3AD203B41FA5}">
                      <a16:colId xmlns:a16="http://schemas.microsoft.com/office/drawing/2014/main" val="2610165871"/>
                    </a:ext>
                  </a:extLst>
                </a:gridCol>
                <a:gridCol w="2947402">
                  <a:extLst>
                    <a:ext uri="{9D8B030D-6E8A-4147-A177-3AD203B41FA5}">
                      <a16:colId xmlns:a16="http://schemas.microsoft.com/office/drawing/2014/main" val="1640982939"/>
                    </a:ext>
                  </a:extLst>
                </a:gridCol>
                <a:gridCol w="2584718">
                  <a:extLst>
                    <a:ext uri="{9D8B030D-6E8A-4147-A177-3AD203B41FA5}">
                      <a16:colId xmlns:a16="http://schemas.microsoft.com/office/drawing/2014/main" val="1156410480"/>
                    </a:ext>
                  </a:extLst>
                </a:gridCol>
              </a:tblGrid>
              <a:tr h="644714">
                <a:tc>
                  <a:txBody>
                    <a:bodyPr/>
                    <a:lstStyle/>
                    <a:p>
                      <a:pPr algn="ctr"/>
                      <a:r>
                        <a:rPr lang="en-US"/>
                        <a:t>STT</a:t>
                      </a:r>
                    </a:p>
                  </a:txBody>
                  <a:tcPr anchor="ctr">
                    <a:solidFill>
                      <a:srgbClr val="118F03"/>
                    </a:solidFill>
                  </a:tcPr>
                </a:tc>
                <a:tc>
                  <a:txBody>
                    <a:bodyPr/>
                    <a:lstStyle/>
                    <a:p>
                      <a:pPr algn="ctr"/>
                      <a:r>
                        <a:rPr lang="en-US"/>
                        <a:t>NHỮNG MỤC TIÊU CHƯA HOÀN THÀNH 6 THÁNG ĐẦU NĂM</a:t>
                      </a:r>
                    </a:p>
                  </a:txBody>
                  <a:tcPr anchor="ctr">
                    <a:solidFill>
                      <a:srgbClr val="118F03"/>
                    </a:solidFill>
                  </a:tcPr>
                </a:tc>
                <a:tc>
                  <a:txBody>
                    <a:bodyPr/>
                    <a:lstStyle/>
                    <a:p>
                      <a:pPr algn="ctr"/>
                      <a:r>
                        <a:rPr lang="en-US"/>
                        <a:t>NGUYÊN NHÂN</a:t>
                      </a:r>
                    </a:p>
                  </a:txBody>
                  <a:tcPr anchor="ctr">
                    <a:solidFill>
                      <a:srgbClr val="118F03"/>
                    </a:solidFill>
                  </a:tcPr>
                </a:tc>
                <a:tc>
                  <a:txBody>
                    <a:bodyPr/>
                    <a:lstStyle/>
                    <a:p>
                      <a:pPr algn="ctr"/>
                      <a:r>
                        <a:rPr lang="en-US"/>
                        <a:t>HÀNH ĐỘNG TIẾP THEO CHO 6 THÁNG CUỐI NĂM</a:t>
                      </a:r>
                    </a:p>
                  </a:txBody>
                  <a:tcPr anchor="ctr">
                    <a:solidFill>
                      <a:srgbClr val="118F03"/>
                    </a:solidFill>
                  </a:tcPr>
                </a:tc>
                <a:extLst>
                  <a:ext uri="{0D108BD9-81ED-4DB2-BD59-A6C34878D82A}">
                    <a16:rowId xmlns:a16="http://schemas.microsoft.com/office/drawing/2014/main" val="1914077858"/>
                  </a:ext>
                </a:extLst>
              </a:tr>
              <a:tr h="1678854">
                <a:tc>
                  <a:txBody>
                    <a:bodyPr/>
                    <a:lstStyle/>
                    <a:p>
                      <a:pPr algn="ctr"/>
                      <a:r>
                        <a:rPr lang="en-US" sz="1300">
                          <a:latin typeface="Times New Roman" panose="02020603050405020304" pitchFamily="18" charset="0"/>
                          <a:cs typeface="Times New Roman" panose="02020603050405020304" pitchFamily="18" charset="0"/>
                        </a:rPr>
                        <a:t>1</a:t>
                      </a:r>
                    </a:p>
                  </a:txBody>
                  <a:tcPr anchor="ctr">
                    <a:lnB w="12700" cap="flat" cmpd="sng" algn="ctr">
                      <a:solidFill>
                        <a:schemeClr val="bg1">
                          <a:lumMod val="85000"/>
                        </a:schemeClr>
                      </a:solidFill>
                      <a:prstDash val="sysDot"/>
                      <a:round/>
                      <a:headEnd type="none" w="med" len="med"/>
                      <a:tailEnd type="none" w="med" len="med"/>
                    </a:lnB>
                    <a:noFill/>
                  </a:tcPr>
                </a:tc>
                <a:tc>
                  <a:txBody>
                    <a:bodyPr/>
                    <a:lstStyle/>
                    <a:p>
                      <a:r>
                        <a:rPr lang="en-US" sz="1300" b="1">
                          <a:latin typeface="Times New Roman" panose="02020603050405020304" pitchFamily="18" charset="0"/>
                          <a:cs typeface="Times New Roman" panose="02020603050405020304" pitchFamily="18" charset="0"/>
                        </a:rPr>
                        <a:t>Tỷ lệ giảm giá thành trung bình</a:t>
                      </a:r>
                    </a:p>
                    <a:p>
                      <a:r>
                        <a:rPr lang="en-US" sz="1300">
                          <a:latin typeface="Times New Roman" panose="02020603050405020304" pitchFamily="18" charset="0"/>
                          <a:cs typeface="Times New Roman" panose="02020603050405020304" pitchFamily="18" charset="0"/>
                        </a:rPr>
                        <a:t>(đạt 0.35/0.5)</a:t>
                      </a:r>
                    </a:p>
                    <a:p>
                      <a:endParaRPr lang="en-US" sz="1300" b="0" i="1">
                        <a:latin typeface="Times New Roman" panose="02020603050405020304" pitchFamily="18" charset="0"/>
                        <a:cs typeface="Times New Roman" panose="02020603050405020304" pitchFamily="18" charset="0"/>
                      </a:endParaRPr>
                    </a:p>
                  </a:txBody>
                  <a:tcPr anchor="ctr">
                    <a:lnB w="12700" cap="flat" cmpd="sng" algn="ctr">
                      <a:solidFill>
                        <a:schemeClr val="bg1">
                          <a:lumMod val="85000"/>
                        </a:schemeClr>
                      </a:solidFill>
                      <a:prstDash val="sysDot"/>
                      <a:round/>
                      <a:headEnd type="none" w="med" len="med"/>
                      <a:tailEnd type="none" w="med" len="med"/>
                    </a:lnB>
                    <a:noFill/>
                  </a:tcPr>
                </a:tc>
                <a:tc rowSpan="2">
                  <a:txBody>
                    <a:bodyPr/>
                    <a:lstStyle/>
                    <a:p>
                      <a:pPr marL="0" indent="0">
                        <a:buFontTx/>
                        <a:buNone/>
                      </a:pPr>
                      <a:r>
                        <a:rPr lang="en-US" sz="1300">
                          <a:latin typeface="Times New Roman" panose="02020603050405020304" pitchFamily="18" charset="0"/>
                          <a:cs typeface="Times New Roman" panose="02020603050405020304" pitchFamily="18" charset="0"/>
                        </a:rPr>
                        <a:t>- Sản lượng sản xuất không đạt (đạt trung bình 3,474 / 3,979 tấn/tháng)</a:t>
                      </a:r>
                    </a:p>
                    <a:p>
                      <a:pPr marL="0" indent="0">
                        <a:buFontTx/>
                        <a:buNone/>
                      </a:pPr>
                      <a:endParaRPr lang="en-US" sz="1300">
                        <a:latin typeface="Times New Roman" panose="02020603050405020304" pitchFamily="18" charset="0"/>
                        <a:cs typeface="Times New Roman" panose="02020603050405020304" pitchFamily="18" charset="0"/>
                      </a:endParaRPr>
                    </a:p>
                    <a:p>
                      <a:pPr marL="0" indent="0">
                        <a:buFontTx/>
                        <a:buNone/>
                      </a:pPr>
                      <a:r>
                        <a:rPr lang="en-US" sz="1300">
                          <a:latin typeface="Times New Roman" panose="02020603050405020304" pitchFamily="18" charset="0"/>
                          <a:cs typeface="Times New Roman" panose="02020603050405020304" pitchFamily="18" charset="0"/>
                        </a:rPr>
                        <a:t>- Giá mua chai/vảy cũng cao hơn so với ngân sách</a:t>
                      </a:r>
                    </a:p>
                    <a:p>
                      <a:pPr marL="0" indent="0">
                        <a:buFontTx/>
                        <a:buNone/>
                      </a:pPr>
                      <a:r>
                        <a:rPr lang="en-US" sz="1300">
                          <a:latin typeface="Times New Roman" panose="02020603050405020304" pitchFamily="18" charset="0"/>
                          <a:cs typeface="Times New Roman" panose="02020603050405020304" pitchFamily="18" charset="0"/>
                        </a:rPr>
                        <a:t>+ Chai B1 trung bình: 15,714 đ/kg (Kế hoạch là 15,000 đ/kg)</a:t>
                      </a:r>
                    </a:p>
                    <a:p>
                      <a:pPr marL="0" indent="0">
                        <a:buFontTx/>
                        <a:buNone/>
                      </a:pPr>
                      <a:r>
                        <a:rPr lang="en-US" sz="1300">
                          <a:latin typeface="Times New Roman" panose="02020603050405020304" pitchFamily="18" charset="0"/>
                          <a:cs typeface="Times New Roman" panose="02020603050405020304" pitchFamily="18" charset="0"/>
                        </a:rPr>
                        <a:t>+ Vảy B1 trung bình: 17,163 đ/kg (Kế hoạch là 16,500 đ/kg)</a:t>
                      </a:r>
                    </a:p>
                  </a:txBody>
                  <a:tcPr anchor="ctr">
                    <a:lnB w="12700" cap="flat" cmpd="sng" algn="ctr">
                      <a:solidFill>
                        <a:schemeClr val="bg1">
                          <a:lumMod val="85000"/>
                        </a:schemeClr>
                      </a:solidFill>
                      <a:prstDash val="sysDot"/>
                      <a:round/>
                      <a:headEnd type="none" w="med" len="med"/>
                      <a:tailEnd type="none" w="med" len="med"/>
                    </a:lnB>
                    <a:noFill/>
                  </a:tcPr>
                </a:tc>
                <a:tc rowSpan="3">
                  <a:txBody>
                    <a:bodyPr/>
                    <a:lstStyle/>
                    <a:p>
                      <a:pPr marL="0" indent="0">
                        <a:buFontTx/>
                        <a:buNone/>
                      </a:pPr>
                      <a:r>
                        <a:rPr lang="en-US" sz="1300">
                          <a:latin typeface="Times New Roman" panose="02020603050405020304" pitchFamily="18" charset="0"/>
                          <a:cs typeface="Times New Roman" panose="02020603050405020304" pitchFamily="18" charset="0"/>
                        </a:rPr>
                        <a:t>- Phối hợp chặt chẽ với các bộ phận liên quan như Kinh doanh/Sản xuất/R&amp;D/Cung ứng: thúc đẩy bán hàng cũng như sản lượng thu mua/sản xuất =&gt; đạt mục tiêu chung của cả công ty </a:t>
                      </a:r>
                    </a:p>
                    <a:p>
                      <a:pPr marL="0" indent="0">
                        <a:buFontTx/>
                        <a:buNone/>
                      </a:pPr>
                      <a:endParaRPr lang="en-US" sz="1300">
                        <a:latin typeface="Times New Roman" panose="02020603050405020304" pitchFamily="18" charset="0"/>
                        <a:cs typeface="Times New Roman" panose="02020603050405020304" pitchFamily="18" charset="0"/>
                      </a:endParaRPr>
                    </a:p>
                    <a:p>
                      <a:pPr marL="0" indent="0">
                        <a:buFontTx/>
                        <a:buNone/>
                      </a:pPr>
                      <a:r>
                        <a:rPr lang="en-US" sz="1300">
                          <a:latin typeface="Times New Roman" panose="02020603050405020304" pitchFamily="18" charset="0"/>
                          <a:cs typeface="Times New Roman" panose="02020603050405020304" pitchFamily="18" charset="0"/>
                        </a:rPr>
                        <a:t>- Rà soát chi phí hoạt động trên nguyên tắc tối đa hóa lợi ích mang lại.</a:t>
                      </a:r>
                    </a:p>
                    <a:p>
                      <a:pPr marL="0" indent="0">
                        <a:buFontTx/>
                        <a:buNone/>
                      </a:pPr>
                      <a:endParaRPr lang="en-US" sz="1300">
                        <a:latin typeface="Times New Roman" panose="02020603050405020304" pitchFamily="18" charset="0"/>
                        <a:cs typeface="Times New Roman" panose="02020603050405020304" pitchFamily="18" charset="0"/>
                      </a:endParaRPr>
                    </a:p>
                    <a:p>
                      <a:pPr marL="0" indent="0">
                        <a:buFontTx/>
                        <a:buNone/>
                      </a:pPr>
                      <a:r>
                        <a:rPr lang="en-US" sz="1300">
                          <a:latin typeface="Times New Roman" panose="02020603050405020304" pitchFamily="18" charset="0"/>
                          <a:cs typeface="Times New Roman" panose="02020603050405020304" pitchFamily="18" charset="0"/>
                        </a:rPr>
                        <a:t>- Phòng Kế toán dự báo KQKD hàng tháng, báo cáo Ban TGĐ </a:t>
                      </a:r>
                      <a:r>
                        <a:rPr lang="en-US" sz="1300" b="1">
                          <a:latin typeface="Times New Roman" panose="02020603050405020304" pitchFamily="18" charset="0"/>
                          <a:cs typeface="Times New Roman" panose="02020603050405020304" pitchFamily="18" charset="0"/>
                        </a:rPr>
                        <a:t>hàng tuần</a:t>
                      </a:r>
                      <a:r>
                        <a:rPr lang="en-US" sz="1300">
                          <a:latin typeface="Times New Roman" panose="02020603050405020304" pitchFamily="18" charset="0"/>
                          <a:cs typeface="Times New Roman" panose="02020603050405020304" pitchFamily="18" charset="0"/>
                        </a:rPr>
                        <a:t> để có chỉ đạo kịp thời</a:t>
                      </a:r>
                      <a:br>
                        <a:rPr lang="en-US" sz="1300">
                          <a:latin typeface="Times New Roman" panose="02020603050405020304" pitchFamily="18" charset="0"/>
                          <a:cs typeface="Times New Roman" panose="02020603050405020304" pitchFamily="18" charset="0"/>
                        </a:rPr>
                      </a:br>
                      <a:endParaRPr lang="en-US" sz="1300">
                        <a:latin typeface="Times New Roman" panose="02020603050405020304" pitchFamily="18" charset="0"/>
                        <a:cs typeface="Times New Roman" panose="02020603050405020304" pitchFamily="18" charset="0"/>
                      </a:endParaRPr>
                    </a:p>
                  </a:txBody>
                  <a:tcPr anchor="ctr">
                    <a:lnB w="12700" cap="flat" cmpd="sng" algn="ctr">
                      <a:solidFill>
                        <a:schemeClr val="bg1">
                          <a:lumMod val="85000"/>
                        </a:schemeClr>
                      </a:solidFill>
                      <a:prstDash val="sysDot"/>
                      <a:round/>
                      <a:headEnd type="none" w="med" len="med"/>
                      <a:tailEnd type="none" w="med" len="med"/>
                    </a:lnB>
                    <a:noFill/>
                  </a:tcPr>
                </a:tc>
                <a:extLst>
                  <a:ext uri="{0D108BD9-81ED-4DB2-BD59-A6C34878D82A}">
                    <a16:rowId xmlns:a16="http://schemas.microsoft.com/office/drawing/2014/main" val="2766100268"/>
                  </a:ext>
                </a:extLst>
              </a:tr>
              <a:tr h="568864">
                <a:tc>
                  <a:txBody>
                    <a:bodyPr/>
                    <a:lstStyle/>
                    <a:p>
                      <a:pPr algn="ctr"/>
                      <a:r>
                        <a:rPr lang="en-US" sz="1300">
                          <a:latin typeface="Times New Roman" panose="02020603050405020304" pitchFamily="18" charset="0"/>
                          <a:cs typeface="Times New Roman" panose="02020603050405020304" pitchFamily="18" charset="0"/>
                        </a:rPr>
                        <a:t>2</a:t>
                      </a: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a:txBody>
                    <a:bodyPr/>
                    <a:lstStyle/>
                    <a:p>
                      <a:r>
                        <a:rPr lang="en-US" sz="1300" b="1">
                          <a:latin typeface="Times New Roman" panose="02020603050405020304" pitchFamily="18" charset="0"/>
                          <a:cs typeface="Times New Roman" panose="02020603050405020304" pitchFamily="18" charset="0"/>
                        </a:rPr>
                        <a:t>Chi phí trên tấn</a:t>
                      </a:r>
                    </a:p>
                    <a:p>
                      <a:r>
                        <a:rPr lang="en-US" sz="1300" b="0" i="1">
                          <a:latin typeface="Times New Roman" panose="02020603050405020304" pitchFamily="18" charset="0"/>
                          <a:cs typeface="Times New Roman" panose="02020603050405020304" pitchFamily="18" charset="0"/>
                        </a:rPr>
                        <a:t>(đạt 31.45 / 30 triệu/tấn ~ 95%)</a:t>
                      </a: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vMerge="1">
                  <a:txBody>
                    <a:bodyPr/>
                    <a:lstStyle/>
                    <a:p>
                      <a:endParaRPr lang="en-US" sz="1200" b="0" i="0"/>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vMerge="1">
                  <a:txBody>
                    <a:bodyPr/>
                    <a:lstStyle/>
                    <a:p>
                      <a:endParaRP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extLst>
                  <a:ext uri="{0D108BD9-81ED-4DB2-BD59-A6C34878D82A}">
                    <a16:rowId xmlns:a16="http://schemas.microsoft.com/office/drawing/2014/main" val="3985984675"/>
                  </a:ext>
                </a:extLst>
              </a:tr>
              <a:tr h="1065562">
                <a:tc>
                  <a:txBody>
                    <a:bodyPr/>
                    <a:lstStyle/>
                    <a:p>
                      <a:pPr algn="ctr"/>
                      <a:r>
                        <a:rPr lang="en-US" sz="1300">
                          <a:latin typeface="Times New Roman" panose="02020603050405020304" pitchFamily="18" charset="0"/>
                          <a:cs typeface="Times New Roman" panose="02020603050405020304" pitchFamily="18" charset="0"/>
                        </a:rPr>
                        <a:t>3</a:t>
                      </a: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a:txBody>
                    <a:bodyPr/>
                    <a:lstStyle/>
                    <a:p>
                      <a:r>
                        <a:rPr lang="en-US" sz="1300" b="1">
                          <a:latin typeface="Times New Roman" panose="02020603050405020304" pitchFamily="18" charset="0"/>
                          <a:cs typeface="Times New Roman" panose="02020603050405020304" pitchFamily="18" charset="0"/>
                        </a:rPr>
                        <a:t>Lợi nhuận sau thuế</a:t>
                      </a:r>
                    </a:p>
                    <a:p>
                      <a:r>
                        <a:rPr lang="en-US" sz="1300" b="0" i="1">
                          <a:latin typeface="Times New Roman" panose="02020603050405020304" pitchFamily="18" charset="0"/>
                          <a:cs typeface="Times New Roman" panose="02020603050405020304" pitchFamily="18" charset="0"/>
                        </a:rPr>
                        <a:t>(đạt 3.9 / 14.2 tỷ ~ 27.5%)</a:t>
                      </a: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a:txBody>
                    <a:bodyPr/>
                    <a:lstStyle/>
                    <a:p>
                      <a:r>
                        <a:rPr lang="en-US" sz="1300">
                          <a:latin typeface="Times New Roman" panose="02020603050405020304" pitchFamily="18" charset="0"/>
                          <a:cs typeface="Times New Roman" panose="02020603050405020304" pitchFamily="18" charset="0"/>
                        </a:rPr>
                        <a:t>- Giá bán bình quân giảm 30,1 triệu/tấn -&gt; 28,8 triệu/tấn</a:t>
                      </a:r>
                    </a:p>
                    <a:p>
                      <a:r>
                        <a:rPr lang="en-US" sz="1300">
                          <a:latin typeface="Times New Roman" panose="02020603050405020304" pitchFamily="18" charset="0"/>
                          <a:cs typeface="Times New Roman" panose="02020603050405020304" pitchFamily="18" charset="0"/>
                        </a:rPr>
                        <a:t>- Thêm các bút toán điều chỉnh như:</a:t>
                      </a:r>
                    </a:p>
                    <a:p>
                      <a:r>
                        <a:rPr lang="en-US" sz="1300">
                          <a:latin typeface="Times New Roman" panose="02020603050405020304" pitchFamily="18" charset="0"/>
                          <a:cs typeface="Times New Roman" panose="02020603050405020304" pitchFamily="18" charset="0"/>
                        </a:rPr>
                        <a:t>    + Phó sản 2023: 1.5 tỷ</a:t>
                      </a:r>
                    </a:p>
                    <a:p>
                      <a:r>
                        <a:rPr lang="en-US" sz="1300">
                          <a:latin typeface="Times New Roman" panose="02020603050405020304" pitchFamily="18" charset="0"/>
                          <a:cs typeface="Times New Roman" panose="02020603050405020304" pitchFamily="18" charset="0"/>
                        </a:rPr>
                        <a:t>    + Thuê xưởng, thuê máy 2025: 4.4 tỷ</a:t>
                      </a:r>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tc vMerge="1">
                  <a:txBody>
                    <a:bodyPr/>
                    <a:lstStyle/>
                    <a:p>
                      <a:endParaRPr lang="en-US"/>
                    </a:p>
                  </a:txBody>
                  <a:tcPr anchor="ct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noFill/>
                  </a:tcPr>
                </a:tc>
                <a:extLst>
                  <a:ext uri="{0D108BD9-81ED-4DB2-BD59-A6C34878D82A}">
                    <a16:rowId xmlns:a16="http://schemas.microsoft.com/office/drawing/2014/main" val="3717368235"/>
                  </a:ext>
                </a:extLst>
              </a:tr>
            </a:tbl>
          </a:graphicData>
        </a:graphic>
      </p:graphicFrame>
    </p:spTree>
    <p:extLst>
      <p:ext uri="{BB962C8B-B14F-4D97-AF65-F5344CB8AC3E}">
        <p14:creationId xmlns:p14="http://schemas.microsoft.com/office/powerpoint/2010/main" val="2418129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0DB8-767B-AF52-11B5-9AB92448331A}"/>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B8DC0C87-7A4F-7AA1-6C6E-EAC386C8D882}"/>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b="1" dirty="0">
                <a:solidFill>
                  <a:schemeClr val="bg1"/>
                </a:solidFill>
                <a:latin typeface="+mn-lt"/>
              </a:rPr>
              <a:t>4</a:t>
            </a:r>
            <a:r>
              <a:rPr lang="vi-VN" sz="2000" b="1" dirty="0">
                <a:solidFill>
                  <a:schemeClr val="bg1"/>
                </a:solidFill>
                <a:latin typeface="+mn-lt"/>
              </a:rPr>
              <a:t>. </a:t>
            </a:r>
            <a:r>
              <a:rPr lang="en-US" sz="2000" dirty="0">
                <a:solidFill>
                  <a:schemeClr val="bg1"/>
                </a:solidFill>
                <a:latin typeface="+mn-lt"/>
              </a:rPr>
              <a:t>KẾ HOẠCH ĐỀ XUẤT 6 THÁNG CUỐI NĂM</a:t>
            </a:r>
            <a:endParaRPr lang="en-US" sz="2000" b="1" dirty="0">
              <a:solidFill>
                <a:schemeClr val="bg1"/>
              </a:solidFill>
              <a:latin typeface="+mn-lt"/>
            </a:endParaRPr>
          </a:p>
        </p:txBody>
      </p:sp>
      <p:graphicFrame>
        <p:nvGraphicFramePr>
          <p:cNvPr id="5" name="Diagram 4">
            <a:extLst>
              <a:ext uri="{FF2B5EF4-FFF2-40B4-BE49-F238E27FC236}">
                <a16:creationId xmlns:a16="http://schemas.microsoft.com/office/drawing/2014/main" id="{CBBF61EA-395E-41F2-8C4A-F88D83DD89CF}"/>
              </a:ext>
            </a:extLst>
          </p:cNvPr>
          <p:cNvGraphicFramePr/>
          <p:nvPr>
            <p:extLst>
              <p:ext uri="{D42A27DB-BD31-4B8C-83A1-F6EECF244321}">
                <p14:modId xmlns:p14="http://schemas.microsoft.com/office/powerpoint/2010/main" val="1127955314"/>
              </p:ext>
            </p:extLst>
          </p:nvPr>
        </p:nvGraphicFramePr>
        <p:xfrm>
          <a:off x="544943" y="1088737"/>
          <a:ext cx="8220365" cy="3745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6381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4482-6ADF-1764-6293-26B8613296A1}"/>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E2638C61-A2E3-A33A-FBAE-9281D27B868A}"/>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latin typeface="+mn-lt"/>
              </a:rPr>
              <a:t>5</a:t>
            </a:r>
            <a:r>
              <a:rPr lang="vi-VN" sz="2000" b="1">
                <a:solidFill>
                  <a:schemeClr val="bg1"/>
                </a:solidFill>
                <a:latin typeface="+mn-lt"/>
              </a:rPr>
              <a:t>. </a:t>
            </a:r>
            <a:r>
              <a:rPr lang="en-US" sz="2000" b="1">
                <a:solidFill>
                  <a:schemeClr val="bg1"/>
                </a:solidFill>
                <a:latin typeface="+mn-lt"/>
              </a:rPr>
              <a:t>CHI TIẾT </a:t>
            </a:r>
            <a:r>
              <a:rPr lang="en-US" sz="2000">
                <a:solidFill>
                  <a:schemeClr val="bg1"/>
                </a:solidFill>
                <a:latin typeface="+mn-lt"/>
              </a:rPr>
              <a:t>KẾ HOẠCH THỰC HIỆN</a:t>
            </a:r>
            <a:endParaRPr lang="en-US" sz="2000" b="1" dirty="0">
              <a:solidFill>
                <a:schemeClr val="bg1"/>
              </a:solidFill>
              <a:latin typeface="+mn-lt"/>
            </a:endParaRPr>
          </a:p>
        </p:txBody>
      </p:sp>
      <p:sp>
        <p:nvSpPr>
          <p:cNvPr id="5" name="TextBox 4">
            <a:extLst>
              <a:ext uri="{FF2B5EF4-FFF2-40B4-BE49-F238E27FC236}">
                <a16:creationId xmlns:a16="http://schemas.microsoft.com/office/drawing/2014/main" id="{6811B50F-CCB4-D13D-9ED1-82D44F72F48F}"/>
              </a:ext>
            </a:extLst>
          </p:cNvPr>
          <p:cNvSpPr txBox="1"/>
          <p:nvPr/>
        </p:nvSpPr>
        <p:spPr>
          <a:xfrm>
            <a:off x="4593249" y="1563756"/>
            <a:ext cx="4193305" cy="1558953"/>
          </a:xfrm>
          <a:prstGeom prst="rect">
            <a:avLst/>
          </a:prstGeom>
          <a:noFill/>
        </p:spPr>
        <p:txBody>
          <a:bodyPr wrap="square">
            <a:spAutoFit/>
          </a:bodyPr>
          <a:lstStyle/>
          <a:p>
            <a:pPr>
              <a:lnSpc>
                <a:spcPct val="150000"/>
              </a:lnSpc>
              <a:defRPr/>
            </a:pPr>
            <a:r>
              <a:rPr lang="en-US" sz="1300" b="1" dirty="0" err="1">
                <a:solidFill>
                  <a:srgbClr val="119303"/>
                </a:solidFill>
                <a:latin typeface="Montserrat" panose="00000500000000000000" pitchFamily="2" charset="0"/>
                <a:ea typeface="Tahoma" panose="020B0604030504040204" pitchFamily="34" charset="0"/>
                <a:cs typeface="Tahoma" panose="020B0604030504040204" pitchFamily="34" charset="0"/>
              </a:rPr>
              <a:t>Thuyết</a:t>
            </a:r>
            <a:r>
              <a:rPr lang="en-US" sz="1300" b="1" dirty="0">
                <a:solidFill>
                  <a:srgbClr val="119303"/>
                </a:solidFill>
                <a:latin typeface="Montserrat" panose="00000500000000000000" pitchFamily="2" charset="0"/>
                <a:ea typeface="Tahoma" panose="020B0604030504040204" pitchFamily="34" charset="0"/>
                <a:cs typeface="Tahoma" panose="020B0604030504040204" pitchFamily="34" charset="0"/>
              </a:rPr>
              <a:t> </a:t>
            </a:r>
            <a:r>
              <a:rPr lang="en-US" sz="1300" b="1" dirty="0" err="1">
                <a:solidFill>
                  <a:srgbClr val="119303"/>
                </a:solidFill>
                <a:latin typeface="Montserrat" panose="00000500000000000000" pitchFamily="2" charset="0"/>
                <a:ea typeface="Tahoma" panose="020B0604030504040204" pitchFamily="34" charset="0"/>
                <a:cs typeface="Tahoma" panose="020B0604030504040204" pitchFamily="34" charset="0"/>
              </a:rPr>
              <a:t>minh</a:t>
            </a:r>
            <a:r>
              <a:rPr lang="en-US" sz="1300" b="1" dirty="0">
                <a:solidFill>
                  <a:srgbClr val="119303"/>
                </a:solidFill>
                <a:latin typeface="Montserrat" panose="00000500000000000000" pitchFamily="2" charset="0"/>
                <a:ea typeface="Tahoma" panose="020B0604030504040204" pitchFamily="34" charset="0"/>
                <a:cs typeface="Tahoma" panose="020B0604030504040204" pitchFamily="34" charset="0"/>
              </a:rPr>
              <a:t>:</a:t>
            </a:r>
          </a:p>
          <a:p>
            <a:pPr>
              <a:lnSpc>
                <a:spcPct val="150000"/>
              </a:lnSpc>
              <a:defRPr/>
            </a:pP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Thời</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gian</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cập</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nhật</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b="1" i="1" dirty="0">
                <a:solidFill>
                  <a:srgbClr val="FF0000"/>
                </a:solidFill>
                <a:latin typeface="Montserrat" panose="00000500000000000000" pitchFamily="2" charset="0"/>
                <a:ea typeface="Tahoma" panose="020B0604030504040204" pitchFamily="34" charset="0"/>
                <a:cs typeface="Tahoma" panose="020B0604030504040204" pitchFamily="34" charset="0"/>
              </a:rPr>
              <a:t>9h30 </a:t>
            </a:r>
            <a:r>
              <a:rPr lang="en-US" sz="1300" b="1" i="1" dirty="0" err="1">
                <a:solidFill>
                  <a:srgbClr val="FF0000"/>
                </a:solidFill>
                <a:latin typeface="Montserrat" panose="00000500000000000000" pitchFamily="2" charset="0"/>
                <a:ea typeface="Tahoma" panose="020B0604030504040204" pitchFamily="34" charset="0"/>
                <a:cs typeface="Tahoma" panose="020B0604030504040204" pitchFamily="34" charset="0"/>
              </a:rPr>
              <a:t>hàng</a:t>
            </a:r>
            <a:r>
              <a:rPr lang="en-US" sz="1300" b="1" i="1" dirty="0">
                <a:solidFill>
                  <a:srgbClr val="FF0000"/>
                </a:solidFill>
                <a:latin typeface="Montserrat" panose="00000500000000000000" pitchFamily="2" charset="0"/>
                <a:ea typeface="Tahoma" panose="020B0604030504040204" pitchFamily="34" charset="0"/>
                <a:cs typeface="Tahoma" panose="020B0604030504040204" pitchFamily="34" charset="0"/>
              </a:rPr>
              <a:t> </a:t>
            </a:r>
            <a:r>
              <a:rPr lang="en-US" sz="1300" b="1" i="1" dirty="0" err="1">
                <a:solidFill>
                  <a:srgbClr val="FF0000"/>
                </a:solidFill>
                <a:latin typeface="Montserrat" panose="00000500000000000000" pitchFamily="2" charset="0"/>
                <a:ea typeface="Tahoma" panose="020B0604030504040204" pitchFamily="34" charset="0"/>
                <a:cs typeface="Tahoma" panose="020B0604030504040204" pitchFamily="34" charset="0"/>
              </a:rPr>
              <a:t>ngày</a:t>
            </a:r>
            <a:endParaRPr lang="en-US" sz="1300" b="1" i="1" dirty="0">
              <a:solidFill>
                <a:srgbClr val="FF0000"/>
              </a:solidFill>
              <a:latin typeface="Montserrat" panose="00000500000000000000" pitchFamily="2" charset="0"/>
              <a:ea typeface="Tahoma" panose="020B0604030504040204" pitchFamily="34" charset="0"/>
              <a:cs typeface="Tahoma" panose="020B0604030504040204" pitchFamily="34" charset="0"/>
            </a:endParaRPr>
          </a:p>
          <a:p>
            <a:pPr>
              <a:lnSpc>
                <a:spcPct val="150000"/>
              </a:lnSpc>
              <a:defRPr/>
            </a:pP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Bộ</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phận</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sử</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dụng</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dữ</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liệu</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trên</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báo</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cáo</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BI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để</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cập</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nhật</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vào</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phiếu</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đề</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nghị</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thanh</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toán</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khi</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lập</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dirty="0" err="1">
                <a:solidFill>
                  <a:srgbClr val="0000FF"/>
                </a:solidFill>
                <a:latin typeface="Montserrat" panose="00000500000000000000" pitchFamily="2" charset="0"/>
                <a:ea typeface="Tahoma" panose="020B0604030504040204" pitchFamily="34" charset="0"/>
                <a:cs typeface="Tahoma" panose="020B0604030504040204" pitchFamily="34" charset="0"/>
              </a:rPr>
              <a:t>iform</a:t>
            </a:r>
            <a:r>
              <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rPr>
              <a:t> </a:t>
            </a:r>
            <a:r>
              <a:rPr lang="en-US" sz="1300" i="1" err="1">
                <a:solidFill>
                  <a:srgbClr val="0000FF"/>
                </a:solidFill>
                <a:latin typeface="Montserrat" panose="00000500000000000000" pitchFamily="2" charset="0"/>
                <a:ea typeface="Tahoma" panose="020B0604030504040204" pitchFamily="34" charset="0"/>
                <a:cs typeface="Tahoma" panose="020B0604030504040204" pitchFamily="34" charset="0"/>
              </a:rPr>
              <a:t>thanh</a:t>
            </a:r>
            <a:r>
              <a:rPr lang="en-US" sz="1300" i="1">
                <a:solidFill>
                  <a:srgbClr val="0000FF"/>
                </a:solidFill>
                <a:latin typeface="Montserrat" panose="00000500000000000000" pitchFamily="2" charset="0"/>
                <a:ea typeface="Tahoma" panose="020B0604030504040204" pitchFamily="34" charset="0"/>
                <a:cs typeface="Tahoma" panose="020B0604030504040204" pitchFamily="34" charset="0"/>
              </a:rPr>
              <a:t> toán</a:t>
            </a:r>
            <a:endParaRPr lang="en-US" sz="1300" i="1" dirty="0">
              <a:solidFill>
                <a:srgbClr val="0000FF"/>
              </a:solidFill>
              <a:latin typeface="Montserrat" panose="00000500000000000000" pitchFamily="2" charset="0"/>
              <a:ea typeface="Tahoma" panose="020B0604030504040204" pitchFamily="34" charset="0"/>
              <a:cs typeface="Tahoma" panose="020B0604030504040204" pitchFamily="34" charset="0"/>
            </a:endParaRPr>
          </a:p>
        </p:txBody>
      </p:sp>
      <p:sp>
        <p:nvSpPr>
          <p:cNvPr id="14" name="Rectangle: Rounded Corners 4">
            <a:extLst>
              <a:ext uri="{FF2B5EF4-FFF2-40B4-BE49-F238E27FC236}">
                <a16:creationId xmlns:a16="http://schemas.microsoft.com/office/drawing/2014/main" id="{7DFBC27D-4951-18CE-1165-250F6C0B0C78}"/>
              </a:ext>
            </a:extLst>
          </p:cNvPr>
          <p:cNvSpPr txBox="1"/>
          <p:nvPr/>
        </p:nvSpPr>
        <p:spPr>
          <a:xfrm>
            <a:off x="-135695" y="1163570"/>
            <a:ext cx="6536495" cy="498663"/>
          </a:xfrm>
          <a:prstGeom prst="rect">
            <a:avLst/>
          </a:prstGeom>
          <a:scene3d>
            <a:camera prst="orthographicFront"/>
            <a:lightRig rig="threePt" dir="t">
              <a:rot lat="0" lon="0" rev="7500000"/>
            </a:lightRig>
          </a:scene3d>
          <a:sp3d/>
        </p:spPr>
        <p:style>
          <a:lnRef idx="0">
            <a:scrgbClr r="0" g="0" b="0"/>
          </a:lnRef>
          <a:fillRef idx="0">
            <a:scrgbClr r="0" g="0" b="0"/>
          </a:fillRef>
          <a:effectRef idx="0">
            <a:scrgbClr r="0" g="0" b="0"/>
          </a:effectRef>
          <a:fontRef idx="minor">
            <a:schemeClr val="lt1"/>
          </a:fontRef>
        </p:style>
        <p:txBody>
          <a:bodyPr spcFirstLastPara="0" vert="horz" wrap="square" lIns="217497" tIns="0" rIns="217497" bIns="0" numCol="1" spcCol="1270" anchor="ctr" anchorCtr="0">
            <a:noAutofit/>
          </a:bodyPr>
          <a:lstStyle/>
          <a:p>
            <a:pPr marL="0" lvl="0" indent="0" algn="l" defTabSz="800100">
              <a:lnSpc>
                <a:spcPct val="90000"/>
              </a:lnSpc>
              <a:spcBef>
                <a:spcPct val="0"/>
              </a:spcBef>
              <a:spcAft>
                <a:spcPct val="35000"/>
              </a:spcAft>
              <a:buFontTx/>
              <a:buNone/>
            </a:pPr>
            <a:r>
              <a:rPr lang="en-US" sz="1800" b="1" kern="1200">
                <a:solidFill>
                  <a:srgbClr val="118F03"/>
                </a:solidFill>
              </a:rPr>
              <a:t>5.1. </a:t>
            </a:r>
            <a:r>
              <a:rPr lang="en-US" sz="1800" b="1" kern="1200" dirty="0" err="1">
                <a:solidFill>
                  <a:srgbClr val="118F03"/>
                </a:solidFill>
              </a:rPr>
              <a:t>Hoạt</a:t>
            </a:r>
            <a:r>
              <a:rPr lang="en-US" sz="1800" b="1" kern="1200" dirty="0">
                <a:solidFill>
                  <a:srgbClr val="118F03"/>
                </a:solidFill>
              </a:rPr>
              <a:t> </a:t>
            </a:r>
            <a:r>
              <a:rPr lang="en-US" sz="1800" b="1" kern="1200" dirty="0" err="1">
                <a:solidFill>
                  <a:srgbClr val="118F03"/>
                </a:solidFill>
              </a:rPr>
              <a:t>động</a:t>
            </a:r>
            <a:r>
              <a:rPr lang="en-US" sz="1800" b="1" kern="1200" dirty="0">
                <a:solidFill>
                  <a:srgbClr val="118F03"/>
                </a:solidFill>
              </a:rPr>
              <a:t> </a:t>
            </a:r>
            <a:r>
              <a:rPr lang="en-US" sz="1800" b="1" kern="1200" dirty="0" err="1">
                <a:solidFill>
                  <a:srgbClr val="118F03"/>
                </a:solidFill>
              </a:rPr>
              <a:t>kiểm</a:t>
            </a:r>
            <a:r>
              <a:rPr lang="en-US" sz="1800" b="1" kern="1200" dirty="0">
                <a:solidFill>
                  <a:srgbClr val="118F03"/>
                </a:solidFill>
              </a:rPr>
              <a:t> </a:t>
            </a:r>
            <a:r>
              <a:rPr lang="en-US" sz="1800" b="1" kern="1200" dirty="0" err="1">
                <a:solidFill>
                  <a:srgbClr val="118F03"/>
                </a:solidFill>
              </a:rPr>
              <a:t>soát</a:t>
            </a:r>
            <a:r>
              <a:rPr lang="en-US" sz="1800" b="1" kern="1200" dirty="0">
                <a:solidFill>
                  <a:srgbClr val="118F03"/>
                </a:solidFill>
              </a:rPr>
              <a:t> </a:t>
            </a:r>
            <a:r>
              <a:rPr lang="en-US" sz="1800" b="1" kern="1200" dirty="0" err="1">
                <a:solidFill>
                  <a:srgbClr val="118F03"/>
                </a:solidFill>
              </a:rPr>
              <a:t>kế</a:t>
            </a:r>
            <a:r>
              <a:rPr lang="en-US" sz="1800" b="1" kern="1200" dirty="0">
                <a:solidFill>
                  <a:srgbClr val="118F03"/>
                </a:solidFill>
              </a:rPr>
              <a:t> </a:t>
            </a:r>
            <a:r>
              <a:rPr lang="en-US" sz="1800" b="1" kern="1200" dirty="0" err="1">
                <a:solidFill>
                  <a:srgbClr val="118F03"/>
                </a:solidFill>
              </a:rPr>
              <a:t>hoạch</a:t>
            </a:r>
            <a:r>
              <a:rPr lang="en-US" sz="1800" b="1" kern="1200" dirty="0">
                <a:solidFill>
                  <a:srgbClr val="118F03"/>
                </a:solidFill>
              </a:rPr>
              <a:t> </a:t>
            </a:r>
            <a:r>
              <a:rPr lang="en-US" sz="1800" b="1" kern="1200" dirty="0" err="1">
                <a:solidFill>
                  <a:srgbClr val="118F03"/>
                </a:solidFill>
              </a:rPr>
              <a:t>thu</a:t>
            </a:r>
            <a:r>
              <a:rPr lang="en-US" sz="1800" b="1" kern="1200" dirty="0">
                <a:solidFill>
                  <a:srgbClr val="118F03"/>
                </a:solidFill>
              </a:rPr>
              <a:t>/chi qua BI</a:t>
            </a:r>
          </a:p>
          <a:p>
            <a:pPr defTabSz="800100">
              <a:lnSpc>
                <a:spcPct val="90000"/>
              </a:lnSpc>
              <a:spcBef>
                <a:spcPct val="0"/>
              </a:spcBef>
              <a:spcAft>
                <a:spcPct val="35000"/>
              </a:spcAft>
            </a:pP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a)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Bổ</a:t>
            </a: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 sung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thêm</a:t>
            </a: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chỉ</a:t>
            </a: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tiêu</a:t>
            </a: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trên</a:t>
            </a:r>
            <a:r>
              <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rPr>
              <a:t> </a:t>
            </a:r>
            <a:r>
              <a:rPr lang="en-US" sz="1800" b="1" dirty="0" err="1">
                <a:solidFill>
                  <a:schemeClr val="tx1"/>
                </a:solidFill>
                <a:latin typeface="Montserrat" panose="00000500000000000000" pitchFamily="2" charset="0"/>
                <a:ea typeface="Tahoma" panose="020B0604030504040204" pitchFamily="34" charset="0"/>
                <a:cs typeface="Tahoma" panose="020B0604030504040204" pitchFamily="34" charset="0"/>
              </a:rPr>
              <a:t>Iform</a:t>
            </a:r>
            <a:endParaRPr lang="en-US" sz="1800" b="1" dirty="0">
              <a:solidFill>
                <a:schemeClr val="tx1"/>
              </a:solidFill>
              <a:latin typeface="Montserrat" panose="00000500000000000000" pitchFamily="2" charset="0"/>
              <a:ea typeface="Tahoma" panose="020B0604030504040204" pitchFamily="34" charset="0"/>
              <a:cs typeface="Tahoma" panose="020B0604030504040204" pitchFamily="34" charset="0"/>
            </a:endParaRPr>
          </a:p>
          <a:p>
            <a:pPr marL="0" lvl="0" indent="0" algn="l" defTabSz="800100">
              <a:lnSpc>
                <a:spcPct val="90000"/>
              </a:lnSpc>
              <a:spcBef>
                <a:spcPct val="0"/>
              </a:spcBef>
              <a:spcAft>
                <a:spcPct val="35000"/>
              </a:spcAft>
              <a:buFontTx/>
              <a:buNone/>
            </a:pPr>
            <a:endParaRPr lang="en-US" sz="1800" b="1" kern="1200" dirty="0">
              <a:solidFill>
                <a:srgbClr val="0000FF"/>
              </a:solidFill>
            </a:endParaRPr>
          </a:p>
        </p:txBody>
      </p:sp>
      <p:pic>
        <p:nvPicPr>
          <p:cNvPr id="4" name="Picture 3">
            <a:extLst>
              <a:ext uri="{FF2B5EF4-FFF2-40B4-BE49-F238E27FC236}">
                <a16:creationId xmlns:a16="http://schemas.microsoft.com/office/drawing/2014/main" id="{90B8704A-BED4-1707-273B-5EE345D7E1DC}"/>
              </a:ext>
            </a:extLst>
          </p:cNvPr>
          <p:cNvPicPr>
            <a:picLocks noChangeAspect="1"/>
          </p:cNvPicPr>
          <p:nvPr/>
        </p:nvPicPr>
        <p:blipFill>
          <a:blip r:embed="rId2"/>
          <a:stretch>
            <a:fillRect/>
          </a:stretch>
        </p:blipFill>
        <p:spPr>
          <a:xfrm>
            <a:off x="357446" y="1563756"/>
            <a:ext cx="3896903" cy="3301550"/>
          </a:xfrm>
          <a:prstGeom prst="rect">
            <a:avLst/>
          </a:prstGeom>
        </p:spPr>
      </p:pic>
    </p:spTree>
    <p:extLst>
      <p:ext uri="{BB962C8B-B14F-4D97-AF65-F5344CB8AC3E}">
        <p14:creationId xmlns:p14="http://schemas.microsoft.com/office/powerpoint/2010/main" val="3047992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4C34-56B5-CC28-18F3-772D4E86E03D}"/>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3CB15331-B896-3C60-B6A6-527FA22890C7}"/>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dirty="0">
                <a:solidFill>
                  <a:schemeClr val="bg1"/>
                </a:solidFill>
                <a:latin typeface="+mn-lt"/>
              </a:rPr>
              <a:t>5</a:t>
            </a:r>
            <a:r>
              <a:rPr lang="vi-VN" sz="2000" b="1">
                <a:solidFill>
                  <a:schemeClr val="bg1"/>
                </a:solidFill>
                <a:latin typeface="+mn-lt"/>
              </a:rPr>
              <a:t>. </a:t>
            </a:r>
            <a:r>
              <a:rPr lang="en-US" sz="2000" b="1">
                <a:solidFill>
                  <a:schemeClr val="bg1"/>
                </a:solidFill>
                <a:latin typeface="+mn-lt"/>
              </a:rPr>
              <a:t>CHI TIẾT </a:t>
            </a:r>
            <a:r>
              <a:rPr lang="en-US" sz="2000">
                <a:solidFill>
                  <a:schemeClr val="bg1"/>
                </a:solidFill>
                <a:latin typeface="+mn-lt"/>
              </a:rPr>
              <a:t>KẾ HOẠCH THỰC HIỆN (tt)</a:t>
            </a:r>
            <a:endParaRPr lang="en-US" sz="2000" b="1" dirty="0">
              <a:solidFill>
                <a:schemeClr val="bg1"/>
              </a:solidFill>
              <a:latin typeface="+mn-lt"/>
            </a:endParaRPr>
          </a:p>
        </p:txBody>
      </p:sp>
      <p:sp>
        <p:nvSpPr>
          <p:cNvPr id="8" name="TextBox 7">
            <a:extLst>
              <a:ext uri="{FF2B5EF4-FFF2-40B4-BE49-F238E27FC236}">
                <a16:creationId xmlns:a16="http://schemas.microsoft.com/office/drawing/2014/main" id="{1B14A241-8144-1D43-C6C3-DBBDF72692A0}"/>
              </a:ext>
            </a:extLst>
          </p:cNvPr>
          <p:cNvSpPr txBox="1"/>
          <p:nvPr/>
        </p:nvSpPr>
        <p:spPr>
          <a:xfrm>
            <a:off x="94294" y="699346"/>
            <a:ext cx="8568230" cy="501932"/>
          </a:xfrm>
          <a:prstGeom prst="rect">
            <a:avLst/>
          </a:prstGeom>
          <a:noFill/>
        </p:spPr>
        <p:txBody>
          <a:bodyPr wrap="square">
            <a:spAutoFit/>
          </a:bodyPr>
          <a:lstStyle/>
          <a:p>
            <a:pPr>
              <a:lnSpc>
                <a:spcPct val="150000"/>
              </a:lnSpc>
              <a:defRPr/>
            </a:pPr>
            <a:r>
              <a:rPr lang="en-US" sz="2000" b="1" dirty="0">
                <a:solidFill>
                  <a:schemeClr val="tx1"/>
                </a:solidFill>
                <a:latin typeface="Montserrat" panose="00000500000000000000" pitchFamily="2" charset="0"/>
                <a:ea typeface="Tahoma" panose="020B0604030504040204" pitchFamily="34" charset="0"/>
                <a:cs typeface="Tahoma" panose="020B0604030504040204" pitchFamily="34" charset="0"/>
              </a:rPr>
              <a:t>b) </a:t>
            </a:r>
            <a:r>
              <a:rPr lang="en-US" sz="2000" b="1" dirty="0" err="1">
                <a:solidFill>
                  <a:schemeClr val="tx1"/>
                </a:solidFill>
                <a:latin typeface="Montserrat" panose="00000500000000000000" pitchFamily="2" charset="0"/>
                <a:ea typeface="Tahoma" panose="020B0604030504040204" pitchFamily="34" charset="0"/>
                <a:cs typeface="Tahoma" panose="020B0604030504040204" pitchFamily="34" charset="0"/>
              </a:rPr>
              <a:t>Bổ</a:t>
            </a:r>
            <a:r>
              <a:rPr lang="en-US" sz="2000" b="1" dirty="0">
                <a:solidFill>
                  <a:schemeClr val="tx1"/>
                </a:solidFill>
                <a:latin typeface="Montserrat" panose="00000500000000000000" pitchFamily="2" charset="0"/>
                <a:ea typeface="Tahoma" panose="020B0604030504040204" pitchFamily="34" charset="0"/>
                <a:cs typeface="Tahoma" panose="020B0604030504040204" pitchFamily="34" charset="0"/>
              </a:rPr>
              <a:t> sung </a:t>
            </a:r>
            <a:r>
              <a:rPr lang="en-US" sz="2000" b="1" dirty="0" err="1">
                <a:solidFill>
                  <a:schemeClr val="tx1"/>
                </a:solidFill>
                <a:latin typeface="Montserrat" panose="00000500000000000000" pitchFamily="2" charset="0"/>
                <a:ea typeface="Tahoma" panose="020B0604030504040204" pitchFamily="34" charset="0"/>
                <a:cs typeface="Tahoma" panose="020B0604030504040204" pitchFamily="34" charset="0"/>
              </a:rPr>
              <a:t>thêm</a:t>
            </a:r>
            <a:r>
              <a:rPr lang="en-US" sz="2000" b="1" dirty="0">
                <a:solidFill>
                  <a:schemeClr val="tx1"/>
                </a:solidFill>
                <a:latin typeface="Montserrat" panose="00000500000000000000" pitchFamily="2" charset="0"/>
                <a:ea typeface="Tahoma" panose="020B0604030504040204" pitchFamily="34" charset="0"/>
                <a:cs typeface="Tahoma" panose="020B0604030504040204" pitchFamily="34" charset="0"/>
              </a:rPr>
              <a:t> BI</a:t>
            </a:r>
          </a:p>
        </p:txBody>
      </p:sp>
      <p:pic>
        <p:nvPicPr>
          <p:cNvPr id="3" name="Picture 2">
            <a:extLst>
              <a:ext uri="{FF2B5EF4-FFF2-40B4-BE49-F238E27FC236}">
                <a16:creationId xmlns:a16="http://schemas.microsoft.com/office/drawing/2014/main" id="{6B65D34E-66E8-6B88-A447-A36C030FDA31}"/>
              </a:ext>
            </a:extLst>
          </p:cNvPr>
          <p:cNvPicPr>
            <a:picLocks noChangeAspect="1"/>
          </p:cNvPicPr>
          <p:nvPr/>
        </p:nvPicPr>
        <p:blipFill>
          <a:blip r:embed="rId2"/>
          <a:stretch>
            <a:fillRect/>
          </a:stretch>
        </p:blipFill>
        <p:spPr>
          <a:xfrm>
            <a:off x="371259" y="1124793"/>
            <a:ext cx="8401482" cy="3561615"/>
          </a:xfrm>
          <a:prstGeom prst="rect">
            <a:avLst/>
          </a:prstGeom>
        </p:spPr>
      </p:pic>
      <p:sp>
        <p:nvSpPr>
          <p:cNvPr id="7" name="TextBox 6">
            <a:extLst>
              <a:ext uri="{FF2B5EF4-FFF2-40B4-BE49-F238E27FC236}">
                <a16:creationId xmlns:a16="http://schemas.microsoft.com/office/drawing/2014/main" id="{3A3A5FCA-45A0-B23F-2372-553222C7105D}"/>
              </a:ext>
            </a:extLst>
          </p:cNvPr>
          <p:cNvSpPr txBox="1"/>
          <p:nvPr/>
        </p:nvSpPr>
        <p:spPr>
          <a:xfrm>
            <a:off x="-70261" y="4686408"/>
            <a:ext cx="9143999" cy="440890"/>
          </a:xfrm>
          <a:prstGeom prst="rect">
            <a:avLst/>
          </a:prstGeom>
          <a:noFill/>
        </p:spPr>
        <p:txBody>
          <a:bodyPr wrap="square">
            <a:spAutoFit/>
          </a:bodyPr>
          <a:lstStyle/>
          <a:p>
            <a:pPr algn="ctr">
              <a:lnSpc>
                <a:spcPct val="150000"/>
              </a:lnSpc>
              <a:defRPr/>
            </a:pPr>
            <a:r>
              <a:rPr lang="en-US" sz="800" b="1" dirty="0">
                <a:solidFill>
                  <a:srgbClr val="119303"/>
                </a:solidFill>
                <a:latin typeface="Montserrat" panose="00000500000000000000" pitchFamily="2" charset="0"/>
                <a:ea typeface="Tahoma" panose="020B0604030504040204" pitchFamily="34" charset="0"/>
                <a:cs typeface="Tahoma" panose="020B0604030504040204" pitchFamily="34" charset="0"/>
                <a:hlinkClick r:id="rId3"/>
              </a:rPr>
              <a:t>https://app.powerbi.com/Redirect?action=OpenApp&amp;appId=338d1f5d-aa4c-4f26-b718-dfba12cc483d&amp;ctid=00b9a165-4467-4156-b58f-75ccba478fa9&amp;experience=power-bi</a:t>
            </a:r>
            <a:endParaRPr lang="en-US" sz="800" b="1" dirty="0">
              <a:solidFill>
                <a:srgbClr val="0000FF"/>
              </a:solidFill>
              <a:latin typeface="Montserrat" panose="00000500000000000000" pitchFamily="2"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67032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5EBE-C176-8064-9015-E2571D507F1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2085889C-0E23-76F4-7F89-D20A2919BBC3}"/>
              </a:ext>
            </a:extLst>
          </p:cNvPr>
          <p:cNvSpPr txBox="1">
            <a:spLocks/>
          </p:cNvSpPr>
          <p:nvPr/>
        </p:nvSpPr>
        <p:spPr>
          <a:xfrm>
            <a:off x="0" y="374289"/>
            <a:ext cx="9144000" cy="498663"/>
          </a:xfrm>
          <a:prstGeom prst="rect">
            <a:avLst/>
          </a:prstGeom>
          <a:solidFill>
            <a:srgbClr val="119303"/>
          </a:solidFill>
          <a:ln>
            <a:solidFill>
              <a:srgbClr val="0000FF"/>
            </a:solidFill>
          </a:ln>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tx1"/>
                </a:solidFill>
                <a:latin typeface="+mj-lt"/>
                <a:ea typeface="+mj-ea"/>
                <a:cs typeface="Myriad Arabic" pitchFamily="50" charset="-78"/>
              </a:defRPr>
            </a:lvl1pPr>
          </a:lstStyle>
          <a:p>
            <a:r>
              <a:rPr lang="en-US" sz="2000" b="1">
                <a:solidFill>
                  <a:schemeClr val="bg1"/>
                </a:solidFill>
                <a:latin typeface="+mn-lt"/>
              </a:rPr>
              <a:t>5</a:t>
            </a:r>
            <a:r>
              <a:rPr lang="vi-VN" sz="2000" b="1">
                <a:solidFill>
                  <a:schemeClr val="bg1"/>
                </a:solidFill>
                <a:latin typeface="+mn-lt"/>
              </a:rPr>
              <a:t>. </a:t>
            </a:r>
            <a:r>
              <a:rPr lang="en-US" sz="2000" b="1">
                <a:solidFill>
                  <a:schemeClr val="bg1"/>
                </a:solidFill>
                <a:latin typeface="+mn-lt"/>
              </a:rPr>
              <a:t>CHI TIẾT </a:t>
            </a:r>
            <a:r>
              <a:rPr lang="en-US" sz="2000">
                <a:solidFill>
                  <a:schemeClr val="bg1"/>
                </a:solidFill>
                <a:latin typeface="+mn-lt"/>
              </a:rPr>
              <a:t>KẾ HOẠCH (tt)</a:t>
            </a:r>
            <a:endParaRPr lang="en-US" sz="2000" b="1" dirty="0">
              <a:solidFill>
                <a:schemeClr val="bg1"/>
              </a:solidFill>
              <a:latin typeface="+mn-lt"/>
            </a:endParaRPr>
          </a:p>
        </p:txBody>
      </p:sp>
      <p:sp>
        <p:nvSpPr>
          <p:cNvPr id="4" name="TextBox 3">
            <a:extLst>
              <a:ext uri="{FF2B5EF4-FFF2-40B4-BE49-F238E27FC236}">
                <a16:creationId xmlns:a16="http://schemas.microsoft.com/office/drawing/2014/main" id="{0F611B5A-D5A5-0B6C-3771-B9E6C77C7434}"/>
              </a:ext>
            </a:extLst>
          </p:cNvPr>
          <p:cNvSpPr txBox="1"/>
          <p:nvPr/>
        </p:nvSpPr>
        <p:spPr>
          <a:xfrm>
            <a:off x="110314" y="872952"/>
            <a:ext cx="8923372" cy="1334211"/>
          </a:xfrm>
          <a:prstGeom prst="rect">
            <a:avLst/>
          </a:prstGeom>
          <a:noFill/>
        </p:spPr>
        <p:txBody>
          <a:bodyPr wrap="square">
            <a:spAutoFit/>
          </a:bodyPr>
          <a:lstStyle/>
          <a:p>
            <a:pPr lvl="0" defTabSz="800100">
              <a:lnSpc>
                <a:spcPct val="90000"/>
              </a:lnSpc>
              <a:spcBef>
                <a:spcPct val="0"/>
              </a:spcBef>
              <a:spcAft>
                <a:spcPct val="35000"/>
              </a:spcAft>
            </a:pPr>
            <a:r>
              <a:rPr lang="en-US" sz="1800" b="1" kern="1200">
                <a:solidFill>
                  <a:srgbClr val="118F03"/>
                </a:solidFill>
                <a:latin typeface="Times New Roman" panose="02020603050405020304" pitchFamily="18" charset="0"/>
                <a:cs typeface="Times New Roman" panose="02020603050405020304" pitchFamily="18" charset="0"/>
              </a:rPr>
              <a:t>5.2. </a:t>
            </a:r>
            <a:r>
              <a:rPr lang="en-US" sz="1800" b="1" kern="1200" err="1">
                <a:solidFill>
                  <a:srgbClr val="118F03"/>
                </a:solidFill>
                <a:latin typeface="Times New Roman" panose="02020603050405020304" pitchFamily="18" charset="0"/>
                <a:cs typeface="Times New Roman" panose="02020603050405020304" pitchFamily="18" charset="0"/>
              </a:rPr>
              <a:t>Đăng</a:t>
            </a:r>
            <a:r>
              <a:rPr lang="en-US" sz="1800" b="1" kern="1200">
                <a:solidFill>
                  <a:srgbClr val="118F03"/>
                </a:solidFill>
                <a:latin typeface="Times New Roman" panose="02020603050405020304" pitchFamily="18" charset="0"/>
                <a:cs typeface="Times New Roman" panose="02020603050405020304" pitchFamily="18" charset="0"/>
              </a:rPr>
              <a:t> ký </a:t>
            </a:r>
            <a:r>
              <a:rPr lang="en-US" sz="1800" b="1" kern="1200" err="1">
                <a:solidFill>
                  <a:srgbClr val="118F03"/>
                </a:solidFill>
                <a:latin typeface="Times New Roman" panose="02020603050405020304" pitchFamily="18" charset="0"/>
                <a:cs typeface="Times New Roman" panose="02020603050405020304" pitchFamily="18" charset="0"/>
              </a:rPr>
              <a:t>dự</a:t>
            </a:r>
            <a:r>
              <a:rPr lang="en-US" sz="1800" b="1" kern="1200">
                <a:solidFill>
                  <a:srgbClr val="118F03"/>
                </a:solidFill>
                <a:latin typeface="Times New Roman" panose="02020603050405020304" pitchFamily="18" charset="0"/>
                <a:cs typeface="Times New Roman" panose="02020603050405020304" pitchFamily="18" charset="0"/>
              </a:rPr>
              <a:t> án mới những hoạt động KHCN </a:t>
            </a:r>
            <a:r>
              <a:rPr lang="en-US" sz="1800" b="1" kern="1200" dirty="0" err="1">
                <a:solidFill>
                  <a:srgbClr val="118F03"/>
                </a:solidFill>
                <a:latin typeface="Times New Roman" panose="02020603050405020304" pitchFamily="18" charset="0"/>
                <a:cs typeface="Times New Roman" panose="02020603050405020304" pitchFamily="18" charset="0"/>
              </a:rPr>
              <a:t>ứng</a:t>
            </a:r>
            <a:r>
              <a:rPr lang="en-US" sz="1800" b="1" kern="1200" dirty="0">
                <a:solidFill>
                  <a:srgbClr val="118F03"/>
                </a:solidFill>
                <a:latin typeface="Times New Roman" panose="02020603050405020304" pitchFamily="18" charset="0"/>
                <a:cs typeface="Times New Roman" panose="02020603050405020304" pitchFamily="18" charset="0"/>
              </a:rPr>
              <a:t> </a:t>
            </a:r>
            <a:r>
              <a:rPr lang="en-US" sz="1800" b="1" kern="1200" dirty="0" err="1">
                <a:solidFill>
                  <a:srgbClr val="118F03"/>
                </a:solidFill>
                <a:latin typeface="Times New Roman" panose="02020603050405020304" pitchFamily="18" charset="0"/>
                <a:cs typeface="Times New Roman" panose="02020603050405020304" pitchFamily="18" charset="0"/>
              </a:rPr>
              <a:t>dụng</a:t>
            </a:r>
            <a:r>
              <a:rPr lang="en-US" sz="1800" b="1" kern="1200" dirty="0">
                <a:solidFill>
                  <a:srgbClr val="118F03"/>
                </a:solidFill>
                <a:latin typeface="Times New Roman" panose="02020603050405020304" pitchFamily="18" charset="0"/>
                <a:cs typeface="Times New Roman" panose="02020603050405020304" pitchFamily="18" charset="0"/>
              </a:rPr>
              <a:t> </a:t>
            </a:r>
            <a:r>
              <a:rPr lang="en-US" sz="1800" b="1" kern="1200" dirty="0" err="1">
                <a:solidFill>
                  <a:srgbClr val="118F03"/>
                </a:solidFill>
                <a:latin typeface="Times New Roman" panose="02020603050405020304" pitchFamily="18" charset="0"/>
                <a:cs typeface="Times New Roman" panose="02020603050405020304" pitchFamily="18" charset="0"/>
              </a:rPr>
              <a:t>vào</a:t>
            </a:r>
            <a:r>
              <a:rPr lang="en-US" sz="1800" b="1" kern="1200" dirty="0">
                <a:solidFill>
                  <a:srgbClr val="118F03"/>
                </a:solidFill>
                <a:latin typeface="Times New Roman" panose="02020603050405020304" pitchFamily="18" charset="0"/>
                <a:cs typeface="Times New Roman" panose="02020603050405020304" pitchFamily="18" charset="0"/>
              </a:rPr>
              <a:t> </a:t>
            </a:r>
            <a:r>
              <a:rPr lang="en-US" sz="1800" b="1" kern="1200" dirty="0" err="1">
                <a:solidFill>
                  <a:srgbClr val="118F03"/>
                </a:solidFill>
                <a:latin typeface="Times New Roman" panose="02020603050405020304" pitchFamily="18" charset="0"/>
                <a:cs typeface="Times New Roman" panose="02020603050405020304" pitchFamily="18" charset="0"/>
              </a:rPr>
              <a:t>sản</a:t>
            </a:r>
            <a:r>
              <a:rPr lang="en-US" sz="1800" b="1" kern="1200" dirty="0">
                <a:solidFill>
                  <a:srgbClr val="118F03"/>
                </a:solidFill>
                <a:latin typeface="Times New Roman" panose="02020603050405020304" pitchFamily="18" charset="0"/>
                <a:cs typeface="Times New Roman" panose="02020603050405020304" pitchFamily="18" charset="0"/>
              </a:rPr>
              <a:t> </a:t>
            </a:r>
            <a:r>
              <a:rPr lang="en-US" sz="1800" b="1" kern="1200" err="1">
                <a:solidFill>
                  <a:srgbClr val="118F03"/>
                </a:solidFill>
                <a:latin typeface="Times New Roman" panose="02020603050405020304" pitchFamily="18" charset="0"/>
                <a:cs typeface="Times New Roman" panose="02020603050405020304" pitchFamily="18" charset="0"/>
              </a:rPr>
              <a:t>xuất</a:t>
            </a:r>
            <a:r>
              <a:rPr lang="en-US" sz="1800" b="1" kern="1200">
                <a:solidFill>
                  <a:srgbClr val="118F03"/>
                </a:solidFill>
                <a:latin typeface="Times New Roman" panose="02020603050405020304" pitchFamily="18" charset="0"/>
                <a:cs typeface="Times New Roman" panose="02020603050405020304" pitchFamily="18" charset="0"/>
              </a:rPr>
              <a:t> cho 6 tháng cuối 2026</a:t>
            </a:r>
          </a:p>
          <a:p>
            <a:r>
              <a:rPr lang="en-US">
                <a:latin typeface="Times New Roman" panose="02020603050405020304" pitchFamily="18" charset="0"/>
                <a:cs typeface="Times New Roman" panose="02020603050405020304" pitchFamily="18" charset="0"/>
              </a:rPr>
              <a:t>Thư viện tập hợp, có 26 hoạt động KHCN: </a:t>
            </a:r>
          </a:p>
          <a:p>
            <a:r>
              <a:rPr lang="en-US">
                <a:latin typeface="Times New Roman" panose="02020603050405020304" pitchFamily="18" charset="0"/>
                <a:cs typeface="Times New Roman" panose="02020603050405020304" pitchFamily="18" charset="0"/>
              </a:rPr>
              <a:t>+ 20 hoạt động đã thực hiện =&gt; Lộc tổng kết chi phí đã thực hiện khoảng 10 tỷ =&gt; số tiền thuế tiết kiệm khoảng 1 tỷ động</a:t>
            </a:r>
          </a:p>
          <a:p>
            <a:r>
              <a:rPr lang="en-US">
                <a:latin typeface="Times New Roman" panose="02020603050405020304" pitchFamily="18" charset="0"/>
                <a:cs typeface="Times New Roman" panose="02020603050405020304" pitchFamily="18" charset="0"/>
              </a:rPr>
              <a:t>+ 6 hoạt động sẽ thực hiện mới trong 2026 sắp tới. Chi tiết các bước kế tiếp, Lộc sẽ báo cáo sau</a:t>
            </a:r>
            <a:endParaRPr lang="en-US" sz="1800" b="1" kern="1200" dirty="0">
              <a:solidFill>
                <a:srgbClr val="118F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5460AF7-5FE5-20A6-85BC-E37421732AAD}"/>
              </a:ext>
            </a:extLst>
          </p:cNvPr>
          <p:cNvPicPr>
            <a:picLocks noChangeAspect="1"/>
          </p:cNvPicPr>
          <p:nvPr/>
        </p:nvPicPr>
        <p:blipFill>
          <a:blip r:embed="rId2"/>
          <a:stretch>
            <a:fillRect/>
          </a:stretch>
        </p:blipFill>
        <p:spPr>
          <a:xfrm>
            <a:off x="539543" y="2207163"/>
            <a:ext cx="8064914" cy="2777531"/>
          </a:xfrm>
          <a:prstGeom prst="rect">
            <a:avLst/>
          </a:prstGeom>
        </p:spPr>
      </p:pic>
    </p:spTree>
    <p:extLst>
      <p:ext uri="{BB962C8B-B14F-4D97-AF65-F5344CB8AC3E}">
        <p14:creationId xmlns:p14="http://schemas.microsoft.com/office/powerpoint/2010/main" val="3404416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10" name="Google Shape;364;p47">
            <a:extLst>
              <a:ext uri="{FF2B5EF4-FFF2-40B4-BE49-F238E27FC236}">
                <a16:creationId xmlns:a16="http://schemas.microsoft.com/office/drawing/2014/main" id="{A8746D1E-6BF5-4678-BDF6-54834ADDE5D2}"/>
              </a:ext>
            </a:extLst>
          </p:cNvPr>
          <p:cNvSpPr txBox="1">
            <a:spLocks/>
          </p:cNvSpPr>
          <p:nvPr/>
        </p:nvSpPr>
        <p:spPr>
          <a:xfrm>
            <a:off x="1875087" y="2285400"/>
            <a:ext cx="5074353"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2800">
                <a:solidFill>
                  <a:schemeClr val="bg1"/>
                </a:solidFill>
              </a:rPr>
              <a:t>Thank you</a:t>
            </a:r>
            <a:endParaRPr lang="en-US" sz="2800">
              <a:solidFill>
                <a:schemeClr val="bg1"/>
              </a:solidFill>
            </a:endParaRPr>
          </a:p>
        </p:txBody>
      </p:sp>
      <p:sp>
        <p:nvSpPr>
          <p:cNvPr id="7" name="Google Shape;170;p19">
            <a:extLst>
              <a:ext uri="{FF2B5EF4-FFF2-40B4-BE49-F238E27FC236}">
                <a16:creationId xmlns:a16="http://schemas.microsoft.com/office/drawing/2014/main" id="{DB97AC02-F358-4C2D-BB8B-52908F91590A}"/>
              </a:ext>
            </a:extLst>
          </p:cNvPr>
          <p:cNvSpPr txBox="1">
            <a:spLocks/>
          </p:cNvSpPr>
          <p:nvPr/>
        </p:nvSpPr>
        <p:spPr>
          <a:xfrm>
            <a:off x="2981210" y="1504126"/>
            <a:ext cx="4658170" cy="100039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1pPr>
            <a:lvl2pPr marR="0" lvl="1"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2pPr>
            <a:lvl3pPr marR="0" lvl="2"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3pPr>
            <a:lvl4pPr marR="0" lvl="3"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4pPr>
            <a:lvl5pPr marR="0" lvl="4"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5pPr>
            <a:lvl6pPr marR="0" lvl="5"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6pPr>
            <a:lvl7pPr marR="0" lvl="6"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7pPr>
            <a:lvl8pPr marR="0" lvl="7"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8pPr>
            <a:lvl9pPr marR="0" lvl="8"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9pPr>
          </a:lstStyle>
          <a:p>
            <a:r>
              <a:rPr lang="en-US" sz="4000" dirty="0">
                <a:solidFill>
                  <a:srgbClr val="119303"/>
                </a:solidFill>
                <a:latin typeface="+mn-lt"/>
                <a:cs typeface="Arial" panose="020B0604020202020204" pitchFamily="34" charset="0"/>
              </a:rPr>
              <a:t>Thank you!</a:t>
            </a:r>
          </a:p>
        </p:txBody>
      </p:sp>
      <p:sp>
        <p:nvSpPr>
          <p:cNvPr id="20" name="Rectangle 19">
            <a:extLst>
              <a:ext uri="{FF2B5EF4-FFF2-40B4-BE49-F238E27FC236}">
                <a16:creationId xmlns:a16="http://schemas.microsoft.com/office/drawing/2014/main" id="{FD3E05C9-56B8-4586-A819-B49F27A2B987}"/>
              </a:ext>
            </a:extLst>
          </p:cNvPr>
          <p:cNvSpPr/>
          <p:nvPr/>
        </p:nvSpPr>
        <p:spPr>
          <a:xfrm flipV="1">
            <a:off x="2696134" y="2348536"/>
            <a:ext cx="1988712" cy="45719"/>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5E67B52-CC81-434E-B2A4-97AE3E9EAACD}"/>
              </a:ext>
            </a:extLst>
          </p:cNvPr>
          <p:cNvSpPr/>
          <p:nvPr/>
        </p:nvSpPr>
        <p:spPr>
          <a:xfrm flipV="1">
            <a:off x="4893388" y="2348534"/>
            <a:ext cx="1588094" cy="45719"/>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38A86909-5278-4A4F-B3FA-5E61E21B0963}"/>
              </a:ext>
            </a:extLst>
          </p:cNvPr>
          <p:cNvPicPr>
            <a:picLocks noChangeAspect="1"/>
          </p:cNvPicPr>
          <p:nvPr/>
        </p:nvPicPr>
        <p:blipFill>
          <a:blip r:embed="rId3"/>
          <a:stretch>
            <a:fillRect/>
          </a:stretch>
        </p:blipFill>
        <p:spPr>
          <a:xfrm rot="10800000">
            <a:off x="5793455" y="1593558"/>
            <a:ext cx="798560" cy="691842"/>
          </a:xfrm>
          <a:prstGeom prst="rect">
            <a:avLst/>
          </a:prstGeom>
        </p:spPr>
      </p:pic>
    </p:spTree>
  </p:cSld>
  <p:clrMapOvr>
    <a:masterClrMapping/>
  </p:clrMapOvr>
</p:sld>
</file>

<file path=ppt/theme/theme1.xml><?xml version="1.0" encoding="utf-8"?>
<a:theme xmlns:a="http://schemas.openxmlformats.org/drawingml/2006/main" name="Simple L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401b2ec-7936-4f98-86ff-5ef737f58b9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0127FA9FD6004AB87C3B980CB5D696" ma:contentTypeVersion="14" ma:contentTypeDescription="Create a new document." ma:contentTypeScope="" ma:versionID="53b42363595196d6ec86acfaf5082e91">
  <xsd:schema xmlns:xsd="http://www.w3.org/2001/XMLSchema" xmlns:xs="http://www.w3.org/2001/XMLSchema" xmlns:p="http://schemas.microsoft.com/office/2006/metadata/properties" xmlns:ns2="c4b5fce3-9bbc-4429-8073-3ae7a9bcc677" xmlns:ns3="1401b2ec-7936-4f98-86ff-5ef737f58b9c" targetNamespace="http://schemas.microsoft.com/office/2006/metadata/properties" ma:root="true" ma:fieldsID="34e2b9a236e7c153f7bee726766f873d" ns2:_="" ns3:_="">
    <xsd:import namespace="c4b5fce3-9bbc-4429-8073-3ae7a9bcc677"/>
    <xsd:import namespace="1401b2ec-7936-4f98-86ff-5ef737f58b9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b5fce3-9bbc-4429-8073-3ae7a9bcc67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401b2ec-7936-4f98-86ff-5ef737f58b9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eac797d-9452-442f-b5f7-665479590df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A1C712-36E4-472C-9E89-01DC89F366DC}">
  <ds:schemaRefs>
    <ds:schemaRef ds:uri="http://schemas.microsoft.com/sharepoint/v3/contenttype/forms"/>
  </ds:schemaRefs>
</ds:datastoreItem>
</file>

<file path=customXml/itemProps2.xml><?xml version="1.0" encoding="utf-8"?>
<ds:datastoreItem xmlns:ds="http://schemas.openxmlformats.org/officeDocument/2006/customXml" ds:itemID="{EC610994-6796-415F-8653-E95478AAE5BC}">
  <ds:schemaRefs>
    <ds:schemaRef ds:uri="http://schemas.microsoft.com/office/2006/metadata/properties"/>
    <ds:schemaRef ds:uri="http://schemas.microsoft.com/office/infopath/2007/PartnerControls"/>
    <ds:schemaRef ds:uri="1401b2ec-7936-4f98-86ff-5ef737f58b9c"/>
  </ds:schemaRefs>
</ds:datastoreItem>
</file>

<file path=customXml/itemProps3.xml><?xml version="1.0" encoding="utf-8"?>
<ds:datastoreItem xmlns:ds="http://schemas.openxmlformats.org/officeDocument/2006/customXml" ds:itemID="{A070BB8B-81E1-4B15-825C-C607CCD028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b5fce3-9bbc-4429-8073-3ae7a9bcc677"/>
    <ds:schemaRef ds:uri="1401b2ec-7936-4f98-86ff-5ef737f58b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Gallery</Template>
  <TotalTime>4148</TotalTime>
  <Words>784</Words>
  <Application>Microsoft Office PowerPoint</Application>
  <PresentationFormat>On-screen Show (16:9)</PresentationFormat>
  <Paragraphs>69</Paragraphs>
  <Slides>14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Montserrat</vt:lpstr>
      <vt:lpstr>Muli</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Focus</dc:title>
  <dc:creator>Nghĩa, Trần Công</dc:creator>
  <cp:lastModifiedBy>Lộc, Giang Văn</cp:lastModifiedBy>
  <cp:revision>137</cp:revision>
  <dcterms:modified xsi:type="dcterms:W3CDTF">2026-07-14T01:05:24Z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0x0101004E0127FA9FD6004AB87C3B980CB5D696</vt:lpwstr>
  </property>
  <property fmtid="{D5CDD505-2E9C-101B-9397-08002B2CF9AE}" pid="3" name="MediaServiceImageTags">
    <vt:lpwstr/>
  </property>
</Properties>
</file>