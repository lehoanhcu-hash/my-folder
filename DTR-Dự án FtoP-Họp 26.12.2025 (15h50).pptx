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1" r:id="rId2"/>
    <p:sldId id="339" r:id="rId3"/>
    <p:sldId id="334" r:id="rId4"/>
    <p:sldId id="341" r:id="rId5"/>
    <p:sldId id="349" r:id="rId6"/>
    <p:sldId id="348" r:id="rId7"/>
    <p:sldId id="343" r:id="rId8"/>
    <p:sldId id="354" r:id="rId9"/>
    <p:sldId id="350" r:id="rId10"/>
    <p:sldId id="35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119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5C33EC-42DC-46E0-8384-390C006BAEAF}" v="17" dt="2025-12-26T08:23:57.822"/>
    <p1510:client id="{C4155541-B40E-4C73-9F77-9CED1702D86B}" v="217" dt="2025-12-25T09:33:35.4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47" autoAdjust="0"/>
  </p:normalViewPr>
  <p:slideViewPr>
    <p:cSldViewPr snapToGrid="0">
      <p:cViewPr varScale="1">
        <p:scale>
          <a:sx n="106" d="100"/>
          <a:sy n="106" d="100"/>
        </p:scale>
        <p:origin x="79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h, Hoàng Duy" userId="3a448fcf-317f-4972-a161-06742a14d4c7" providerId="ADAL" clId="{CE1C8B88-0719-4E4A-B0E4-7DC533AE261F}"/>
    <pc:docChg chg="undo custSel addSld delSld modSld">
      <pc:chgData name="Danh, Hoàng Duy" userId="3a448fcf-317f-4972-a161-06742a14d4c7" providerId="ADAL" clId="{CE1C8B88-0719-4E4A-B0E4-7DC533AE261F}" dt="2025-12-26T09:02:54.719" v="604" actId="1076"/>
      <pc:docMkLst>
        <pc:docMk/>
      </pc:docMkLst>
      <pc:sldChg chg="modSp mod">
        <pc:chgData name="Danh, Hoàng Duy" userId="3a448fcf-317f-4972-a161-06742a14d4c7" providerId="ADAL" clId="{CE1C8B88-0719-4E4A-B0E4-7DC533AE261F}" dt="2025-12-26T07:10:52.497" v="136" actId="20577"/>
        <pc:sldMkLst>
          <pc:docMk/>
          <pc:sldMk cId="2965839819" sldId="334"/>
        </pc:sldMkLst>
        <pc:graphicFrameChg chg="modGraphic">
          <ac:chgData name="Danh, Hoàng Duy" userId="3a448fcf-317f-4972-a161-06742a14d4c7" providerId="ADAL" clId="{CE1C8B88-0719-4E4A-B0E4-7DC533AE261F}" dt="2025-12-26T07:10:52.497" v="136" actId="20577"/>
          <ac:graphicFrameMkLst>
            <pc:docMk/>
            <pc:sldMk cId="2965839819" sldId="334"/>
            <ac:graphicFrameMk id="5" creationId="{57F9381F-903D-9D37-4A06-1DB47F9323EF}"/>
          </ac:graphicFrameMkLst>
        </pc:graphicFrameChg>
      </pc:sldChg>
      <pc:sldChg chg="modSp mod">
        <pc:chgData name="Danh, Hoàng Duy" userId="3a448fcf-317f-4972-a161-06742a14d4c7" providerId="ADAL" clId="{CE1C8B88-0719-4E4A-B0E4-7DC533AE261F}" dt="2025-12-26T09:02:05.971" v="589" actId="20577"/>
        <pc:sldMkLst>
          <pc:docMk/>
          <pc:sldMk cId="1821093615" sldId="343"/>
        </pc:sldMkLst>
        <pc:spChg chg="mod">
          <ac:chgData name="Danh, Hoàng Duy" userId="3a448fcf-317f-4972-a161-06742a14d4c7" providerId="ADAL" clId="{CE1C8B88-0719-4E4A-B0E4-7DC533AE261F}" dt="2025-12-26T09:02:05.971" v="589" actId="20577"/>
          <ac:spMkLst>
            <pc:docMk/>
            <pc:sldMk cId="1821093615" sldId="343"/>
            <ac:spMk id="7" creationId="{BC103CE3-F8F1-0F09-4365-F491DB25BC3B}"/>
          </ac:spMkLst>
        </pc:spChg>
        <pc:graphicFrameChg chg="modGraphic">
          <ac:chgData name="Danh, Hoàng Duy" userId="3a448fcf-317f-4972-a161-06742a14d4c7" providerId="ADAL" clId="{CE1C8B88-0719-4E4A-B0E4-7DC533AE261F}" dt="2025-12-26T08:59:43.307" v="441" actId="6549"/>
          <ac:graphicFrameMkLst>
            <pc:docMk/>
            <pc:sldMk cId="1821093615" sldId="343"/>
            <ac:graphicFrameMk id="5" creationId="{77DE64B4-1FC6-1108-FC5E-70ADCD362729}"/>
          </ac:graphicFrameMkLst>
        </pc:graphicFrameChg>
      </pc:sldChg>
      <pc:sldChg chg="addSp delSp modSp mod">
        <pc:chgData name="Danh, Hoàng Duy" userId="3a448fcf-317f-4972-a161-06742a14d4c7" providerId="ADAL" clId="{CE1C8B88-0719-4E4A-B0E4-7DC533AE261F}" dt="2025-12-26T08:23:44.142" v="424" actId="14100"/>
        <pc:sldMkLst>
          <pc:docMk/>
          <pc:sldMk cId="204505325" sldId="348"/>
        </pc:sldMkLst>
        <pc:picChg chg="add mod">
          <ac:chgData name="Danh, Hoàng Duy" userId="3a448fcf-317f-4972-a161-06742a14d4c7" providerId="ADAL" clId="{CE1C8B88-0719-4E4A-B0E4-7DC533AE261F}" dt="2025-12-26T08:23:44.142" v="424" actId="14100"/>
          <ac:picMkLst>
            <pc:docMk/>
            <pc:sldMk cId="204505325" sldId="348"/>
            <ac:picMk id="2" creationId="{A2FB6E02-7D9B-2E22-3F23-7696CB3C2D78}"/>
          </ac:picMkLst>
        </pc:picChg>
        <pc:picChg chg="add del mod">
          <ac:chgData name="Danh, Hoàng Duy" userId="3a448fcf-317f-4972-a161-06742a14d4c7" providerId="ADAL" clId="{CE1C8B88-0719-4E4A-B0E4-7DC533AE261F}" dt="2025-12-26T07:08:52.494" v="127" actId="478"/>
          <ac:picMkLst>
            <pc:docMk/>
            <pc:sldMk cId="204505325" sldId="348"/>
            <ac:picMk id="2" creationId="{A32893D5-0C7B-1433-0B61-284CA2287733}"/>
          </ac:picMkLst>
        </pc:picChg>
        <pc:picChg chg="del mod">
          <ac:chgData name="Danh, Hoàng Duy" userId="3a448fcf-317f-4972-a161-06742a14d4c7" providerId="ADAL" clId="{CE1C8B88-0719-4E4A-B0E4-7DC533AE261F}" dt="2025-12-26T04:25:36.813" v="78" actId="478"/>
          <ac:picMkLst>
            <pc:docMk/>
            <pc:sldMk cId="204505325" sldId="348"/>
            <ac:picMk id="3" creationId="{3BB4BDFE-0F0F-E4E3-5140-924E24C961F4}"/>
          </ac:picMkLst>
        </pc:picChg>
        <pc:picChg chg="del">
          <ac:chgData name="Danh, Hoàng Duy" userId="3a448fcf-317f-4972-a161-06742a14d4c7" providerId="ADAL" clId="{CE1C8B88-0719-4E4A-B0E4-7DC533AE261F}" dt="2025-12-26T07:09:26.500" v="132" actId="478"/>
          <ac:picMkLst>
            <pc:docMk/>
            <pc:sldMk cId="204505325" sldId="348"/>
            <ac:picMk id="6" creationId="{BCB89B5D-D915-F6D4-6F8E-04819B862E3D}"/>
          </ac:picMkLst>
        </pc:picChg>
        <pc:picChg chg="add del mod">
          <ac:chgData name="Danh, Hoàng Duy" userId="3a448fcf-317f-4972-a161-06742a14d4c7" providerId="ADAL" clId="{CE1C8B88-0719-4E4A-B0E4-7DC533AE261F}" dt="2025-12-26T08:23:28.553" v="421" actId="478"/>
          <ac:picMkLst>
            <pc:docMk/>
            <pc:sldMk cId="204505325" sldId="348"/>
            <ac:picMk id="7" creationId="{6231BC95-39FE-F657-250B-922E9268DF82}"/>
          </ac:picMkLst>
        </pc:picChg>
        <pc:picChg chg="add mod">
          <ac:chgData name="Danh, Hoàng Duy" userId="3a448fcf-317f-4972-a161-06742a14d4c7" providerId="ADAL" clId="{CE1C8B88-0719-4E4A-B0E4-7DC533AE261F}" dt="2025-12-26T07:09:36.959" v="135" actId="14100"/>
          <ac:picMkLst>
            <pc:docMk/>
            <pc:sldMk cId="204505325" sldId="348"/>
            <ac:picMk id="8" creationId="{0C7781CC-65DF-75A3-7CDC-2BC5800AF6CC}"/>
          </ac:picMkLst>
        </pc:picChg>
      </pc:sldChg>
      <pc:sldChg chg="addSp delSp modSp mod">
        <pc:chgData name="Danh, Hoàng Duy" userId="3a448fcf-317f-4972-a161-06742a14d4c7" providerId="ADAL" clId="{CE1C8B88-0719-4E4A-B0E4-7DC533AE261F}" dt="2025-12-26T08:24:16.825" v="439" actId="1037"/>
        <pc:sldMkLst>
          <pc:docMk/>
          <pc:sldMk cId="1265566815" sldId="349"/>
        </pc:sldMkLst>
        <pc:picChg chg="add mod">
          <ac:chgData name="Danh, Hoàng Duy" userId="3a448fcf-317f-4972-a161-06742a14d4c7" providerId="ADAL" clId="{CE1C8B88-0719-4E4A-B0E4-7DC533AE261F}" dt="2025-12-26T08:24:16.825" v="439" actId="1037"/>
          <ac:picMkLst>
            <pc:docMk/>
            <pc:sldMk cId="1265566815" sldId="349"/>
            <ac:picMk id="3" creationId="{2D1B4A4C-6E45-9F13-710D-18F412B5797E}"/>
          </ac:picMkLst>
        </pc:picChg>
        <pc:picChg chg="add del">
          <ac:chgData name="Danh, Hoàng Duy" userId="3a448fcf-317f-4972-a161-06742a14d4c7" providerId="ADAL" clId="{CE1C8B88-0719-4E4A-B0E4-7DC533AE261F}" dt="2025-12-26T04:25:03.672" v="70" actId="478"/>
          <ac:picMkLst>
            <pc:docMk/>
            <pc:sldMk cId="1265566815" sldId="349"/>
            <ac:picMk id="3" creationId="{DD63E257-C140-3748-3656-07722C7626D3}"/>
          </ac:picMkLst>
        </pc:picChg>
        <pc:picChg chg="add del mod">
          <ac:chgData name="Danh, Hoàng Duy" userId="3a448fcf-317f-4972-a161-06742a14d4c7" providerId="ADAL" clId="{CE1C8B88-0719-4E4A-B0E4-7DC533AE261F}" dt="2025-12-26T07:08:16.577" v="118" actId="478"/>
          <ac:picMkLst>
            <pc:docMk/>
            <pc:sldMk cId="1265566815" sldId="349"/>
            <ac:picMk id="5" creationId="{4ADFB981-D248-09F1-AC65-6E14927D2469}"/>
          </ac:picMkLst>
        </pc:picChg>
        <pc:picChg chg="add del mod">
          <ac:chgData name="Danh, Hoàng Duy" userId="3a448fcf-317f-4972-a161-06742a14d4c7" providerId="ADAL" clId="{CE1C8B88-0719-4E4A-B0E4-7DC533AE261F}" dt="2025-12-26T08:23:47.140" v="425" actId="478"/>
          <ac:picMkLst>
            <pc:docMk/>
            <pc:sldMk cId="1265566815" sldId="349"/>
            <ac:picMk id="6" creationId="{EE99E9F0-8F22-4119-989F-78752680D0DA}"/>
          </ac:picMkLst>
        </pc:picChg>
        <pc:picChg chg="del">
          <ac:chgData name="Danh, Hoàng Duy" userId="3a448fcf-317f-4972-a161-06742a14d4c7" providerId="ADAL" clId="{CE1C8B88-0719-4E4A-B0E4-7DC533AE261F}" dt="2025-12-26T07:08:34.038" v="122" actId="478"/>
          <ac:picMkLst>
            <pc:docMk/>
            <pc:sldMk cId="1265566815" sldId="349"/>
            <ac:picMk id="7" creationId="{47688CFD-2620-02B4-2872-7E4A01CD7DD2}"/>
          </ac:picMkLst>
        </pc:picChg>
        <pc:picChg chg="add mod">
          <ac:chgData name="Danh, Hoàng Duy" userId="3a448fcf-317f-4972-a161-06742a14d4c7" providerId="ADAL" clId="{CE1C8B88-0719-4E4A-B0E4-7DC533AE261F}" dt="2025-12-26T07:08:49.009" v="126" actId="1076"/>
          <ac:picMkLst>
            <pc:docMk/>
            <pc:sldMk cId="1265566815" sldId="349"/>
            <ac:picMk id="8" creationId="{F67534B6-F8E0-31FD-07BE-2E13C47DC5B8}"/>
          </ac:picMkLst>
        </pc:picChg>
      </pc:sldChg>
      <pc:sldChg chg="del">
        <pc:chgData name="Danh, Hoàng Duy" userId="3a448fcf-317f-4972-a161-06742a14d4c7" providerId="ADAL" clId="{CE1C8B88-0719-4E4A-B0E4-7DC533AE261F}" dt="2025-12-26T07:16:54.111" v="168" actId="47"/>
        <pc:sldMkLst>
          <pc:docMk/>
          <pc:sldMk cId="1870543207" sldId="351"/>
        </pc:sldMkLst>
      </pc:sldChg>
      <pc:sldChg chg="del">
        <pc:chgData name="Danh, Hoàng Duy" userId="3a448fcf-317f-4972-a161-06742a14d4c7" providerId="ADAL" clId="{CE1C8B88-0719-4E4A-B0E4-7DC533AE261F}" dt="2025-12-26T07:16:54.111" v="168" actId="47"/>
        <pc:sldMkLst>
          <pc:docMk/>
          <pc:sldMk cId="1736572211" sldId="353"/>
        </pc:sldMkLst>
      </pc:sldChg>
      <pc:sldChg chg="addSp delSp modSp mod">
        <pc:chgData name="Danh, Hoàng Duy" userId="3a448fcf-317f-4972-a161-06742a14d4c7" providerId="ADAL" clId="{CE1C8B88-0719-4E4A-B0E4-7DC533AE261F}" dt="2025-12-26T09:02:54.719" v="604" actId="1076"/>
        <pc:sldMkLst>
          <pc:docMk/>
          <pc:sldMk cId="2753321664" sldId="354"/>
        </pc:sldMkLst>
        <pc:spChg chg="mod">
          <ac:chgData name="Danh, Hoàng Duy" userId="3a448fcf-317f-4972-a161-06742a14d4c7" providerId="ADAL" clId="{CE1C8B88-0719-4E4A-B0E4-7DC533AE261F}" dt="2025-12-26T07:54:42.752" v="290" actId="14100"/>
          <ac:spMkLst>
            <pc:docMk/>
            <pc:sldMk cId="2753321664" sldId="354"/>
            <ac:spMk id="11" creationId="{B0415DEA-FC4B-330B-5C63-BDFC4B43CBDE}"/>
          </ac:spMkLst>
        </pc:spChg>
        <pc:picChg chg="del">
          <ac:chgData name="Danh, Hoàng Duy" userId="3a448fcf-317f-4972-a161-06742a14d4c7" providerId="ADAL" clId="{CE1C8B88-0719-4E4A-B0E4-7DC533AE261F}" dt="2025-12-26T01:41:47.238" v="0" actId="478"/>
          <ac:picMkLst>
            <pc:docMk/>
            <pc:sldMk cId="2753321664" sldId="354"/>
            <ac:picMk id="2" creationId="{507B990A-EFEB-0DC3-B698-EF74B5C5A7AC}"/>
          </ac:picMkLst>
        </pc:picChg>
        <pc:picChg chg="add del mod">
          <ac:chgData name="Danh, Hoàng Duy" userId="3a448fcf-317f-4972-a161-06742a14d4c7" providerId="ADAL" clId="{CE1C8B88-0719-4E4A-B0E4-7DC533AE261F}" dt="2025-12-26T02:10:17.543" v="50" actId="478"/>
          <ac:picMkLst>
            <pc:docMk/>
            <pc:sldMk cId="2753321664" sldId="354"/>
            <ac:picMk id="3" creationId="{1052EE1F-30CF-1E9A-8F14-47877FAAA3BE}"/>
          </ac:picMkLst>
        </pc:picChg>
        <pc:picChg chg="add del mod">
          <ac:chgData name="Danh, Hoàng Duy" userId="3a448fcf-317f-4972-a161-06742a14d4c7" providerId="ADAL" clId="{CE1C8B88-0719-4E4A-B0E4-7DC533AE261F}" dt="2025-12-26T06:15:07.964" v="82" actId="478"/>
          <ac:picMkLst>
            <pc:docMk/>
            <pc:sldMk cId="2753321664" sldId="354"/>
            <ac:picMk id="3" creationId="{56778791-389C-C18C-0811-33A8B4C56CD3}"/>
          </ac:picMkLst>
        </pc:picChg>
        <pc:picChg chg="add del mod">
          <ac:chgData name="Danh, Hoàng Duy" userId="3a448fcf-317f-4972-a161-06742a14d4c7" providerId="ADAL" clId="{CE1C8B88-0719-4E4A-B0E4-7DC533AE261F}" dt="2025-12-26T07:54:20.854" v="274" actId="478"/>
          <ac:picMkLst>
            <pc:docMk/>
            <pc:sldMk cId="2753321664" sldId="354"/>
            <ac:picMk id="3" creationId="{63B67FF3-7A1D-58D1-E544-1BF373E9D3FA}"/>
          </ac:picMkLst>
        </pc:picChg>
        <pc:picChg chg="add del mod">
          <ac:chgData name="Danh, Hoàng Duy" userId="3a448fcf-317f-4972-a161-06742a14d4c7" providerId="ADAL" clId="{CE1C8B88-0719-4E4A-B0E4-7DC533AE261F}" dt="2025-12-26T01:42:58.304" v="4" actId="478"/>
          <ac:picMkLst>
            <pc:docMk/>
            <pc:sldMk cId="2753321664" sldId="354"/>
            <ac:picMk id="3" creationId="{BD5E37DE-E264-3469-9B24-98CBBBDEC0C2}"/>
          </ac:picMkLst>
        </pc:picChg>
        <pc:picChg chg="add del mod">
          <ac:chgData name="Danh, Hoàng Duy" userId="3a448fcf-317f-4972-a161-06742a14d4c7" providerId="ADAL" clId="{CE1C8B88-0719-4E4A-B0E4-7DC533AE261F}" dt="2025-12-26T01:48:12.448" v="37" actId="478"/>
          <ac:picMkLst>
            <pc:docMk/>
            <pc:sldMk cId="2753321664" sldId="354"/>
            <ac:picMk id="3" creationId="{E1152158-9E13-1C64-C5DC-298DEBC01478}"/>
          </ac:picMkLst>
        </pc:picChg>
        <pc:picChg chg="add del mod">
          <ac:chgData name="Danh, Hoàng Duy" userId="3a448fcf-317f-4972-a161-06742a14d4c7" providerId="ADAL" clId="{CE1C8B88-0719-4E4A-B0E4-7DC533AE261F}" dt="2025-12-26T09:02:34.214" v="600" actId="478"/>
          <ac:picMkLst>
            <pc:docMk/>
            <pc:sldMk cId="2753321664" sldId="354"/>
            <ac:picMk id="3" creationId="{FA721827-695E-F233-0202-E94C4ACACFAC}"/>
          </ac:picMkLst>
        </pc:picChg>
        <pc:picChg chg="add del mod">
          <ac:chgData name="Danh, Hoàng Duy" userId="3a448fcf-317f-4972-a161-06742a14d4c7" providerId="ADAL" clId="{CE1C8B88-0719-4E4A-B0E4-7DC533AE261F}" dt="2025-12-26T01:43:14.353" v="8" actId="478"/>
          <ac:picMkLst>
            <pc:docMk/>
            <pc:sldMk cId="2753321664" sldId="354"/>
            <ac:picMk id="7" creationId="{05144F1F-E473-F823-FDFB-7C25D687B823}"/>
          </ac:picMkLst>
        </pc:picChg>
        <pc:picChg chg="add del mod">
          <ac:chgData name="Danh, Hoàng Duy" userId="3a448fcf-317f-4972-a161-06742a14d4c7" providerId="ADAL" clId="{CE1C8B88-0719-4E4A-B0E4-7DC533AE261F}" dt="2025-12-26T02:08:07.910" v="44" actId="478"/>
          <ac:picMkLst>
            <pc:docMk/>
            <pc:sldMk cId="2753321664" sldId="354"/>
            <ac:picMk id="7" creationId="{AE70F324-1C3D-7666-4806-5F302F5FDC1A}"/>
          </ac:picMkLst>
        </pc:picChg>
        <pc:picChg chg="add del mod">
          <ac:chgData name="Danh, Hoàng Duy" userId="3a448fcf-317f-4972-a161-06742a14d4c7" providerId="ADAL" clId="{CE1C8B88-0719-4E4A-B0E4-7DC533AE261F}" dt="2025-12-26T09:02:17.149" v="590" actId="478"/>
          <ac:picMkLst>
            <pc:docMk/>
            <pc:sldMk cId="2753321664" sldId="354"/>
            <ac:picMk id="7" creationId="{ED454A30-4882-6841-121A-A7B583AEC3EF}"/>
          </ac:picMkLst>
        </pc:picChg>
        <pc:picChg chg="add del mod">
          <ac:chgData name="Danh, Hoàng Duy" userId="3a448fcf-317f-4972-a161-06742a14d4c7" providerId="ADAL" clId="{CE1C8B88-0719-4E4A-B0E4-7DC533AE261F}" dt="2025-12-26T07:14:54.509" v="152" actId="478"/>
          <ac:picMkLst>
            <pc:docMk/>
            <pc:sldMk cId="2753321664" sldId="354"/>
            <ac:picMk id="7" creationId="{ED7252A2-7E68-B4E7-4646-602B47EEBEB7}"/>
          </ac:picMkLst>
        </pc:picChg>
        <pc:picChg chg="add mod">
          <ac:chgData name="Danh, Hoàng Duy" userId="3a448fcf-317f-4972-a161-06742a14d4c7" providerId="ADAL" clId="{CE1C8B88-0719-4E4A-B0E4-7DC533AE261F}" dt="2025-12-26T09:02:54.719" v="604" actId="1076"/>
          <ac:picMkLst>
            <pc:docMk/>
            <pc:sldMk cId="2753321664" sldId="354"/>
            <ac:picMk id="8" creationId="{08CFDFDB-670F-7199-3FAA-5E559EE79EF9}"/>
          </ac:picMkLst>
        </pc:picChg>
        <pc:picChg chg="add del mod">
          <ac:chgData name="Danh, Hoàng Duy" userId="3a448fcf-317f-4972-a161-06742a14d4c7" providerId="ADAL" clId="{CE1C8B88-0719-4E4A-B0E4-7DC533AE261F}" dt="2025-12-26T04:13:14.212" v="63" actId="478"/>
          <ac:picMkLst>
            <pc:docMk/>
            <pc:sldMk cId="2753321664" sldId="354"/>
            <ac:picMk id="8" creationId="{18929F65-F88B-C5E0-9EA2-C3013DDABD14}"/>
          </ac:picMkLst>
        </pc:picChg>
        <pc:picChg chg="add del mod">
          <ac:chgData name="Danh, Hoàng Duy" userId="3a448fcf-317f-4972-a161-06742a14d4c7" providerId="ADAL" clId="{CE1C8B88-0719-4E4A-B0E4-7DC533AE261F}" dt="2025-12-26T01:43:59.482" v="12" actId="478"/>
          <ac:picMkLst>
            <pc:docMk/>
            <pc:sldMk cId="2753321664" sldId="354"/>
            <ac:picMk id="8" creationId="{6DE1267A-B9A8-8735-8C2C-C39072A9F6D7}"/>
          </ac:picMkLst>
        </pc:picChg>
        <pc:picChg chg="add del mod">
          <ac:chgData name="Danh, Hoàng Duy" userId="3a448fcf-317f-4972-a161-06742a14d4c7" providerId="ADAL" clId="{CE1C8B88-0719-4E4A-B0E4-7DC533AE261F}" dt="2025-12-26T01:44:10.028" v="17" actId="478"/>
          <ac:picMkLst>
            <pc:docMk/>
            <pc:sldMk cId="2753321664" sldId="354"/>
            <ac:picMk id="10" creationId="{AF04E033-2438-7512-0535-2B696986FD6C}"/>
          </ac:picMkLst>
        </pc:picChg>
        <pc:picChg chg="add del mod">
          <ac:chgData name="Danh, Hoàng Duy" userId="3a448fcf-317f-4972-a161-06742a14d4c7" providerId="ADAL" clId="{CE1C8B88-0719-4E4A-B0E4-7DC533AE261F}" dt="2025-12-26T07:15:23.931" v="157" actId="478"/>
          <ac:picMkLst>
            <pc:docMk/>
            <pc:sldMk cId="2753321664" sldId="354"/>
            <ac:picMk id="10" creationId="{BDDC10AA-3C5F-E033-DC1E-8E8BCE508C05}"/>
          </ac:picMkLst>
        </pc:picChg>
        <pc:picChg chg="add del mod">
          <ac:chgData name="Danh, Hoàng Duy" userId="3a448fcf-317f-4972-a161-06742a14d4c7" providerId="ADAL" clId="{CE1C8B88-0719-4E4A-B0E4-7DC533AE261F}" dt="2025-12-26T07:16:27.100" v="162" actId="478"/>
          <ac:picMkLst>
            <pc:docMk/>
            <pc:sldMk cId="2753321664" sldId="354"/>
            <ac:picMk id="13" creationId="{779081EB-8505-0BF0-025F-25BCF9E789BA}"/>
          </ac:picMkLst>
        </pc:picChg>
        <pc:picChg chg="add del mod">
          <ac:chgData name="Danh, Hoàng Duy" userId="3a448fcf-317f-4972-a161-06742a14d4c7" providerId="ADAL" clId="{CE1C8B88-0719-4E4A-B0E4-7DC533AE261F}" dt="2025-12-26T01:44:46.456" v="22" actId="478"/>
          <ac:picMkLst>
            <pc:docMk/>
            <pc:sldMk cId="2753321664" sldId="354"/>
            <ac:picMk id="13" creationId="{E067D247-6108-5653-79FA-C5DAFC6D420A}"/>
          </ac:picMkLst>
        </pc:picChg>
        <pc:picChg chg="add del mod">
          <ac:chgData name="Danh, Hoàng Duy" userId="3a448fcf-317f-4972-a161-06742a14d4c7" providerId="ADAL" clId="{CE1C8B88-0719-4E4A-B0E4-7DC533AE261F}" dt="2025-12-26T07:48:18.401" v="269" actId="478"/>
          <ac:picMkLst>
            <pc:docMk/>
            <pc:sldMk cId="2753321664" sldId="354"/>
            <ac:picMk id="15" creationId="{20CF9BEE-824A-463F-A8DC-58244099BCAA}"/>
          </ac:picMkLst>
        </pc:picChg>
        <pc:picChg chg="add del mod">
          <ac:chgData name="Danh, Hoàng Duy" userId="3a448fcf-317f-4972-a161-06742a14d4c7" providerId="ADAL" clId="{CE1C8B88-0719-4E4A-B0E4-7DC533AE261F}" dt="2025-12-26T01:45:23.086" v="27" actId="478"/>
          <ac:picMkLst>
            <pc:docMk/>
            <pc:sldMk cId="2753321664" sldId="354"/>
            <ac:picMk id="15" creationId="{6D137792-5D1A-541E-6DDE-531B094C74D5}"/>
          </ac:picMkLst>
        </pc:picChg>
        <pc:picChg chg="add del mod">
          <ac:chgData name="Danh, Hoàng Duy" userId="3a448fcf-317f-4972-a161-06742a14d4c7" providerId="ADAL" clId="{CE1C8B88-0719-4E4A-B0E4-7DC533AE261F}" dt="2025-12-26T01:47:57.247" v="32" actId="478"/>
          <ac:picMkLst>
            <pc:docMk/>
            <pc:sldMk cId="2753321664" sldId="354"/>
            <ac:picMk id="17" creationId="{D3B36335-6FC9-CD27-9D07-5674A09CC72C}"/>
          </ac:picMkLst>
        </pc:picChg>
      </pc:sldChg>
      <pc:sldChg chg="addSp delSp modSp add mod">
        <pc:chgData name="Danh, Hoàng Duy" userId="3a448fcf-317f-4972-a161-06742a14d4c7" providerId="ADAL" clId="{CE1C8B88-0719-4E4A-B0E4-7DC533AE261F}" dt="2025-12-26T07:34:15.255" v="268"/>
        <pc:sldMkLst>
          <pc:docMk/>
          <pc:sldMk cId="4223962640" sldId="355"/>
        </pc:sldMkLst>
        <pc:spChg chg="del">
          <ac:chgData name="Danh, Hoàng Duy" userId="3a448fcf-317f-4972-a161-06742a14d4c7" providerId="ADAL" clId="{CE1C8B88-0719-4E4A-B0E4-7DC533AE261F}" dt="2025-12-26T07:16:56.161" v="169" actId="478"/>
          <ac:spMkLst>
            <pc:docMk/>
            <pc:sldMk cId="4223962640" sldId="355"/>
            <ac:spMk id="6" creationId="{69F11B64-8C5A-9863-8693-2FB2C16E8CC5}"/>
          </ac:spMkLst>
        </pc:spChg>
        <pc:spChg chg="add mod">
          <ac:chgData name="Danh, Hoàng Duy" userId="3a448fcf-317f-4972-a161-06742a14d4c7" providerId="ADAL" clId="{CE1C8B88-0719-4E4A-B0E4-7DC533AE261F}" dt="2025-12-26T07:31:25.519" v="260" actId="1076"/>
          <ac:spMkLst>
            <pc:docMk/>
            <pc:sldMk cId="4223962640" sldId="355"/>
            <ac:spMk id="13" creationId="{A494AFE9-B24A-7339-D130-C0396B94404D}"/>
          </ac:spMkLst>
        </pc:spChg>
        <pc:picChg chg="add del mod">
          <ac:chgData name="Danh, Hoàng Duy" userId="3a448fcf-317f-4972-a161-06742a14d4c7" providerId="ADAL" clId="{CE1C8B88-0719-4E4A-B0E4-7DC533AE261F}" dt="2025-12-26T07:18:00.790" v="172" actId="478"/>
          <ac:picMkLst>
            <pc:docMk/>
            <pc:sldMk cId="4223962640" sldId="355"/>
            <ac:picMk id="2" creationId="{33B56466-B4F7-13F0-B0BC-2006CAABE7F2}"/>
          </ac:picMkLst>
        </pc:picChg>
        <pc:picChg chg="add del mod">
          <ac:chgData name="Danh, Hoàng Duy" userId="3a448fcf-317f-4972-a161-06742a14d4c7" providerId="ADAL" clId="{CE1C8B88-0719-4E4A-B0E4-7DC533AE261F}" dt="2025-12-26T07:19:20.974" v="177" actId="478"/>
          <ac:picMkLst>
            <pc:docMk/>
            <pc:sldMk cId="4223962640" sldId="355"/>
            <ac:picMk id="5" creationId="{0F2D4617-0A6E-55B6-35F7-4E5CD90EE4A1}"/>
          </ac:picMkLst>
        </pc:picChg>
        <pc:picChg chg="add del mod">
          <ac:chgData name="Danh, Hoàng Duy" userId="3a448fcf-317f-4972-a161-06742a14d4c7" providerId="ADAL" clId="{CE1C8B88-0719-4E4A-B0E4-7DC533AE261F}" dt="2025-12-26T07:20:21.923" v="183" actId="478"/>
          <ac:picMkLst>
            <pc:docMk/>
            <pc:sldMk cId="4223962640" sldId="355"/>
            <ac:picMk id="8" creationId="{265F2BC1-DB1B-1D54-FB24-4864672BC688}"/>
          </ac:picMkLst>
        </pc:picChg>
        <pc:picChg chg="add del mod">
          <ac:chgData name="Danh, Hoàng Duy" userId="3a448fcf-317f-4972-a161-06742a14d4c7" providerId="ADAL" clId="{CE1C8B88-0719-4E4A-B0E4-7DC533AE261F}" dt="2025-12-26T07:30:26.764" v="189" actId="478"/>
          <ac:picMkLst>
            <pc:docMk/>
            <pc:sldMk cId="4223962640" sldId="355"/>
            <ac:picMk id="10" creationId="{13DDF9A9-82EE-7599-F17C-7FB592CA7054}"/>
          </ac:picMkLst>
        </pc:picChg>
        <pc:picChg chg="add del mod">
          <ac:chgData name="Danh, Hoàng Duy" userId="3a448fcf-317f-4972-a161-06742a14d4c7" providerId="ADAL" clId="{CE1C8B88-0719-4E4A-B0E4-7DC533AE261F}" dt="2025-12-26T07:31:35.638" v="261" actId="478"/>
          <ac:picMkLst>
            <pc:docMk/>
            <pc:sldMk cId="4223962640" sldId="355"/>
            <ac:picMk id="12" creationId="{9F0F5489-1F79-8CA4-70F2-B43526398AA0}"/>
          </ac:picMkLst>
        </pc:picChg>
        <pc:picChg chg="add del">
          <ac:chgData name="Danh, Hoàng Duy" userId="3a448fcf-317f-4972-a161-06742a14d4c7" providerId="ADAL" clId="{CE1C8B88-0719-4E4A-B0E4-7DC533AE261F}" dt="2025-12-26T07:32:03.218" v="263" actId="478"/>
          <ac:picMkLst>
            <pc:docMk/>
            <pc:sldMk cId="4223962640" sldId="355"/>
            <ac:picMk id="14" creationId="{522D6AD0-C2E9-CFC5-2A00-C757FF7F130F}"/>
          </ac:picMkLst>
        </pc:picChg>
        <pc:picChg chg="add del">
          <ac:chgData name="Danh, Hoàng Duy" userId="3a448fcf-317f-4972-a161-06742a14d4c7" providerId="ADAL" clId="{CE1C8B88-0719-4E4A-B0E4-7DC533AE261F}" dt="2025-12-26T07:32:44.726" v="265" actId="478"/>
          <ac:picMkLst>
            <pc:docMk/>
            <pc:sldMk cId="4223962640" sldId="355"/>
            <ac:picMk id="15" creationId="{F353715B-6D02-FB08-535E-4B115E3CBBD9}"/>
          </ac:picMkLst>
        </pc:picChg>
        <pc:picChg chg="add del">
          <ac:chgData name="Danh, Hoàng Duy" userId="3a448fcf-317f-4972-a161-06742a14d4c7" providerId="ADAL" clId="{CE1C8B88-0719-4E4A-B0E4-7DC533AE261F}" dt="2025-12-26T07:34:14.156" v="267" actId="478"/>
          <ac:picMkLst>
            <pc:docMk/>
            <pc:sldMk cId="4223962640" sldId="355"/>
            <ac:picMk id="16" creationId="{B19DE747-3790-29B5-8B4C-D9979D6C991F}"/>
          </ac:picMkLst>
        </pc:picChg>
        <pc:picChg chg="add">
          <ac:chgData name="Danh, Hoàng Duy" userId="3a448fcf-317f-4972-a161-06742a14d4c7" providerId="ADAL" clId="{CE1C8B88-0719-4E4A-B0E4-7DC533AE261F}" dt="2025-12-26T07:34:15.255" v="268"/>
          <ac:picMkLst>
            <pc:docMk/>
            <pc:sldMk cId="4223962640" sldId="355"/>
            <ac:picMk id="17" creationId="{463CACE8-7B0A-2F9D-EA3C-F8CD87581E3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061BA-5E24-40F2-9116-15FE5EBB1A3C}" type="datetimeFigureOut">
              <a:rPr lang="en-US" smtClean="0"/>
              <a:t>26/12/2025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E5D0C3-FD46-4AED-A99A-6A7BFD151D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582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594458500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1076325"/>
            <a:ext cx="9567862" cy="53832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594458500_0_149:notes"/>
          <p:cNvSpPr txBox="1">
            <a:spLocks noGrp="1"/>
          </p:cNvSpPr>
          <p:nvPr>
            <p:ph type="body" idx="1"/>
          </p:nvPr>
        </p:nvSpPr>
        <p:spPr>
          <a:xfrm>
            <a:off x="992664" y="6818988"/>
            <a:ext cx="7941310" cy="6460093"/>
          </a:xfrm>
          <a:prstGeom prst="rect">
            <a:avLst/>
          </a:prstGeom>
        </p:spPr>
        <p:txBody>
          <a:bodyPr spcFirstLastPara="1" wrap="square" lIns="138728" tIns="138728" rIns="138728" bIns="138728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958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549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6910F-55E0-8B96-A16D-18A9CF013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7AFD80-BAAF-AB0B-3124-15E673532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42F8F2-39DB-8D34-2CA3-E8E708C3A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404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C33BA-0313-9AD9-6272-4F0F660F0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542BF9-5D89-DFCE-7F6C-3CDC538872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0D2713-0310-949F-8867-979EDF03A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427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1C57B-AC42-EB03-8A3C-CE75B0BA9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BE7A37-EA5F-2B4B-6A49-9D9F63A44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AEFC6A-DC0D-2515-BD54-7C5BA8335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873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6720C-8874-F6A1-DEF7-A2E62BD7D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930E0A-3D70-C32B-10C5-930A36E6D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93D0D3-4A0D-5CC1-7FBB-3504C12BB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5357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C4289-A967-D45C-CB3A-979738FA6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43C9B8-A511-ACE0-073A-13825A271C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E111CB-B66A-9B94-64DA-BF06339CBB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3843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00BBE-D383-6C65-3BD1-9A39E7AED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66C2D1-BA57-1796-367F-E959B39AA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985920-E793-3414-3E83-369E07DE4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3731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99CAA-2BD3-23BF-5261-4D7F08290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0BFEBD-1CBC-942E-1775-2A0334238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9C527F-5550-C292-9A8A-56B8D8EC7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55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0183C-D7AC-D6C0-44B7-3D210D7E9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41508F-4207-C362-DFF9-B56164B2C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1526A-6772-0AF7-7E56-128DBCB08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FC5D4-DF27-E348-82E7-A72D077D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7B82C-7B4A-5AFA-F3B6-FBDB8A24A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183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768E4-B261-90B6-8044-65C9C6A16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E050F-FCDF-668C-DE4B-0A0F75527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D99BA-CD97-7E4A-C6FE-2AA445B67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3B318-F37F-1122-CF13-1F1F81CCD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306F7-2E75-1804-18F8-03B0EAC6C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142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E465F-5A4F-0D6E-DC2B-039DB104F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7DB33-9399-99F9-31D5-F1369FA37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20604-7EB9-1931-CAFA-43E27A289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9DD43-464E-4DA3-A579-E53C15231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4E6A9-47FA-E3B8-D98C-DB44386B9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318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4C634-CDC2-3DFD-026B-38EDCE47E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F6EE5-980D-1820-1D75-69AC952B8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EC9CD5-6B9F-DE30-23C1-2DFC27EBE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E0756-5F76-A70E-D7DF-2CC64AD34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26/12/2025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79B57-B57C-AB58-BC37-63A5C27CE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07088-40A8-E09C-77E5-10E6B474A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735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08AEF-9414-721A-08CE-C02616F47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B7157-3902-3D14-70D9-AB35023AE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221389-76E1-A550-3CE8-004BFFA3D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5D3FE9-CB58-77FF-021E-B14FDE3BF2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23711E-5CE3-E9FB-E729-0A5F7F7FDB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624A4A-AAEF-A3CE-CD54-1F3EA176A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26/12/2025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2F3A21-BDE4-DF68-EB5F-C27BE4DEF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AC2689-5DDF-9DC7-9C0D-048026BFB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130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D1580-C5BE-E9F8-8037-AE658D4DC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C681B5-136A-0472-BA3E-058F56513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26/12/2025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04B11E-62C1-80EC-D7EC-46F9E9636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CC5C4-B4BD-D0BC-FFE4-6A449291F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5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38EB2E-CB86-AB3C-4626-80C3F5F76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26/12/2025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8FC65-4946-0FA3-2E4B-737451381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1F587-D62A-DF35-1DC5-DE06E11F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37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A2C2A-48B4-F3BD-BB39-7C78DFDBC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EBEA3-0283-A229-BA30-75AED5F24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A0EC7F-A397-1FF0-DC5E-EDE5368142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7FE91B-888C-7A50-1A9F-5A9FF2368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26/12/2025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6433A-2189-AC0C-8648-0DB036D63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F80D0-3975-33A9-D628-5AD796B2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448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C2D6B-D517-9B4F-0701-6A73D65DA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B1D118-E295-7268-3223-7481E19CF2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C86465-D490-40F7-6F53-1AB1CFCF8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38BAC2-212E-DA93-2072-169590DAD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26/12/2025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C6A3E-113C-5C77-1689-B3D140C76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CC92C-4D70-2DB4-FCBB-5C7576C86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948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1DC3A-9CE2-E846-5B7C-305F4329F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07560E-F3AF-CD68-6982-BC1FF72DA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6E894-464F-E0BF-037B-90846E6E0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060B4-0006-0483-A864-E19B9B89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6F9CA-73EF-1DC3-BC4A-69D3DFAF1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953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EF3DA9-4F51-DC89-ED73-565014F73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74CBCF-B682-6252-9CCC-BD814EE28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1B238-C10A-0218-9E09-2249BAD9E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1DE6C-4250-45DF-8841-FCDF6F2766B9}" type="datetimeFigureOut">
              <a:rPr lang="en-US" smtClean="0"/>
              <a:t>26/12/2025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5783F-D765-DDAA-EBB0-8307474C0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E56F0-B9D9-F0C6-710C-E61837706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977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493977" y="593367"/>
            <a:ext cx="1128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493967" y="1797867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493977" y="1255367"/>
            <a:ext cx="11280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6108200" y="1797867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434009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body 1" userDrawn="1">
  <p:cSld name="1_Title and body 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493967" y="1797867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 dirty="0"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493977" y="1255367"/>
            <a:ext cx="11280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latin typeface="+mn-lt"/>
                <a:cs typeface="Times New Roman" panose="02020603050405020304" pitchFamily="18" charset="0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6108200" y="1797867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A00CEB-073E-0405-9700-A5666772513A}"/>
              </a:ext>
            </a:extLst>
          </p:cNvPr>
          <p:cNvSpPr/>
          <p:nvPr userDrawn="1"/>
        </p:nvSpPr>
        <p:spPr>
          <a:xfrm>
            <a:off x="0" y="6515081"/>
            <a:ext cx="12192000" cy="342919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2D95F29-BFD2-80BC-4110-94846D2B4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0574" y="6556733"/>
            <a:ext cx="553937" cy="2834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D554874-E025-4583-820E-CA4CA4C050FD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18767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51D805-FE2F-83D6-6349-820B3D7E1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CEEDC-F871-60AE-3CA7-C16DC0E06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43E94-D34F-8785-8A93-496F8363FD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71DE6C-4250-45DF-8841-FCDF6F2766B9}" type="datetimeFigureOut">
              <a:rPr lang="en-US" smtClean="0"/>
              <a:t>26/12/2025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8365C-E5DF-E7DC-5F23-7026FF84FF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42631-79DB-89D0-1033-1A220556F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C888E0-B0F6-4CDF-BEAE-D1D558503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158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16916C-7009-04E1-731D-9E41C40778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4821" y="281585"/>
            <a:ext cx="1593440" cy="244337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1BA8B28-E692-BEAF-1BD6-70F88AC0E91D}"/>
              </a:ext>
            </a:extLst>
          </p:cNvPr>
          <p:cNvGrpSpPr/>
          <p:nvPr/>
        </p:nvGrpSpPr>
        <p:grpSpPr>
          <a:xfrm>
            <a:off x="-9143" y="1102019"/>
            <a:ext cx="12201143" cy="2044186"/>
            <a:chOff x="0" y="2024568"/>
            <a:chExt cx="12201143" cy="204418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0E32C53-F9F6-E860-9F82-A8EA53A25691}"/>
                </a:ext>
              </a:extLst>
            </p:cNvPr>
            <p:cNvSpPr/>
            <p:nvPr/>
          </p:nvSpPr>
          <p:spPr>
            <a:xfrm>
              <a:off x="0" y="2170547"/>
              <a:ext cx="12192000" cy="1752229"/>
            </a:xfrm>
            <a:prstGeom prst="rect">
              <a:avLst/>
            </a:prstGeom>
            <a:solidFill>
              <a:srgbClr val="11930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6" name="Google Shape;170;p19">
              <a:extLst>
                <a:ext uri="{FF2B5EF4-FFF2-40B4-BE49-F238E27FC236}">
                  <a16:creationId xmlns:a16="http://schemas.microsoft.com/office/drawing/2014/main" id="{6D0DFC0C-E3A7-AC85-8C7C-C6BD6BEC71AB}"/>
                </a:ext>
              </a:extLst>
            </p:cNvPr>
            <p:cNvSpPr txBox="1">
              <a:spLocks/>
            </p:cNvSpPr>
            <p:nvPr/>
          </p:nvSpPr>
          <p:spPr>
            <a:xfrm>
              <a:off x="9144" y="2024568"/>
              <a:ext cx="12191999" cy="20441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boto Slab"/>
                <a:buNone/>
                <a:defRPr sz="1800" b="1" i="0" u="none" strike="noStrike" cap="none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defRPr>
              </a:lvl9pPr>
            </a:lstStyle>
            <a:p>
              <a:pPr algn="ctr">
                <a:spcBef>
                  <a:spcPts val="800"/>
                </a:spcBef>
              </a:pPr>
              <a:r>
                <a:rPr lang="en" sz="3200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>CÔNG TY CỔ PHẦN NHỰA TÁI CHẾ DUY TÂN</a:t>
              </a:r>
            </a:p>
            <a:p>
              <a:pPr algn="ctr">
                <a:spcBef>
                  <a:spcPts val="800"/>
                </a:spcBef>
              </a:pPr>
              <a:r>
                <a:rPr lang="en" sz="3200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>BÁO CÁO DỰ ÁN TIỀN KHẢ THI VẢY RA PHÔI (FtoP) </a:t>
              </a:r>
            </a:p>
            <a:p>
              <a:pPr algn="ctr">
                <a:spcBef>
                  <a:spcPts val="800"/>
                </a:spcBef>
              </a:pPr>
              <a:r>
                <a:rPr lang="en" sz="3200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>– SUNTORY PEPSI</a:t>
              </a:r>
              <a:endParaRPr lang="en-US" sz="3200">
                <a:solidFill>
                  <a:schemeClr val="bg1"/>
                </a:solidFill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9" name="Google Shape;111;p13">
            <a:extLst>
              <a:ext uri="{FF2B5EF4-FFF2-40B4-BE49-F238E27FC236}">
                <a16:creationId xmlns:a16="http://schemas.microsoft.com/office/drawing/2014/main" id="{0C454FAF-64C6-8169-39AC-7716333EF97F}"/>
              </a:ext>
            </a:extLst>
          </p:cNvPr>
          <p:cNvSpPr txBox="1">
            <a:spLocks/>
          </p:cNvSpPr>
          <p:nvPr/>
        </p:nvSpPr>
        <p:spPr>
          <a:xfrm>
            <a:off x="0" y="6946069"/>
            <a:ext cx="12209605" cy="107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spcBef>
                <a:spcPts val="800"/>
              </a:spcBef>
              <a:buNone/>
            </a:pPr>
            <a:r>
              <a:rPr lang="vi-VN" sz="1400" i="1">
                <a:latin typeface="Open Sans" panose="020B0606030504020204" pitchFamily="34" charset="0"/>
              </a:rPr>
              <a:t>Ngườ</a:t>
            </a:r>
            <a:r>
              <a:rPr lang="en-US" sz="1400" i="1" err="1">
                <a:latin typeface="Open Sans" panose="020B0606030504020204" pitchFamily="34" charset="0"/>
              </a:rPr>
              <a:t>i</a:t>
            </a:r>
            <a:r>
              <a:rPr lang="en-US" sz="1400" i="1">
                <a:latin typeface="Open Sans" panose="020B0606030504020204" pitchFamily="34" charset="0"/>
              </a:rPr>
              <a:t> </a:t>
            </a:r>
            <a:r>
              <a:rPr lang="en-US" sz="1400" i="1" err="1">
                <a:latin typeface="Open Sans" panose="020B0606030504020204" pitchFamily="34" charset="0"/>
              </a:rPr>
              <a:t>báo</a:t>
            </a:r>
            <a:r>
              <a:rPr lang="en-US" sz="1400" i="1">
                <a:latin typeface="Open Sans" panose="020B0606030504020204" pitchFamily="34" charset="0"/>
              </a:rPr>
              <a:t> </a:t>
            </a:r>
            <a:r>
              <a:rPr lang="en-US" sz="1400" i="1" err="1">
                <a:latin typeface="Open Sans" panose="020B0606030504020204" pitchFamily="34" charset="0"/>
              </a:rPr>
              <a:t>cáo</a:t>
            </a:r>
            <a:r>
              <a:rPr lang="en-US" sz="1400" i="1">
                <a:latin typeface="Open Sans" panose="020B0606030504020204" pitchFamily="34" charset="0"/>
              </a:rPr>
              <a:t>: …</a:t>
            </a:r>
          </a:p>
          <a:p>
            <a:pPr marL="0" indent="0" algn="ctr">
              <a:spcBef>
                <a:spcPts val="800"/>
              </a:spcBef>
              <a:buNone/>
            </a:pPr>
            <a:r>
              <a:rPr lang="vi-VN" sz="1400" i="1">
                <a:latin typeface="Open Sans" panose="020B0606030504020204" pitchFamily="34" charset="0"/>
              </a:rPr>
              <a:t>Ng</a:t>
            </a:r>
            <a:r>
              <a:rPr lang="en-US" sz="1400" i="1" err="1">
                <a:latin typeface="Open Sans" panose="020B0606030504020204" pitchFamily="34" charset="0"/>
              </a:rPr>
              <a:t>ày</a:t>
            </a:r>
            <a:r>
              <a:rPr lang="en-US" sz="1400" i="1">
                <a:latin typeface="Open Sans" panose="020B0606030504020204" pitchFamily="34" charset="0"/>
              </a:rPr>
              <a:t> báo cáo: </a:t>
            </a:r>
            <a:r>
              <a:rPr lang="en-US" sz="1400" b="1" i="1">
                <a:latin typeface="Open Sans" panose="020B0606030504020204" pitchFamily="34" charset="0"/>
              </a:rPr>
              <a:t>…/…/2025</a:t>
            </a:r>
            <a:endParaRPr lang="vi-VN" sz="1400" b="1" i="1"/>
          </a:p>
          <a:p>
            <a:pPr marL="0" indent="0" algn="ctr">
              <a:spcBef>
                <a:spcPts val="800"/>
              </a:spcBef>
              <a:buNone/>
            </a:pPr>
            <a:endParaRPr lang="vi-VN" sz="1400" b="1" i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D02CAF-88A6-3CC4-73F9-7DD1124558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09" r="2009"/>
          <a:stretch/>
        </p:blipFill>
        <p:spPr>
          <a:xfrm>
            <a:off x="7515095" y="3292184"/>
            <a:ext cx="4242172" cy="29318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6" name="Picture 2" descr="Suntory PepsiCo Việt Nam">
            <a:extLst>
              <a:ext uri="{FF2B5EF4-FFF2-40B4-BE49-F238E27FC236}">
                <a16:creationId xmlns:a16="http://schemas.microsoft.com/office/drawing/2014/main" id="{1A954735-5E8A-B518-8BFE-5CC8CC28E9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31" y="6005481"/>
            <a:ext cx="1758806" cy="753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944D6-7AB8-2308-3509-C160B278F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B142A12-2AF3-7A1E-20CE-D6F60B8C3957}"/>
              </a:ext>
            </a:extLst>
          </p:cNvPr>
          <p:cNvGrpSpPr/>
          <p:nvPr/>
        </p:nvGrpSpPr>
        <p:grpSpPr>
          <a:xfrm>
            <a:off x="1941323" y="557492"/>
            <a:ext cx="9376116" cy="478836"/>
            <a:chOff x="4435722" y="1677828"/>
            <a:chExt cx="9378558" cy="47896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DA9DECC-782D-A458-374C-DB9615778680}"/>
                </a:ext>
              </a:extLst>
            </p:cNvPr>
            <p:cNvSpPr/>
            <p:nvPr/>
          </p:nvSpPr>
          <p:spPr>
            <a:xfrm>
              <a:off x="4690885" y="1677828"/>
              <a:ext cx="6465957" cy="447845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2B5E61E-5449-618F-DC0C-C2CAE44337F7}"/>
                </a:ext>
              </a:extLst>
            </p:cNvPr>
            <p:cNvSpPr txBox="1"/>
            <p:nvPr/>
          </p:nvSpPr>
          <p:spPr>
            <a:xfrm>
              <a:off x="4961820" y="1695003"/>
              <a:ext cx="8852460" cy="4617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Các yếu tố giả định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7F21249-D725-DA24-DF7C-8A769543FB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35722" y="1677828"/>
              <a:ext cx="469258" cy="469258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71981" tIns="91416" rIns="71981" bIns="91416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467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4B0228C8-05DA-FEDA-A182-DA8BE4A8BA55}"/>
              </a:ext>
            </a:extLst>
          </p:cNvPr>
          <p:cNvSpPr/>
          <p:nvPr/>
        </p:nvSpPr>
        <p:spPr>
          <a:xfrm>
            <a:off x="0" y="6773"/>
            <a:ext cx="12192000" cy="42870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cs typeface="Times New Roman" panose="02020603050405020304" pitchFamily="18" charset="0"/>
              </a:rPr>
              <a:t>NỘI DUNG</a:t>
            </a:r>
            <a:endParaRPr lang="en-US" sz="2400"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1979D1-FFB3-BD91-FA64-6E5FC01DE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2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CECCFDC-9135-609C-8D51-A9D50B4132DD}"/>
              </a:ext>
            </a:extLst>
          </p:cNvPr>
          <p:cNvGrpSpPr/>
          <p:nvPr/>
        </p:nvGrpSpPr>
        <p:grpSpPr>
          <a:xfrm>
            <a:off x="1941323" y="1396347"/>
            <a:ext cx="7789488" cy="461823"/>
            <a:chOff x="5199122" y="3485630"/>
            <a:chExt cx="7789486" cy="46182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CDFD4E0-9FC7-9854-2C9E-750174446A9E}"/>
                </a:ext>
              </a:extLst>
            </p:cNvPr>
            <p:cNvSpPr/>
            <p:nvPr/>
          </p:nvSpPr>
          <p:spPr>
            <a:xfrm>
              <a:off x="5430963" y="3515548"/>
              <a:ext cx="6464270" cy="401259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rgbClr val="119303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A4049F4-BB92-517F-3E86-0BD1B63B5F33}"/>
                </a:ext>
              </a:extLst>
            </p:cNvPr>
            <p:cNvSpPr txBox="1"/>
            <p:nvPr/>
          </p:nvSpPr>
          <p:spPr>
            <a:xfrm>
              <a:off x="5660091" y="3485630"/>
              <a:ext cx="7328517" cy="4616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Đầu tư CAPEX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827C7B2-634E-AC1E-F650-F3805939B1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99122" y="3495907"/>
              <a:ext cx="451547" cy="451547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71981" tIns="91416" rIns="71981" bIns="91416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467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87EF04A-FF2A-AD70-2274-A3BC450B1551}"/>
              </a:ext>
            </a:extLst>
          </p:cNvPr>
          <p:cNvGrpSpPr/>
          <p:nvPr/>
        </p:nvGrpSpPr>
        <p:grpSpPr>
          <a:xfrm>
            <a:off x="1941323" y="2218189"/>
            <a:ext cx="7589909" cy="474623"/>
            <a:chOff x="4467398" y="5216733"/>
            <a:chExt cx="7589909" cy="47462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B2B6F2-76DE-553D-06A7-1850C3F31A3E}"/>
                </a:ext>
              </a:extLst>
            </p:cNvPr>
            <p:cNvSpPr/>
            <p:nvPr/>
          </p:nvSpPr>
          <p:spPr>
            <a:xfrm>
              <a:off x="4666071" y="5250637"/>
              <a:ext cx="6464271" cy="434434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9" b="1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2EF5D01-995D-3FA3-55DF-FA968C88C329}"/>
                </a:ext>
              </a:extLst>
            </p:cNvPr>
            <p:cNvSpPr txBox="1"/>
            <p:nvPr/>
          </p:nvSpPr>
          <p:spPr>
            <a:xfrm>
              <a:off x="4933065" y="5216733"/>
              <a:ext cx="7124242" cy="4616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Cơ cấu chi phí – VND/Phôi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B8090BA-CA6B-507D-9A29-37886F08BD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67398" y="5225690"/>
              <a:ext cx="465667" cy="465667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71981" tIns="91416" rIns="71981" bIns="91416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467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3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9CDF25E-2923-E4E6-7FF6-CE6DBC21583F}"/>
              </a:ext>
            </a:extLst>
          </p:cNvPr>
          <p:cNvGrpSpPr/>
          <p:nvPr/>
        </p:nvGrpSpPr>
        <p:grpSpPr>
          <a:xfrm>
            <a:off x="1941323" y="3052831"/>
            <a:ext cx="7819089" cy="496135"/>
            <a:chOff x="5162127" y="3458524"/>
            <a:chExt cx="7819089" cy="49613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75F1C82-DA24-B990-DDFB-564567DB9EEE}"/>
                </a:ext>
              </a:extLst>
            </p:cNvPr>
            <p:cNvSpPr/>
            <p:nvPr/>
          </p:nvSpPr>
          <p:spPr>
            <a:xfrm>
              <a:off x="5447627" y="3498308"/>
              <a:ext cx="6464271" cy="434435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rgbClr val="119303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BC6DF5E-6848-9449-7451-16382E5C8B0F}"/>
                </a:ext>
              </a:extLst>
            </p:cNvPr>
            <p:cNvSpPr txBox="1"/>
            <p:nvPr/>
          </p:nvSpPr>
          <p:spPr>
            <a:xfrm>
              <a:off x="5652699" y="3458524"/>
              <a:ext cx="7328517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Cơ cấu chi phí – USD/tấn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893421E-AF1A-829D-A052-96F2CB462D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62127" y="3488992"/>
              <a:ext cx="465667" cy="465667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71981" tIns="91416" rIns="71981" bIns="91416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467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4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D426B1D-6F82-18FA-D478-0AC477A44A3D}"/>
              </a:ext>
            </a:extLst>
          </p:cNvPr>
          <p:cNvGrpSpPr/>
          <p:nvPr/>
        </p:nvGrpSpPr>
        <p:grpSpPr>
          <a:xfrm>
            <a:off x="1941323" y="3908985"/>
            <a:ext cx="7797599" cy="489171"/>
            <a:chOff x="5183618" y="3471882"/>
            <a:chExt cx="7797598" cy="46086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953583F-4DBA-D134-AB9F-26A7FE41DD5F}"/>
                </a:ext>
              </a:extLst>
            </p:cNvPr>
            <p:cNvSpPr/>
            <p:nvPr/>
          </p:nvSpPr>
          <p:spPr>
            <a:xfrm>
              <a:off x="5447627" y="3498308"/>
              <a:ext cx="6464271" cy="434435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rgbClr val="119303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285E834-E39C-0888-6CCF-82156C5E2F75}"/>
                </a:ext>
              </a:extLst>
            </p:cNvPr>
            <p:cNvSpPr txBox="1"/>
            <p:nvPr/>
          </p:nvSpPr>
          <p:spPr>
            <a:xfrm>
              <a:off x="5652699" y="3471882"/>
              <a:ext cx="7328517" cy="43494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Kết luận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12BAF273-06DB-E6A9-0E5F-5E8EBEAA68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83618" y="3495909"/>
              <a:ext cx="434435" cy="4344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71981" tIns="91416" rIns="71981" bIns="91416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467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5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9AE599E-2727-E326-0803-81C6B5BACC0E}"/>
              </a:ext>
            </a:extLst>
          </p:cNvPr>
          <p:cNvGrpSpPr/>
          <p:nvPr/>
        </p:nvGrpSpPr>
        <p:grpSpPr>
          <a:xfrm>
            <a:off x="1941323" y="4758175"/>
            <a:ext cx="7797599" cy="489171"/>
            <a:chOff x="5183618" y="3471882"/>
            <a:chExt cx="7797598" cy="46086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22CE948-BFF6-C243-ACEB-AF0E9C995084}"/>
                </a:ext>
              </a:extLst>
            </p:cNvPr>
            <p:cNvSpPr/>
            <p:nvPr/>
          </p:nvSpPr>
          <p:spPr>
            <a:xfrm>
              <a:off x="5447627" y="3498308"/>
              <a:ext cx="6464271" cy="434435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>
                <a:solidFill>
                  <a:srgbClr val="119303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D1F635F-8F0A-9C1D-4FC4-E79F3D6C2D1C}"/>
                </a:ext>
              </a:extLst>
            </p:cNvPr>
            <p:cNvSpPr txBox="1"/>
            <p:nvPr/>
          </p:nvSpPr>
          <p:spPr>
            <a:xfrm>
              <a:off x="5652699" y="3471882"/>
              <a:ext cx="7328517" cy="43494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400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So sánh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BC7E7C4-55FC-A311-2971-801DB9D694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83618" y="3495909"/>
              <a:ext cx="434435" cy="4344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71981" tIns="91416" rIns="71981" bIns="91416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467" b="1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6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088C131-CF6F-5779-2CEC-7BCE3112F8B5}"/>
              </a:ext>
            </a:extLst>
          </p:cNvPr>
          <p:cNvSpPr txBox="1"/>
          <p:nvPr/>
        </p:nvSpPr>
        <p:spPr>
          <a:xfrm>
            <a:off x="2196420" y="5272848"/>
            <a:ext cx="88501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i="1"/>
              <a:t>So sánh kết quả 3 giá bán</a:t>
            </a:r>
            <a:r>
              <a:rPr lang="en-US" sz="1500" i="1"/>
              <a:t>:</a:t>
            </a:r>
          </a:p>
          <a:p>
            <a:r>
              <a:rPr lang="en-US" sz="1500" i="1"/>
              <a:t>- Giá kế toán đề xuất (1,744 USD/Tấn ~ 680 VND/phôi);</a:t>
            </a:r>
          </a:p>
          <a:p>
            <a:r>
              <a:rPr lang="en-US" sz="1500" i="1"/>
              <a:t>- Giá trung bình giữa giá kế toán đề xuất và Suntory (1,667 USD/tấn ~ 650 VND/phôi);</a:t>
            </a:r>
          </a:p>
          <a:p>
            <a:r>
              <a:rPr lang="en-US" sz="1500" i="1"/>
              <a:t>- Giá Suntory đề xuất (1,564 USD/tấn ~ 610 VND/phôi).</a:t>
            </a:r>
          </a:p>
        </p:txBody>
      </p:sp>
    </p:spTree>
    <p:extLst>
      <p:ext uri="{BB962C8B-B14F-4D97-AF65-F5344CB8AC3E}">
        <p14:creationId xmlns:p14="http://schemas.microsoft.com/office/powerpoint/2010/main" val="3818345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5E896-8772-3934-C602-9E9071914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861ECA3-5A89-C0C3-51C9-9D603C6DD9F5}"/>
              </a:ext>
            </a:extLst>
          </p:cNvPr>
          <p:cNvSpPr/>
          <p:nvPr/>
        </p:nvSpPr>
        <p:spPr>
          <a:xfrm>
            <a:off x="0" y="1"/>
            <a:ext cx="12192000" cy="42870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latin typeface="+mj-lt"/>
                <a:cs typeface="Times New Roman" panose="02020603050405020304" pitchFamily="18" charset="0"/>
              </a:rPr>
              <a:t>1 - GIẢ ĐỊNH</a:t>
            </a:r>
            <a:endParaRPr lang="en-US" sz="24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ACA41-F81B-0759-5734-BC3409F00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7F9381F-903D-9D37-4A06-1DB47F932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74870"/>
              </p:ext>
            </p:extLst>
          </p:nvPr>
        </p:nvGraphicFramePr>
        <p:xfrm>
          <a:off x="45268" y="437764"/>
          <a:ext cx="12095431" cy="605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365">
                  <a:extLst>
                    <a:ext uri="{9D8B030D-6E8A-4147-A177-3AD203B41FA5}">
                      <a16:colId xmlns:a16="http://schemas.microsoft.com/office/drawing/2014/main" val="2824016576"/>
                    </a:ext>
                  </a:extLst>
                </a:gridCol>
                <a:gridCol w="3287707">
                  <a:extLst>
                    <a:ext uri="{9D8B030D-6E8A-4147-A177-3AD203B41FA5}">
                      <a16:colId xmlns:a16="http://schemas.microsoft.com/office/drawing/2014/main" val="266889753"/>
                    </a:ext>
                  </a:extLst>
                </a:gridCol>
                <a:gridCol w="1215299">
                  <a:extLst>
                    <a:ext uri="{9D8B030D-6E8A-4147-A177-3AD203B41FA5}">
                      <a16:colId xmlns:a16="http://schemas.microsoft.com/office/drawing/2014/main" val="3036402878"/>
                    </a:ext>
                  </a:extLst>
                </a:gridCol>
                <a:gridCol w="1138543">
                  <a:extLst>
                    <a:ext uri="{9D8B030D-6E8A-4147-A177-3AD203B41FA5}">
                      <a16:colId xmlns:a16="http://schemas.microsoft.com/office/drawing/2014/main" val="407865332"/>
                    </a:ext>
                  </a:extLst>
                </a:gridCol>
                <a:gridCol w="220672">
                  <a:extLst>
                    <a:ext uri="{9D8B030D-6E8A-4147-A177-3AD203B41FA5}">
                      <a16:colId xmlns:a16="http://schemas.microsoft.com/office/drawing/2014/main" val="2323827819"/>
                    </a:ext>
                  </a:extLst>
                </a:gridCol>
                <a:gridCol w="409365">
                  <a:extLst>
                    <a:ext uri="{9D8B030D-6E8A-4147-A177-3AD203B41FA5}">
                      <a16:colId xmlns:a16="http://schemas.microsoft.com/office/drawing/2014/main" val="1856214054"/>
                    </a:ext>
                  </a:extLst>
                </a:gridCol>
                <a:gridCol w="2200332">
                  <a:extLst>
                    <a:ext uri="{9D8B030D-6E8A-4147-A177-3AD203B41FA5}">
                      <a16:colId xmlns:a16="http://schemas.microsoft.com/office/drawing/2014/main" val="1170826702"/>
                    </a:ext>
                  </a:extLst>
                </a:gridCol>
                <a:gridCol w="1074580">
                  <a:extLst>
                    <a:ext uri="{9D8B030D-6E8A-4147-A177-3AD203B41FA5}">
                      <a16:colId xmlns:a16="http://schemas.microsoft.com/office/drawing/2014/main" val="3722444251"/>
                    </a:ext>
                  </a:extLst>
                </a:gridCol>
                <a:gridCol w="2139568">
                  <a:extLst>
                    <a:ext uri="{9D8B030D-6E8A-4147-A177-3AD203B41FA5}">
                      <a16:colId xmlns:a16="http://schemas.microsoft.com/office/drawing/2014/main" val="4248289800"/>
                    </a:ext>
                  </a:extLst>
                </a:gridCol>
              </a:tblGrid>
              <a:tr h="23006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  <a:latin typeface="Aptos (Body)"/>
                        </a:rPr>
                        <a:t> STT 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  <a:latin typeface="Aptos (Body)"/>
                        </a:rPr>
                        <a:t> GIẢ ĐỊNH 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  <a:latin typeface="Aptos (Body)"/>
                        </a:rPr>
                        <a:t> GIÁ TRỊ 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  <a:latin typeface="Aptos (Body)"/>
                        </a:rPr>
                        <a:t> ĐVT/Ghi chú 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  <a:latin typeface="Aptos (Body)"/>
                        </a:rPr>
                        <a:t> STT 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  <a:latin typeface="Aptos (Body)"/>
                        </a:rPr>
                        <a:t> GIẢ ĐỊNH 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  <a:latin typeface="Aptos (Body)"/>
                        </a:rPr>
                        <a:t> GIÁ TRỊ 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  <a:latin typeface="Aptos (Body)"/>
                        </a:rPr>
                        <a:t> ĐVT/Ghi chú 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656146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1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Thông tin chung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4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Hiệu suất sử dụng máy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85.0%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773385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1.1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Chủ đầu tư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DTR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707670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1.2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Thời gian khai thác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15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Năm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5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Sản lượng sản xuất tối đa</a:t>
                      </a:r>
                      <a:endParaRPr lang="vi-VN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6,000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tấn/năm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653047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1.3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Tổng dự toán đầu tư máy móc thiết bị (VND)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300,749,800,000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VND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i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~    400,000,000</a:t>
                      </a:r>
                      <a:endParaRPr lang="en-US" sz="1000" b="0" i="1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i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phôi/năm</a:t>
                      </a:r>
                      <a:endParaRPr lang="en-US" sz="1000" b="0" i="1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10076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1.4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Tổng dự toán đầu tư máy móc thiết bị (USD)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   11,567,300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USD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872352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1.5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Thời gian khấu hao (PP đường thẳng)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                      12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Năm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6</a:t>
                      </a:r>
                      <a:endParaRPr lang="en-US" sz="10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Sản lượng bán</a:t>
                      </a:r>
                      <a:endParaRPr lang="vi-VN" sz="10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(tấn)</a:t>
                      </a:r>
                      <a:endParaRPr lang="en-US" sz="1000" b="1" i="1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587301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1.6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Tỷ giá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            26,000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6.1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Sản lượng bán năm 1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          3,000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50.0% Sản lượng sản xuất tối đa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804514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1.7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Lạm phát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5.0%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6.2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Sản lượng bán năm 2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          4,200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70.0% Sản lượng sản xuất tối đa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030538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6.3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Sản lượng bán năm 3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          6,000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100.0% Sản lượng sản xuất tối đa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916057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2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Nguồn nguyên vật liệu: Vảy sạch từ chai B1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6.4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Từ năm thứ 4 trở đi bằng với năm 3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911173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2.1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Đơn giá chai B1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16,500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đ/kg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124177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2.2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Đơn giá vảy sạch cho dự án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            24,960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đ/kg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7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Giá bán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             680 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VND/phôi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3324655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i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~    960 </a:t>
                      </a:r>
                      <a:endParaRPr lang="en-US" sz="1000" b="0" i="1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i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USD/tấn</a:t>
                      </a:r>
                      <a:endParaRPr lang="en-US" sz="1000" b="0" i="1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i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~  1,744 </a:t>
                      </a:r>
                      <a:endParaRPr lang="en-US" sz="1000" b="0" i="1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i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USD/tấn</a:t>
                      </a:r>
                      <a:endParaRPr lang="en-US" sz="1000" b="0" i="1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703145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Đơn giá vảy tăng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+2%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/năm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11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1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465923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2.3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Tỷ lệ hao hụt FtoP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7.0%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Đơn giá bán tăng</a:t>
                      </a:r>
                      <a:endParaRPr lang="vi-VN" sz="11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2%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/năm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074126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2.4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Liều lượng phụ gia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0.02%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8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Tỷ lệ chiết khấu/cơ cấu vay</a:t>
                      </a:r>
                      <a:endParaRPr lang="vi-VN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22034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2.5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Đơn giá phụ gia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          949,542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VND/kg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8.1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Vốn vay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70%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4819990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8.2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Vốn tự có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30%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602326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3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Chi phí sản xuất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8.3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Lãi vay trung dài hạn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7.0%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036865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3.1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Nhân công trực tiếp (2 người x 3 ca)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982,800,000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VND/năm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8.4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Thuế suất thuế TNDN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20.0%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484798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3.2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Nhân viên kỹ thuật, QC, kho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5,028,660,000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VND/năm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8.5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Tỷ lệ chiết khấu = WACC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7.3%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963775"/>
                  </a:ext>
                </a:extLst>
              </a:tr>
              <a:tr h="2008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3.3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Chi phí điện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                   765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kwh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757744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3.4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Đơn giá điện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               1,950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đ/kwh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535194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3.5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Chi phí sửa chữa bảo trì (3%*giá trị đầu tư)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9,022,494,000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VND/năm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b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Dự án chưa tính giá trị đầu tư xưởng (khoảng 150 tỷ đồng ~ 6 triệu USD)</a:t>
                      </a:r>
                      <a:endParaRPr lang="vi-VN" sz="10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1732819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3.6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Chi phí vận hành xe điện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552,000,000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VND/năm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8660168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i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1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i="1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(Số xe thuê: 2 với đơn giá thuê 20 triệu/tháng, chi phí điện 3 triệu/xe/tháng)</a:t>
                      </a:r>
                      <a:endParaRPr lang="vi-VN" sz="1000" b="0" i="1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1477320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3.7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Chi phí bao bì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                   315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đ/kg thành phẩm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1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0348799"/>
                  </a:ext>
                </a:extLst>
              </a:tr>
              <a:tr h="2024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3.8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Chi phí thuê xưởng (2.000 m2 * 100.000đ/m2/tháng)</a:t>
                      </a:r>
                      <a:endParaRPr lang="vi-VN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2,400,000,000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VND/năm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72152"/>
                  </a:ext>
                </a:extLst>
              </a:tr>
              <a:tr h="2024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3.9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Chi phí bảo hiểm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0.2%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/tổng tài sản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806134"/>
                  </a:ext>
                </a:extLst>
              </a:tr>
              <a:tr h="1932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3.10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Chi phí vận chuyển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                  4,000,000 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VND/chuyến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solidFill>
                            <a:srgbClr val="0000FF"/>
                          </a:solidFill>
                          <a:effectLst/>
                          <a:latin typeface="Aptos (Body)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FF"/>
                        </a:solidFill>
                        <a:effectLst/>
                        <a:latin typeface="Aptos (Body)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63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5839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53519-31B1-36D1-088A-5730D72A7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F047958-07A6-6FBD-D998-EFB1B2103196}"/>
              </a:ext>
            </a:extLst>
          </p:cNvPr>
          <p:cNvSpPr/>
          <p:nvPr/>
        </p:nvSpPr>
        <p:spPr>
          <a:xfrm>
            <a:off x="0" y="1"/>
            <a:ext cx="12192000" cy="42870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latin typeface="+mj-lt"/>
                <a:cs typeface="Times New Roman" panose="02020603050405020304" pitchFamily="18" charset="0"/>
              </a:rPr>
              <a:t>2 – ĐẦU TƯ CAPEX</a:t>
            </a:r>
            <a:endParaRPr lang="en-US" sz="24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8F18C-0B0A-3CFF-BB08-235E076B9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F6B9377-532C-069A-375B-E9A8CE353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58405"/>
              </p:ext>
            </p:extLst>
          </p:nvPr>
        </p:nvGraphicFramePr>
        <p:xfrm>
          <a:off x="28279" y="479001"/>
          <a:ext cx="5905796" cy="60389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2573">
                  <a:extLst>
                    <a:ext uri="{9D8B030D-6E8A-4147-A177-3AD203B41FA5}">
                      <a16:colId xmlns:a16="http://schemas.microsoft.com/office/drawing/2014/main" val="2779974605"/>
                    </a:ext>
                  </a:extLst>
                </a:gridCol>
                <a:gridCol w="2324366">
                  <a:extLst>
                    <a:ext uri="{9D8B030D-6E8A-4147-A177-3AD203B41FA5}">
                      <a16:colId xmlns:a16="http://schemas.microsoft.com/office/drawing/2014/main" val="3058617682"/>
                    </a:ext>
                  </a:extLst>
                </a:gridCol>
                <a:gridCol w="569860">
                  <a:extLst>
                    <a:ext uri="{9D8B030D-6E8A-4147-A177-3AD203B41FA5}">
                      <a16:colId xmlns:a16="http://schemas.microsoft.com/office/drawing/2014/main" val="2006131230"/>
                    </a:ext>
                  </a:extLst>
                </a:gridCol>
                <a:gridCol w="1341606">
                  <a:extLst>
                    <a:ext uri="{9D8B030D-6E8A-4147-A177-3AD203B41FA5}">
                      <a16:colId xmlns:a16="http://schemas.microsoft.com/office/drawing/2014/main" val="3438268152"/>
                    </a:ext>
                  </a:extLst>
                </a:gridCol>
                <a:gridCol w="1227391">
                  <a:extLst>
                    <a:ext uri="{9D8B030D-6E8A-4147-A177-3AD203B41FA5}">
                      <a16:colId xmlns:a16="http://schemas.microsoft.com/office/drawing/2014/main" val="164665041"/>
                    </a:ext>
                  </a:extLst>
                </a:gridCol>
              </a:tblGrid>
              <a:tr h="354718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solidFill>
                            <a:schemeClr val="bg1"/>
                          </a:solidFill>
                          <a:effectLst/>
                        </a:rPr>
                        <a:t>STT</a:t>
                      </a:r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solidFill>
                            <a:schemeClr val="bg1"/>
                          </a:solidFill>
                          <a:effectLst/>
                        </a:rPr>
                        <a:t>HẠNG MỤC</a:t>
                      </a:r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Số lượng</a:t>
                      </a:r>
                      <a:endParaRPr lang="vi-VN" sz="11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Giá trị đầu tư</a:t>
                      </a:r>
                      <a:endParaRPr lang="vi-VN" sz="11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Giá trị đầu tư</a:t>
                      </a:r>
                      <a:endParaRPr lang="vi-VN" sz="11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007025"/>
                  </a:ext>
                </a:extLst>
              </a:tr>
              <a:tr h="2124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(cái)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u="none" strike="noStrike">
                          <a:solidFill>
                            <a:schemeClr val="bg1"/>
                          </a:solidFill>
                          <a:effectLst/>
                        </a:rPr>
                        <a:t>(VND)</a:t>
                      </a:r>
                      <a:endParaRPr lang="en-US" sz="900" b="0" i="1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u="none" strike="noStrike">
                          <a:solidFill>
                            <a:schemeClr val="bg1"/>
                          </a:solidFill>
                          <a:effectLst/>
                        </a:rPr>
                        <a:t>(USD)</a:t>
                      </a:r>
                      <a:endParaRPr lang="en-US" sz="900" b="0" i="1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194133"/>
                  </a:ext>
                </a:extLst>
              </a:tr>
              <a:tr h="3060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3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TỔNG ĐẦU TƯ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3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300,749,800,000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FF"/>
                          </a:solidFill>
                          <a:effectLst/>
                          <a:latin typeface="Aptos Display" panose="020B0004020202020204" pitchFamily="34" charset="0"/>
                        </a:rPr>
                        <a:t>11,567,300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984996"/>
                  </a:ext>
                </a:extLst>
              </a:tr>
              <a:tr h="2443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1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MÁY MÓC THIẾT BỊ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      284,499,800,000 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10,942,300 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111619"/>
                  </a:ext>
                </a:extLst>
              </a:tr>
              <a:tr h="1959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361149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1.1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Máy móc thiết bị chính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6766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246,389,000,000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9,476,500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491698"/>
                  </a:ext>
                </a:extLst>
              </a:tr>
              <a:tr h="2807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1.1.01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NGR : LSP 1200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128,180,000,000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4,930,000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169616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1.1.02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HyPET400 HPP5e rMtP P120/120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67,277,930,223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2,587,613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25351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1.1.03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Khuôn 15g PCO 1881 128 cavtiy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39,322,069,777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1,512,387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1638242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1.1.04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Chi phí vận chuyển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2,600,000,000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65454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1.1.05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Chi phí lắp đặt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8,580,000,000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330,000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16582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1.1.06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Thuế nhà thầu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429,000,000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16,500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77522"/>
                  </a:ext>
                </a:extLst>
              </a:tr>
              <a:tr h="1959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265259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1.2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Máy móc thiết bị phụ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6766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38,110,800,000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1,465,800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90942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100" u="none" strike="noStrike">
                          <a:effectLst/>
                        </a:rPr>
                        <a:t>Hệ thống nước, khí nén</a:t>
                      </a:r>
                      <a:endParaRPr lang="vi-VN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7,800,000,000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437405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Hệ thống điện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7,800,000,000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031955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Pump system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3,900,000,000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150,000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637502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Camera online check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3,250,000,000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125,000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531266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Chiller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2,600,000,000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441314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Trạm điện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2,600,000,000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615661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Overhead crane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2,600,000,000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299237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1.2.13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Hệ thống điện dự phòng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2,080,000,000 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80,000 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976696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1.2.14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Hệ thống IT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2,080,000,000 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80,000 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683543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Lock unloading preform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1,352,000,000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52,000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964783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Máy nén khí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1,248,000,000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48,000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936945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Cooling tower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780,000,000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7856679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1.2.18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Máy scan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135321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20,800,000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819118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819D7D6-A3AE-9546-C333-9FE108D544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771673"/>
              </p:ext>
            </p:extLst>
          </p:nvPr>
        </p:nvGraphicFramePr>
        <p:xfrm>
          <a:off x="6096000" y="473243"/>
          <a:ext cx="5991225" cy="54016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2573">
                  <a:extLst>
                    <a:ext uri="{9D8B030D-6E8A-4147-A177-3AD203B41FA5}">
                      <a16:colId xmlns:a16="http://schemas.microsoft.com/office/drawing/2014/main" val="2779974605"/>
                    </a:ext>
                  </a:extLst>
                </a:gridCol>
                <a:gridCol w="2617788">
                  <a:extLst>
                    <a:ext uri="{9D8B030D-6E8A-4147-A177-3AD203B41FA5}">
                      <a16:colId xmlns:a16="http://schemas.microsoft.com/office/drawing/2014/main" val="3058617682"/>
                    </a:ext>
                  </a:extLst>
                </a:gridCol>
                <a:gridCol w="569860">
                  <a:extLst>
                    <a:ext uri="{9D8B030D-6E8A-4147-A177-3AD203B41FA5}">
                      <a16:colId xmlns:a16="http://schemas.microsoft.com/office/drawing/2014/main" val="2006131230"/>
                    </a:ext>
                  </a:extLst>
                </a:gridCol>
                <a:gridCol w="1246188">
                  <a:extLst>
                    <a:ext uri="{9D8B030D-6E8A-4147-A177-3AD203B41FA5}">
                      <a16:colId xmlns:a16="http://schemas.microsoft.com/office/drawing/2014/main" val="3438268152"/>
                    </a:ext>
                  </a:extLst>
                </a:gridCol>
                <a:gridCol w="1114816">
                  <a:extLst>
                    <a:ext uri="{9D8B030D-6E8A-4147-A177-3AD203B41FA5}">
                      <a16:colId xmlns:a16="http://schemas.microsoft.com/office/drawing/2014/main" val="164665041"/>
                    </a:ext>
                  </a:extLst>
                </a:gridCol>
              </a:tblGrid>
              <a:tr h="354718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u="none" strike="noStrike">
                          <a:solidFill>
                            <a:schemeClr val="bg1"/>
                          </a:solidFill>
                          <a:effectLst/>
                        </a:rPr>
                        <a:t>STT</a:t>
                      </a:r>
                      <a:endParaRPr lang="en-US" sz="10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HẠNG MỤC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Số lượng</a:t>
                      </a:r>
                      <a:endParaRPr lang="vi-VN" sz="11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Giá trị đầu tư</a:t>
                      </a:r>
                      <a:endParaRPr lang="vi-VN" sz="11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Giá trị đầu tư</a:t>
                      </a:r>
                      <a:endParaRPr lang="vi-VN" sz="1100" b="1" i="0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007025"/>
                  </a:ext>
                </a:extLst>
              </a:tr>
              <a:tr h="2124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chemeClr val="bg1"/>
                          </a:solidFill>
                          <a:effectLst/>
                          <a:latin typeface="Aptos Display" panose="020B0004020202020204" pitchFamily="34" charset="0"/>
                        </a:rPr>
                        <a:t>(cái)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u="none" strike="noStrike">
                          <a:solidFill>
                            <a:schemeClr val="bg1"/>
                          </a:solidFill>
                          <a:effectLst/>
                        </a:rPr>
                        <a:t>(VND)</a:t>
                      </a:r>
                      <a:endParaRPr lang="en-US" sz="900" b="0" i="1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u="none" strike="noStrike">
                          <a:solidFill>
                            <a:schemeClr val="bg1"/>
                          </a:solidFill>
                          <a:effectLst/>
                        </a:rPr>
                        <a:t>(USD)</a:t>
                      </a:r>
                      <a:endParaRPr lang="en-US" sz="900" b="0" i="1" u="none" strike="noStrike">
                        <a:solidFill>
                          <a:schemeClr val="bg1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194133"/>
                  </a:ext>
                </a:extLst>
              </a:tr>
              <a:tr h="3060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3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3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3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3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3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984996"/>
                  </a:ext>
                </a:extLst>
              </a:tr>
              <a:tr h="2443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2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MÁY MÓC THIẾT BỊ PHÒNG LAB</a:t>
                      </a: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16,250,000,000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111619"/>
                  </a:ext>
                </a:extLst>
              </a:tr>
              <a:tr h="1959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900" b="1" i="0" u="none" strike="noStrike">
                        <a:solidFill>
                          <a:srgbClr val="0000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361149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Máy đo IV PSL IV 4603 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5,200,000,000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491698"/>
                  </a:ext>
                </a:extLst>
              </a:tr>
              <a:tr h="2807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Máy đo kích thước tự động Gawis 4D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5,200,000,000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169616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Máy đo AA Piovan Inspecta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3,042,000,000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117,000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25351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Colorimeter/Spectrophotometer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650,000,000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1638242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Melt Flow Index Tester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442,000,000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17,000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65454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 Polarizer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260,000,000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416582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Moisture analyzer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143,000,000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5,500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77522"/>
                  </a:ext>
                </a:extLst>
              </a:tr>
              <a:tr h="19598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Perpendicular Prefrom Thickness Gauge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130,000,000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265259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Calipers with data output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130,000,000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2190942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Radius gauges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130,000,000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437405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Torque tester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130,000,000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031955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Pitch gauges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130,000,000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637502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Thickness, thread, body gauge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130,000,000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531266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Inspection bench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130,000,000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441314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Inspection block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130,000,000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615661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Height Gauge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130,000,000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299237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Digital Scale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  65,000,000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2,500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976696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Thickness Gauge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  52,000,000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683543"/>
                  </a:ext>
                </a:extLst>
              </a:tr>
              <a:tr h="2124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2.19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Black Ligth/UV light</a:t>
                      </a:r>
                    </a:p>
                  </a:txBody>
                  <a:tcPr marL="17145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             26,000,000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1,000 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96478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DDBB5EC-2A55-00D9-0315-1B946BF9B8DB}"/>
              </a:ext>
            </a:extLst>
          </p:cNvPr>
          <p:cNvSpPr txBox="1"/>
          <p:nvPr/>
        </p:nvSpPr>
        <p:spPr>
          <a:xfrm>
            <a:off x="6096000" y="5919428"/>
            <a:ext cx="3728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u="sng"/>
              <a:t>Ghi chú</a:t>
            </a:r>
            <a:r>
              <a:rPr lang="en-US" sz="1000" i="1"/>
              <a:t>: thời gian khấu hao 12 năm</a:t>
            </a:r>
          </a:p>
          <a:p>
            <a:r>
              <a:rPr lang="en-US" sz="1000" i="1">
                <a:solidFill>
                  <a:srgbClr val="FF0000"/>
                </a:solidFill>
              </a:rPr>
              <a:t>Dự án chưa tính với giá trị đầu tư xưởng: 150 tỷ VND ~ 6 triệu USD</a:t>
            </a:r>
          </a:p>
        </p:txBody>
      </p:sp>
    </p:spTree>
    <p:extLst>
      <p:ext uri="{BB962C8B-B14F-4D97-AF65-F5344CB8AC3E}">
        <p14:creationId xmlns:p14="http://schemas.microsoft.com/office/powerpoint/2010/main" val="3334191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E34E4-4E20-C330-86FB-8A170517B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72874-DFE7-451C-67FD-CC1A20FBE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632CCB-120C-AB16-4FDF-725038BF335E}"/>
              </a:ext>
            </a:extLst>
          </p:cNvPr>
          <p:cNvSpPr/>
          <p:nvPr/>
        </p:nvSpPr>
        <p:spPr>
          <a:xfrm>
            <a:off x="0" y="1"/>
            <a:ext cx="12192000" cy="42870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latin typeface="+mj-lt"/>
                <a:cs typeface="Times New Roman" panose="02020603050405020304" pitchFamily="18" charset="0"/>
              </a:rPr>
              <a:t>4 – CƠ CẤU CHI PHÍ – VND/PHÔI</a:t>
            </a:r>
            <a:endParaRPr lang="en-US" sz="240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7534B6-F8E0-31FD-07BE-2E13C47DC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2414" y="775370"/>
            <a:ext cx="3477844" cy="53538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D1B4A4C-6E45-9F13-710D-18F412B579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01" y="775370"/>
            <a:ext cx="6786634" cy="535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566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123AA-5EB9-5561-1398-3418481B0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4DFE3-26E8-9B76-A911-5D0452579A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BCE4A6-C01E-47F2-6723-16F7DAD063FA}"/>
              </a:ext>
            </a:extLst>
          </p:cNvPr>
          <p:cNvSpPr/>
          <p:nvPr/>
        </p:nvSpPr>
        <p:spPr>
          <a:xfrm>
            <a:off x="0" y="1"/>
            <a:ext cx="12192000" cy="42870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latin typeface="+mj-lt"/>
                <a:cs typeface="Times New Roman" panose="02020603050405020304" pitchFamily="18" charset="0"/>
              </a:rPr>
              <a:t>3 – CƠ CẤU CHI PHÍ – USD/TẤN</a:t>
            </a:r>
            <a:endParaRPr lang="en-US" sz="240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7781CC-65DF-75A3-7CDC-2BC5800AF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5993" y="768836"/>
            <a:ext cx="3546886" cy="532032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2FB6E02-7D9B-2E22-3F23-7696CB3C2D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732" y="768836"/>
            <a:ext cx="6817330" cy="532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05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258A3-71E0-D35D-2057-2B61E6CEC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DF21FFF-A06C-9727-39DC-A3FD3CFEEC77}"/>
              </a:ext>
            </a:extLst>
          </p:cNvPr>
          <p:cNvSpPr/>
          <p:nvPr/>
        </p:nvSpPr>
        <p:spPr>
          <a:xfrm>
            <a:off x="0" y="1"/>
            <a:ext cx="12192000" cy="42870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latin typeface="+mj-lt"/>
                <a:cs typeface="Times New Roman" panose="02020603050405020304" pitchFamily="18" charset="0"/>
              </a:rPr>
              <a:t>5 – KẾT LUẬN</a:t>
            </a:r>
            <a:endParaRPr lang="en-US" sz="24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9A5C9-17A1-4612-1F62-B53DAB153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DE64B4-1FC6-1108-FC5E-70ADCD3627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070013"/>
              </p:ext>
            </p:extLst>
          </p:nvPr>
        </p:nvGraphicFramePr>
        <p:xfrm>
          <a:off x="133350" y="529166"/>
          <a:ext cx="846744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5866">
                  <a:extLst>
                    <a:ext uri="{9D8B030D-6E8A-4147-A177-3AD203B41FA5}">
                      <a16:colId xmlns:a16="http://schemas.microsoft.com/office/drawing/2014/main" val="3030802966"/>
                    </a:ext>
                  </a:extLst>
                </a:gridCol>
                <a:gridCol w="4251576">
                  <a:extLst>
                    <a:ext uri="{9D8B030D-6E8A-4147-A177-3AD203B41FA5}">
                      <a16:colId xmlns:a16="http://schemas.microsoft.com/office/drawing/2014/main" val="28495729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CHỈ TIÊU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KẾT QUẢ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552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NPV (Dòng tiền)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231 tỷ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724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IRR (Tỷ suất hoàn vốn nội bộ)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17%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843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DPP (thời gian hoàn vốn)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7 năm 02 tháng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370256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C103CE3-F8F1-0F09-4365-F491DB25BC3B}"/>
              </a:ext>
            </a:extLst>
          </p:cNvPr>
          <p:cNvSpPr txBox="1"/>
          <p:nvPr/>
        </p:nvSpPr>
        <p:spPr>
          <a:xfrm>
            <a:off x="133349" y="2398697"/>
            <a:ext cx="11982451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i="0" u="sng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NHẬN XÉT </a:t>
            </a:r>
            <a:r>
              <a:rPr lang="vi-VN" sz="2000" b="1" i="0" u="sng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DỰ ÁN</a:t>
            </a:r>
            <a:r>
              <a:rPr lang="en-US" sz="2000" b="1" u="sng">
                <a:solidFill>
                  <a:srgbClr val="0000FF"/>
                </a:solidFill>
                <a:latin typeface="Aptos Display" panose="020B0004020202020204" pitchFamily="34" charset="0"/>
              </a:rPr>
              <a:t> – VỚI GIÁ BÁN </a:t>
            </a:r>
            <a:r>
              <a:rPr lang="en-US" sz="2000" b="1" u="sng">
                <a:solidFill>
                  <a:srgbClr val="FF0000"/>
                </a:solidFill>
                <a:latin typeface="Aptos Display" panose="020B0004020202020204" pitchFamily="34" charset="0"/>
              </a:rPr>
              <a:t>680 VND/Phôi </a:t>
            </a:r>
            <a:r>
              <a:rPr lang="en-US" sz="2000" b="1" i="1" u="sng">
                <a:solidFill>
                  <a:srgbClr val="FF0000"/>
                </a:solidFill>
                <a:latin typeface="Aptos Display" panose="020B0004020202020204" pitchFamily="34" charset="0"/>
              </a:rPr>
              <a:t>~ $1,744 USD/Tấn:</a:t>
            </a:r>
            <a:endParaRPr lang="en-US" sz="2000" b="1" i="1" u="sng" strike="noStrike" dirty="0">
              <a:solidFill>
                <a:srgbClr val="FF0000"/>
              </a:solidFill>
              <a:effectLst/>
              <a:latin typeface="Aptos Display" panose="020B0004020202020204" pitchFamily="34" charset="0"/>
            </a:endParaRPr>
          </a:p>
          <a:p>
            <a:br>
              <a:rPr lang="vi-VN" sz="1400" b="1" i="0" u="sng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</a:b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- Dự án mang lại </a:t>
            </a:r>
            <a:r>
              <a:rPr lang="vi-VN" sz="1600" b="1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dòng </a:t>
            </a:r>
            <a:r>
              <a:rPr lang="vi-VN" sz="1600" b="1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tiền</a:t>
            </a:r>
            <a:r>
              <a:rPr lang="vi-VN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vi-VN" sz="1600" b="1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NPV</a:t>
            </a:r>
            <a:r>
              <a:rPr lang="vi-VN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cho công ty </a:t>
            </a:r>
            <a:r>
              <a:rPr lang="vi-VN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là </a:t>
            </a:r>
            <a:r>
              <a:rPr lang="en-US" sz="1600" b="1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231</a:t>
            </a:r>
            <a:r>
              <a:rPr lang="vi-VN" sz="1600" b="1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vi-VN" sz="1600" b="1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tỷ </a:t>
            </a: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(&gt;0): dự án hiệu quả</a:t>
            </a:r>
            <a:br>
              <a:rPr lang="vi-VN" sz="1600" b="1" i="0" u="sng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</a:b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- </a:t>
            </a:r>
            <a:r>
              <a:rPr lang="vi-VN" sz="1600" b="1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Tỷ suất hoàn vốn nội bộ (IRR</a:t>
            </a: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) </a:t>
            </a:r>
            <a:r>
              <a:rPr lang="vi-VN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đạt </a:t>
            </a:r>
            <a:r>
              <a:rPr lang="en-US" sz="1600" b="1">
                <a:solidFill>
                  <a:srgbClr val="0000FF"/>
                </a:solidFill>
                <a:latin typeface="Aptos Display" panose="020B0004020202020204" pitchFamily="34" charset="0"/>
              </a:rPr>
              <a:t>18</a:t>
            </a:r>
            <a:r>
              <a:rPr lang="vi-VN" sz="1600" b="1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%</a:t>
            </a:r>
            <a:r>
              <a:rPr lang="en-US" sz="1600">
                <a:solidFill>
                  <a:srgbClr val="0000FF"/>
                </a:solidFill>
                <a:latin typeface="Aptos Display" panose="020B0004020202020204" pitchFamily="34" charset="0"/>
              </a:rPr>
              <a:t>: </a:t>
            </a:r>
            <a:r>
              <a:rPr lang="vi-VN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dự </a:t>
            </a: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án có tỷ suất tốt</a:t>
            </a:r>
            <a:b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</a:b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- </a:t>
            </a:r>
            <a:r>
              <a:rPr lang="vi-VN" sz="1600" b="1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Thời gian hoàn </a:t>
            </a:r>
            <a:r>
              <a:rPr lang="vi-VN" sz="1600" b="1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vốn (</a:t>
            </a:r>
            <a:r>
              <a:rPr lang="vi-VN" sz="1600" b="1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DPP)</a:t>
            </a: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 </a:t>
            </a:r>
            <a:r>
              <a:rPr lang="vi-VN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đạt </a:t>
            </a:r>
            <a:r>
              <a:rPr lang="en-US" sz="1600" b="1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7 năm 2 tháng</a:t>
            </a:r>
            <a:r>
              <a:rPr lang="vi-VN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: </a:t>
            </a: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dự án thu </a:t>
            </a:r>
            <a:r>
              <a:rPr lang="vi-VN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hồi </a:t>
            </a:r>
            <a:r>
              <a:rPr lang="en-US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trung bình (phần tính toán chưa bao gồm chi phí xây dựng xưởng)</a:t>
            </a:r>
            <a:b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</a:br>
            <a:b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</a:br>
            <a:r>
              <a:rPr lang="vi-VN" sz="1600" b="0" i="0" u="none" strike="noStrike" dirty="0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Tuy nhiên</a:t>
            </a:r>
            <a:r>
              <a:rPr lang="vi-VN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, </a:t>
            </a:r>
            <a:r>
              <a:rPr lang="en-US" sz="1600" b="0" i="0" u="none" strike="noStrike">
                <a:solidFill>
                  <a:srgbClr val="0000FF"/>
                </a:solidFill>
                <a:effectLst/>
                <a:latin typeface="Aptos Display" panose="020B0004020202020204" pitchFamily="34" charset="0"/>
              </a:rPr>
              <a:t>kh</a:t>
            </a:r>
            <a:r>
              <a:rPr lang="en-US" sz="1600">
                <a:solidFill>
                  <a:srgbClr val="0000FF"/>
                </a:solidFill>
                <a:latin typeface="Aptos Display" panose="020B0004020202020204" pitchFamily="34" charset="0"/>
              </a:rPr>
              <a:t>ách hàng </a:t>
            </a:r>
            <a:r>
              <a:rPr lang="en-US" sz="1600" b="1">
                <a:solidFill>
                  <a:srgbClr val="0000FF"/>
                </a:solidFill>
                <a:latin typeface="Aptos Display" panose="020B0004020202020204" pitchFamily="34" charset="0"/>
              </a:rPr>
              <a:t>Suntory</a:t>
            </a:r>
            <a:r>
              <a:rPr lang="en-US" sz="1600">
                <a:solidFill>
                  <a:srgbClr val="0000FF"/>
                </a:solidFill>
                <a:latin typeface="Aptos Display" panose="020B0004020202020204" pitchFamily="34" charset="0"/>
              </a:rPr>
              <a:t> </a:t>
            </a:r>
            <a:r>
              <a:rPr lang="en-US" sz="1600" b="1">
                <a:solidFill>
                  <a:srgbClr val="0000FF"/>
                </a:solidFill>
                <a:latin typeface="Aptos Display" panose="020B0004020202020204" pitchFamily="34" charset="0"/>
              </a:rPr>
              <a:t>mong muốn ký hợp đồng độc quyền</a:t>
            </a:r>
            <a:r>
              <a:rPr lang="en-US" sz="1600">
                <a:solidFill>
                  <a:srgbClr val="0000FF"/>
                </a:solidFill>
                <a:latin typeface="Aptos Display" panose="020B0004020202020204" pitchFamily="34" charset="0"/>
              </a:rPr>
              <a:t> công nghệ hotfill (DTR không được bán phôi cho khách hàng khác) </a:t>
            </a:r>
            <a:r>
              <a:rPr lang="en-US" sz="1600">
                <a:solidFill>
                  <a:srgbClr val="0000FF"/>
                </a:solidFill>
                <a:latin typeface="Aptos Display" panose="020B0004020202020204" pitchFamily="34" charset="0"/>
                <a:sym typeface="Wingdings" panose="05000000000000000000" pitchFamily="2" charset="2"/>
              </a:rPr>
              <a:t> </a:t>
            </a:r>
            <a:r>
              <a:rPr lang="en-US" sz="1600">
                <a:solidFill>
                  <a:srgbClr val="0000FF"/>
                </a:solidFill>
                <a:latin typeface="Aptos Display" panose="020B0004020202020204" pitchFamily="34" charset="0"/>
              </a:rPr>
              <a:t>Cần ký kết hợp đồng </a:t>
            </a:r>
            <a:r>
              <a:rPr lang="en-US" sz="1600" b="1">
                <a:solidFill>
                  <a:srgbClr val="0000FF"/>
                </a:solidFill>
                <a:latin typeface="Aptos Display" panose="020B0004020202020204" pitchFamily="34" charset="0"/>
              </a:rPr>
              <a:t>ràng buộc sản lượng</a:t>
            </a:r>
            <a:r>
              <a:rPr lang="en-US" sz="1600">
                <a:solidFill>
                  <a:srgbClr val="0000FF"/>
                </a:solidFill>
                <a:latin typeface="Aptos Display" panose="020B0004020202020204" pitchFamily="34" charset="0"/>
              </a:rPr>
              <a:t> </a:t>
            </a:r>
            <a:r>
              <a:rPr lang="en-US" sz="1600" b="1">
                <a:solidFill>
                  <a:srgbClr val="0000FF"/>
                </a:solidFill>
                <a:latin typeface="Aptos Display" panose="020B0004020202020204" pitchFamily="34" charset="0"/>
              </a:rPr>
              <a:t>và thời gian </a:t>
            </a:r>
            <a:r>
              <a:rPr lang="en-US" sz="1600">
                <a:solidFill>
                  <a:srgbClr val="0000FF"/>
                </a:solidFill>
                <a:latin typeface="Aptos Display" panose="020B0004020202020204" pitchFamily="34" charset="0"/>
              </a:rPr>
              <a:t>hợp tác.	Bên cạnh đó cũng cần có </a:t>
            </a:r>
            <a:r>
              <a:rPr lang="en-US" sz="1600" b="1">
                <a:solidFill>
                  <a:srgbClr val="0000FF"/>
                </a:solidFill>
                <a:latin typeface="Aptos Display" panose="020B0004020202020204" pitchFamily="34" charset="0"/>
              </a:rPr>
              <a:t>kế hoạch thêm </a:t>
            </a:r>
            <a:r>
              <a:rPr lang="en-US" sz="1600">
                <a:solidFill>
                  <a:srgbClr val="0000FF"/>
                </a:solidFill>
                <a:latin typeface="Aptos Display" panose="020B0004020202020204" pitchFamily="34" charset="0"/>
              </a:rPr>
              <a:t>cho các máy tạo hạt/nâng IV do </a:t>
            </a:r>
            <a:r>
              <a:rPr lang="en-US" sz="1600" b="1">
                <a:solidFill>
                  <a:srgbClr val="0000FF"/>
                </a:solidFill>
                <a:latin typeface="Aptos Display" panose="020B0004020202020204" pitchFamily="34" charset="0"/>
              </a:rPr>
              <a:t>mất lượng hạt </a:t>
            </a:r>
            <a:r>
              <a:rPr lang="en-US" sz="1600" i="1" u="sng">
                <a:solidFill>
                  <a:srgbClr val="0000FF"/>
                </a:solidFill>
                <a:latin typeface="Aptos Display" panose="020B0004020202020204" pitchFamily="34" charset="0"/>
              </a:rPr>
              <a:t>đang bán cho Suntory.</a:t>
            </a:r>
            <a:endParaRPr lang="en-US" sz="1600" i="1" u="sng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093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2BD74-4B62-EDFF-A4BD-66E9373FF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F2A8CC-1E93-D9A9-0546-B8ABC844B359}"/>
              </a:ext>
            </a:extLst>
          </p:cNvPr>
          <p:cNvSpPr/>
          <p:nvPr/>
        </p:nvSpPr>
        <p:spPr>
          <a:xfrm>
            <a:off x="0" y="1"/>
            <a:ext cx="12192000" cy="42870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latin typeface="+mj-lt"/>
                <a:cs typeface="Times New Roman" panose="02020603050405020304" pitchFamily="18" charset="0"/>
              </a:rPr>
              <a:t>6 – SO SÁNH CÁC PHIÊN BẢN GIÁ BÁN</a:t>
            </a:r>
            <a:endParaRPr lang="en-US" sz="24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B019-2327-9646-8934-FA3151D37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0415DEA-FC4B-330B-5C63-BDFC4B43CBDE}"/>
              </a:ext>
            </a:extLst>
          </p:cNvPr>
          <p:cNvSpPr/>
          <p:nvPr/>
        </p:nvSpPr>
        <p:spPr>
          <a:xfrm>
            <a:off x="0" y="5490887"/>
            <a:ext cx="12192000" cy="97777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300" b="1" u="sng">
                <a:solidFill>
                  <a:schemeClr val="tx1"/>
                </a:solidFill>
              </a:rPr>
              <a:t>Nhận xét:</a:t>
            </a:r>
          </a:p>
          <a:p>
            <a:r>
              <a:rPr lang="en-US" sz="1300">
                <a:solidFill>
                  <a:schemeClr val="tx1"/>
                </a:solidFill>
              </a:rPr>
              <a:t>Với giá Suntoty đề xuất là 610 VND/phôi (+ không tính đầu tư xưởng), thời gian hoàn vốn là hơn 12 năm =&gt; </a:t>
            </a:r>
            <a:r>
              <a:rPr lang="en-US" sz="1300" b="1" u="sng">
                <a:solidFill>
                  <a:schemeClr val="tx1"/>
                </a:solidFill>
              </a:rPr>
              <a:t>rủi ro cao. </a:t>
            </a:r>
            <a:r>
              <a:rPr lang="en-US" sz="1300">
                <a:solidFill>
                  <a:schemeClr val="tx1"/>
                </a:solidFill>
              </a:rPr>
              <a:t>Nếu </a:t>
            </a:r>
            <a:r>
              <a:rPr lang="en-US" sz="1300" i="1">
                <a:solidFill>
                  <a:schemeClr val="tx1"/>
                </a:solidFill>
              </a:rPr>
              <a:t>tính xưởng</a:t>
            </a:r>
            <a:r>
              <a:rPr lang="en-US" sz="1300">
                <a:solidFill>
                  <a:schemeClr val="tx1"/>
                </a:solidFill>
              </a:rPr>
              <a:t>, </a:t>
            </a:r>
            <a:r>
              <a:rPr lang="en-US" sz="1300" b="1">
                <a:solidFill>
                  <a:schemeClr val="tx1"/>
                </a:solidFill>
              </a:rPr>
              <a:t>DTR không hoàn vốn.</a:t>
            </a:r>
            <a:endParaRPr lang="en-US" sz="1300" b="1" u="sng">
              <a:solidFill>
                <a:schemeClr val="tx1"/>
              </a:solidFill>
            </a:endParaRPr>
          </a:p>
        </p:txBody>
      </p:sp>
      <p:pic>
        <p:nvPicPr>
          <p:cNvPr id="8" name="Picture 7" descr="A screenshot of a screen&#10;&#10;AI-generated content may be incorrect.">
            <a:extLst>
              <a:ext uri="{FF2B5EF4-FFF2-40B4-BE49-F238E27FC236}">
                <a16:creationId xmlns:a16="http://schemas.microsoft.com/office/drawing/2014/main" id="{08CFDFDB-670F-7199-3FAA-5E559EE79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0552"/>
            <a:ext cx="12192000" cy="495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321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C9424-8EDB-2A9B-56EA-5DD969C88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33FB932-1E03-ABF7-04F4-D5C96C7C5DD2}"/>
              </a:ext>
            </a:extLst>
          </p:cNvPr>
          <p:cNvSpPr/>
          <p:nvPr/>
        </p:nvSpPr>
        <p:spPr>
          <a:xfrm>
            <a:off x="0" y="2516865"/>
            <a:ext cx="12192000" cy="42870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+mj-lt"/>
                <a:cs typeface="Times New Roman" panose="02020603050405020304" pitchFamily="18" charset="0"/>
              </a:rPr>
              <a:t>PHỤ LỤC</a:t>
            </a:r>
            <a:endParaRPr lang="en-US" sz="24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0657D-0C18-909D-9752-9DC982085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438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A0325-F0A5-EFC1-F794-2D57A1C8C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B7F8E-C76D-386D-D539-D7DF66327C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94AFE9-B24A-7339-D130-C0396B94404D}"/>
              </a:ext>
            </a:extLst>
          </p:cNvPr>
          <p:cNvSpPr txBox="1"/>
          <p:nvPr/>
        </p:nvSpPr>
        <p:spPr>
          <a:xfrm>
            <a:off x="0" y="81481"/>
            <a:ext cx="48846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>
                <a:solidFill>
                  <a:srgbClr val="0000FF"/>
                </a:solidFill>
              </a:rPr>
              <a:t>MỘT SỐ CHỈ TIÊU TRỌNG YẾU DỰ ÁN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63CACE8-7B0A-2F9D-EA3C-F8CD87581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2001"/>
            <a:ext cx="12192000" cy="575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962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1040</TotalTime>
  <Words>1433</Words>
  <Application>Microsoft Office PowerPoint</Application>
  <PresentationFormat>Widescreen</PresentationFormat>
  <Paragraphs>514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(Body)</vt:lpstr>
      <vt:lpstr>Aptos Display</vt:lpstr>
      <vt:lpstr>Arial</vt:lpstr>
      <vt:lpstr>Muli</vt:lpstr>
      <vt:lpstr>Open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Danh, Hoàng Duy</dc:creator>
  <cp:lastModifiedBy>Danh, Hoàng Duy</cp:lastModifiedBy>
  <cp:revision>2</cp:revision>
  <dcterms:created xsi:type="dcterms:W3CDTF">2025-12-23T06:45:06Z</dcterms:created>
  <dcterms:modified xsi:type="dcterms:W3CDTF">2025-12-26T09:03:01Z</dcterms:modified>
</cp:coreProperties>
</file>