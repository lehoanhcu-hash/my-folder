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17"/>
  </p:notesMasterIdLst>
  <p:sldIdLst>
    <p:sldId id="9489" r:id="rId5"/>
    <p:sldId id="9530" r:id="rId6"/>
    <p:sldId id="9498" r:id="rId7"/>
    <p:sldId id="9518" r:id="rId8"/>
    <p:sldId id="9516" r:id="rId9"/>
    <p:sldId id="9545" r:id="rId10"/>
    <p:sldId id="9546" r:id="rId11"/>
    <p:sldId id="9547" r:id="rId12"/>
    <p:sldId id="9548" r:id="rId13"/>
    <p:sldId id="9543" r:id="rId14"/>
    <p:sldId id="9544" r:id="rId15"/>
    <p:sldId id="26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119303"/>
    <a:srgbClr val="E6F1E4"/>
    <a:srgbClr val="0000FF"/>
    <a:srgbClr val="9DC3E6"/>
    <a:srgbClr val="C5E0B4"/>
    <a:srgbClr val="FFC000"/>
    <a:srgbClr val="002060"/>
    <a:srgbClr val="BCC0BF"/>
    <a:srgbClr val="B6BE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FF3DEF-D53A-4542-9987-10C2F39D703E}" v="5" dt="2026-03-03T02:18:58.119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420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ương, Phạm Ngọc Phương" userId="55ff104c-68e1-43a2-947e-85ba4c78c96b" providerId="ADAL" clId="{7D79C7DA-0F91-44BA-A4F1-AE44BACC8D3F}"/>
    <pc:docChg chg="undo custSel addSld delSld modSld modMainMaster">
      <pc:chgData name="Phương, Phạm Ngọc Phương" userId="55ff104c-68e1-43a2-947e-85ba4c78c96b" providerId="ADAL" clId="{7D79C7DA-0F91-44BA-A4F1-AE44BACC8D3F}" dt="2026-03-03T02:41:09.974" v="666" actId="20577"/>
      <pc:docMkLst>
        <pc:docMk/>
      </pc:docMkLst>
      <pc:sldChg chg="delSp modSp mod">
        <pc:chgData name="Phương, Phạm Ngọc Phương" userId="55ff104c-68e1-43a2-947e-85ba4c78c96b" providerId="ADAL" clId="{7D79C7DA-0F91-44BA-A4F1-AE44BACC8D3F}" dt="2026-03-03T02:06:31.812" v="116" actId="20577"/>
        <pc:sldMkLst>
          <pc:docMk/>
          <pc:sldMk cId="0" sldId="9489"/>
        </pc:sldMkLst>
        <pc:spChg chg="del">
          <ac:chgData name="Phương, Phạm Ngọc Phương" userId="55ff104c-68e1-43a2-947e-85ba4c78c96b" providerId="ADAL" clId="{7D79C7DA-0F91-44BA-A4F1-AE44BACC8D3F}" dt="2026-03-03T02:03:37.507" v="67" actId="478"/>
          <ac:spMkLst>
            <pc:docMk/>
            <pc:sldMk cId="0" sldId="9489"/>
            <ac:spMk id="4" creationId="{76B82747-FD25-B401-A206-551A19762F30}"/>
          </ac:spMkLst>
        </pc:spChg>
        <pc:spChg chg="mod">
          <ac:chgData name="Phương, Phạm Ngọc Phương" userId="55ff104c-68e1-43a2-947e-85ba4c78c96b" providerId="ADAL" clId="{7D79C7DA-0F91-44BA-A4F1-AE44BACC8D3F}" dt="2026-03-03T02:06:31.812" v="116" actId="20577"/>
          <ac:spMkLst>
            <pc:docMk/>
            <pc:sldMk cId="0" sldId="9489"/>
            <ac:spMk id="6" creationId="{A95E2829-8819-380A-64E5-39E2C825359A}"/>
          </ac:spMkLst>
        </pc:spChg>
        <pc:spChg chg="mod">
          <ac:chgData name="Phương, Phạm Ngọc Phương" userId="55ff104c-68e1-43a2-947e-85ba4c78c96b" providerId="ADAL" clId="{7D79C7DA-0F91-44BA-A4F1-AE44BACC8D3F}" dt="2026-03-03T02:04:13.338" v="104" actId="20577"/>
          <ac:spMkLst>
            <pc:docMk/>
            <pc:sldMk cId="0" sldId="9489"/>
            <ac:spMk id="12" creationId="{3301B1B4-0A12-E443-9E62-37C045EFDA43}"/>
          </ac:spMkLst>
        </pc:spChg>
      </pc:sldChg>
      <pc:sldChg chg="modSp mod">
        <pc:chgData name="Phương, Phạm Ngọc Phương" userId="55ff104c-68e1-43a2-947e-85ba4c78c96b" providerId="ADAL" clId="{7D79C7DA-0F91-44BA-A4F1-AE44BACC8D3F}" dt="2026-03-03T02:28:52.479" v="584" actId="20577"/>
        <pc:sldMkLst>
          <pc:docMk/>
          <pc:sldMk cId="1015120846" sldId="9498"/>
        </pc:sldMkLst>
        <pc:graphicFrameChg chg="modGraphic">
          <ac:chgData name="Phương, Phạm Ngọc Phương" userId="55ff104c-68e1-43a2-947e-85ba4c78c96b" providerId="ADAL" clId="{7D79C7DA-0F91-44BA-A4F1-AE44BACC8D3F}" dt="2026-03-03T02:28:52.479" v="584" actId="20577"/>
          <ac:graphicFrameMkLst>
            <pc:docMk/>
            <pc:sldMk cId="1015120846" sldId="9498"/>
            <ac:graphicFrameMk id="3" creationId="{64D94558-EBDC-DF7D-0EC2-8B1180796CF4}"/>
          </ac:graphicFrameMkLst>
        </pc:graphicFrameChg>
      </pc:sldChg>
      <pc:sldChg chg="delSp modSp mod">
        <pc:chgData name="Phương, Phạm Ngọc Phương" userId="55ff104c-68e1-43a2-947e-85ba4c78c96b" providerId="ADAL" clId="{7D79C7DA-0F91-44BA-A4F1-AE44BACC8D3F}" dt="2026-03-03T02:18:09.726" v="513" actId="20577"/>
        <pc:sldMkLst>
          <pc:docMk/>
          <pc:sldMk cId="3404245567" sldId="9516"/>
        </pc:sldMkLst>
        <pc:spChg chg="del">
          <ac:chgData name="Phương, Phạm Ngọc Phương" userId="55ff104c-68e1-43a2-947e-85ba4c78c96b" providerId="ADAL" clId="{7D79C7DA-0F91-44BA-A4F1-AE44BACC8D3F}" dt="2026-03-03T02:05:53.961" v="107" actId="478"/>
          <ac:spMkLst>
            <pc:docMk/>
            <pc:sldMk cId="3404245567" sldId="9516"/>
            <ac:spMk id="5" creationId="{DC96FA0D-D560-5668-48AF-A3F7634F48DF}"/>
          </ac:spMkLst>
        </pc:spChg>
        <pc:spChg chg="mod">
          <ac:chgData name="Phương, Phạm Ngọc Phương" userId="55ff104c-68e1-43a2-947e-85ba4c78c96b" providerId="ADAL" clId="{7D79C7DA-0F91-44BA-A4F1-AE44BACC8D3F}" dt="2026-03-03T02:18:09.726" v="513" actId="20577"/>
          <ac:spMkLst>
            <pc:docMk/>
            <pc:sldMk cId="3404245567" sldId="9516"/>
            <ac:spMk id="7" creationId="{E17CB9AD-6469-BEA8-A3AE-271017B7BE50}"/>
          </ac:spMkLst>
        </pc:spChg>
        <pc:picChg chg="del">
          <ac:chgData name="Phương, Phạm Ngọc Phương" userId="55ff104c-68e1-43a2-947e-85ba4c78c96b" providerId="ADAL" clId="{7D79C7DA-0F91-44BA-A4F1-AE44BACC8D3F}" dt="2026-03-03T02:04:25.962" v="106" actId="478"/>
          <ac:picMkLst>
            <pc:docMk/>
            <pc:sldMk cId="3404245567" sldId="9516"/>
            <ac:picMk id="3" creationId="{0BF7244B-2A29-65BC-D081-DD69C3B041E0}"/>
          </ac:picMkLst>
        </pc:picChg>
      </pc:sldChg>
      <pc:sldChg chg="del">
        <pc:chgData name="Phương, Phạm Ngọc Phương" userId="55ff104c-68e1-43a2-947e-85ba4c78c96b" providerId="ADAL" clId="{7D79C7DA-0F91-44BA-A4F1-AE44BACC8D3F}" dt="2026-03-03T02:05:57.199" v="108" actId="47"/>
        <pc:sldMkLst>
          <pc:docMk/>
          <pc:sldMk cId="3270653184" sldId="9521"/>
        </pc:sldMkLst>
      </pc:sldChg>
      <pc:sldChg chg="modSp mod">
        <pc:chgData name="Phương, Phạm Ngọc Phương" userId="55ff104c-68e1-43a2-947e-85ba4c78c96b" providerId="ADAL" clId="{7D79C7DA-0F91-44BA-A4F1-AE44BACC8D3F}" dt="2026-03-03T02:41:09.974" v="666" actId="20577"/>
        <pc:sldMkLst>
          <pc:docMk/>
          <pc:sldMk cId="3016888227" sldId="9530"/>
        </pc:sldMkLst>
        <pc:spChg chg="mod">
          <ac:chgData name="Phương, Phạm Ngọc Phương" userId="55ff104c-68e1-43a2-947e-85ba4c78c96b" providerId="ADAL" clId="{7D79C7DA-0F91-44BA-A4F1-AE44BACC8D3F}" dt="2026-03-03T02:41:09.974" v="666" actId="20577"/>
          <ac:spMkLst>
            <pc:docMk/>
            <pc:sldMk cId="3016888227" sldId="9530"/>
            <ac:spMk id="9" creationId="{04C63F45-D019-6EDF-875C-DF2CD89D570C}"/>
          </ac:spMkLst>
        </pc:spChg>
        <pc:spChg chg="mod">
          <ac:chgData name="Phương, Phạm Ngọc Phương" userId="55ff104c-68e1-43a2-947e-85ba4c78c96b" providerId="ADAL" clId="{7D79C7DA-0F91-44BA-A4F1-AE44BACC8D3F}" dt="2026-03-03T02:04:20.561" v="105" actId="20577"/>
          <ac:spMkLst>
            <pc:docMk/>
            <pc:sldMk cId="3016888227" sldId="9530"/>
            <ac:spMk id="19" creationId="{07654DBE-76F7-68FF-FDDC-3E976FD72E2C}"/>
          </ac:spMkLst>
        </pc:spChg>
      </pc:sldChg>
      <pc:sldChg chg="del">
        <pc:chgData name="Phương, Phạm Ngọc Phương" userId="55ff104c-68e1-43a2-947e-85ba4c78c96b" providerId="ADAL" clId="{7D79C7DA-0F91-44BA-A4F1-AE44BACC8D3F}" dt="2026-03-03T02:05:58.302" v="109" actId="47"/>
        <pc:sldMkLst>
          <pc:docMk/>
          <pc:sldMk cId="3910966579" sldId="9536"/>
        </pc:sldMkLst>
      </pc:sldChg>
      <pc:sldChg chg="del">
        <pc:chgData name="Phương, Phạm Ngọc Phương" userId="55ff104c-68e1-43a2-947e-85ba4c78c96b" providerId="ADAL" clId="{7D79C7DA-0F91-44BA-A4F1-AE44BACC8D3F}" dt="2026-03-03T02:06:02.902" v="111" actId="47"/>
        <pc:sldMkLst>
          <pc:docMk/>
          <pc:sldMk cId="1769239966" sldId="9542"/>
        </pc:sldMkLst>
      </pc:sldChg>
      <pc:sldChg chg="delSp modSp mod">
        <pc:chgData name="Phương, Phạm Ngọc Phương" userId="55ff104c-68e1-43a2-947e-85ba4c78c96b" providerId="ADAL" clId="{7D79C7DA-0F91-44BA-A4F1-AE44BACC8D3F}" dt="2026-03-03T02:06:08.366" v="113" actId="20577"/>
        <pc:sldMkLst>
          <pc:docMk/>
          <pc:sldMk cId="1948105215" sldId="9543"/>
        </pc:sldMkLst>
        <pc:spChg chg="mod">
          <ac:chgData name="Phương, Phạm Ngọc Phương" userId="55ff104c-68e1-43a2-947e-85ba4c78c96b" providerId="ADAL" clId="{7D79C7DA-0F91-44BA-A4F1-AE44BACC8D3F}" dt="2026-03-03T02:06:08.366" v="113" actId="20577"/>
          <ac:spMkLst>
            <pc:docMk/>
            <pc:sldMk cId="1948105215" sldId="9543"/>
            <ac:spMk id="7" creationId="{853922ED-C3DB-F625-F338-07A3AB08E348}"/>
          </ac:spMkLst>
        </pc:spChg>
        <pc:picChg chg="del">
          <ac:chgData name="Phương, Phạm Ngọc Phương" userId="55ff104c-68e1-43a2-947e-85ba4c78c96b" providerId="ADAL" clId="{7D79C7DA-0F91-44BA-A4F1-AE44BACC8D3F}" dt="2026-03-03T02:06:05.538" v="112" actId="478"/>
          <ac:picMkLst>
            <pc:docMk/>
            <pc:sldMk cId="1948105215" sldId="9543"/>
            <ac:picMk id="3" creationId="{E88988F0-2633-F17D-EFF7-74FCBD3FA890}"/>
          </ac:picMkLst>
        </pc:picChg>
      </pc:sldChg>
      <pc:sldChg chg="addSp modSp mod">
        <pc:chgData name="Phương, Phạm Ngọc Phương" userId="55ff104c-68e1-43a2-947e-85ba4c78c96b" providerId="ADAL" clId="{7D79C7DA-0F91-44BA-A4F1-AE44BACC8D3F}" dt="2026-03-03T02:38:27.739" v="614" actId="1076"/>
        <pc:sldMkLst>
          <pc:docMk/>
          <pc:sldMk cId="3077889195" sldId="9544"/>
        </pc:sldMkLst>
        <pc:spChg chg="add mod">
          <ac:chgData name="Phương, Phạm Ngọc Phương" userId="55ff104c-68e1-43a2-947e-85ba4c78c96b" providerId="ADAL" clId="{7D79C7DA-0F91-44BA-A4F1-AE44BACC8D3F}" dt="2026-03-03T02:38:27.739" v="614" actId="1076"/>
          <ac:spMkLst>
            <pc:docMk/>
            <pc:sldMk cId="3077889195" sldId="9544"/>
            <ac:spMk id="4" creationId="{EA707581-55B7-DB21-C225-4E0E16259850}"/>
          </ac:spMkLst>
        </pc:spChg>
        <pc:graphicFrameChg chg="mod modGraphic">
          <ac:chgData name="Phương, Phạm Ngọc Phương" userId="55ff104c-68e1-43a2-947e-85ba4c78c96b" providerId="ADAL" clId="{7D79C7DA-0F91-44BA-A4F1-AE44BACC8D3F}" dt="2026-03-03T02:38:22.404" v="613" actId="14100"/>
          <ac:graphicFrameMkLst>
            <pc:docMk/>
            <pc:sldMk cId="3077889195" sldId="9544"/>
            <ac:graphicFrameMk id="3" creationId="{2B0A46FF-A58F-EAE6-228F-1CFAF71E7B45}"/>
          </ac:graphicFrameMkLst>
        </pc:graphicFrameChg>
      </pc:sldChg>
      <pc:sldChg chg="modSp add mod">
        <pc:chgData name="Phương, Phạm Ngọc Phương" userId="55ff104c-68e1-43a2-947e-85ba4c78c96b" providerId="ADAL" clId="{7D79C7DA-0F91-44BA-A4F1-AE44BACC8D3F}" dt="2026-03-03T02:18:50.180" v="543" actId="20577"/>
        <pc:sldMkLst>
          <pc:docMk/>
          <pc:sldMk cId="722633698" sldId="9545"/>
        </pc:sldMkLst>
        <pc:spChg chg="mod">
          <ac:chgData name="Phương, Phạm Ngọc Phương" userId="55ff104c-68e1-43a2-947e-85ba4c78c96b" providerId="ADAL" clId="{7D79C7DA-0F91-44BA-A4F1-AE44BACC8D3F}" dt="2026-03-03T02:18:50.180" v="543" actId="20577"/>
          <ac:spMkLst>
            <pc:docMk/>
            <pc:sldMk cId="722633698" sldId="9545"/>
            <ac:spMk id="7" creationId="{9025A0E2-B7BF-586B-409E-B534BFDFDF6C}"/>
          </ac:spMkLst>
        </pc:spChg>
      </pc:sldChg>
      <pc:sldChg chg="modSp add mod">
        <pc:chgData name="Phương, Phạm Ngọc Phương" userId="55ff104c-68e1-43a2-947e-85ba4c78c96b" providerId="ADAL" clId="{7D79C7DA-0F91-44BA-A4F1-AE44BACC8D3F}" dt="2026-03-03T02:18:52.906" v="545" actId="20577"/>
        <pc:sldMkLst>
          <pc:docMk/>
          <pc:sldMk cId="455939085" sldId="9546"/>
        </pc:sldMkLst>
        <pc:spChg chg="mod">
          <ac:chgData name="Phương, Phạm Ngọc Phương" userId="55ff104c-68e1-43a2-947e-85ba4c78c96b" providerId="ADAL" clId="{7D79C7DA-0F91-44BA-A4F1-AE44BACC8D3F}" dt="2026-03-03T02:18:52.906" v="545" actId="20577"/>
          <ac:spMkLst>
            <pc:docMk/>
            <pc:sldMk cId="455939085" sldId="9546"/>
            <ac:spMk id="7" creationId="{7FCD80F0-139D-4F12-B3EB-E1706AF0C33A}"/>
          </ac:spMkLst>
        </pc:spChg>
      </pc:sldChg>
      <pc:sldChg chg="del">
        <pc:chgData name="Phương, Phạm Ngọc Phương" userId="55ff104c-68e1-43a2-947e-85ba4c78c96b" providerId="ADAL" clId="{7D79C7DA-0F91-44BA-A4F1-AE44BACC8D3F}" dt="2026-03-03T02:06:01.722" v="110" actId="47"/>
        <pc:sldMkLst>
          <pc:docMk/>
          <pc:sldMk cId="3280764851" sldId="9546"/>
        </pc:sldMkLst>
      </pc:sldChg>
      <pc:sldChg chg="del">
        <pc:chgData name="Phương, Phạm Ngọc Phương" userId="55ff104c-68e1-43a2-947e-85ba4c78c96b" providerId="ADAL" clId="{7D79C7DA-0F91-44BA-A4F1-AE44BACC8D3F}" dt="2026-03-03T02:06:10.836" v="114" actId="47"/>
        <pc:sldMkLst>
          <pc:docMk/>
          <pc:sldMk cId="2725648865" sldId="9547"/>
        </pc:sldMkLst>
      </pc:sldChg>
      <pc:sldChg chg="modSp add mod">
        <pc:chgData name="Phương, Phạm Ngọc Phương" userId="55ff104c-68e1-43a2-947e-85ba4c78c96b" providerId="ADAL" clId="{7D79C7DA-0F91-44BA-A4F1-AE44BACC8D3F}" dt="2026-03-03T02:19:03.956" v="560" actId="20577"/>
        <pc:sldMkLst>
          <pc:docMk/>
          <pc:sldMk cId="3946628328" sldId="9547"/>
        </pc:sldMkLst>
        <pc:spChg chg="mod">
          <ac:chgData name="Phương, Phạm Ngọc Phương" userId="55ff104c-68e1-43a2-947e-85ba4c78c96b" providerId="ADAL" clId="{7D79C7DA-0F91-44BA-A4F1-AE44BACC8D3F}" dt="2026-03-03T02:19:03.956" v="560" actId="20577"/>
          <ac:spMkLst>
            <pc:docMk/>
            <pc:sldMk cId="3946628328" sldId="9547"/>
            <ac:spMk id="7" creationId="{4381E1D0-06FF-12B9-FDBA-4BFE7150DBD6}"/>
          </ac:spMkLst>
        </pc:spChg>
      </pc:sldChg>
      <pc:sldChg chg="modSp add mod">
        <pc:chgData name="Phương, Phạm Ngọc Phương" userId="55ff104c-68e1-43a2-947e-85ba4c78c96b" providerId="ADAL" clId="{7D79C7DA-0F91-44BA-A4F1-AE44BACC8D3F}" dt="2026-03-03T02:19:11.970" v="583" actId="20577"/>
        <pc:sldMkLst>
          <pc:docMk/>
          <pc:sldMk cId="3511932593" sldId="9548"/>
        </pc:sldMkLst>
        <pc:spChg chg="mod">
          <ac:chgData name="Phương, Phạm Ngọc Phương" userId="55ff104c-68e1-43a2-947e-85ba4c78c96b" providerId="ADAL" clId="{7D79C7DA-0F91-44BA-A4F1-AE44BACC8D3F}" dt="2026-03-03T02:19:11.970" v="583" actId="20577"/>
          <ac:spMkLst>
            <pc:docMk/>
            <pc:sldMk cId="3511932593" sldId="9548"/>
            <ac:spMk id="7" creationId="{6CB394E9-C2CB-695F-894D-E09E2822F177}"/>
          </ac:spMkLst>
        </pc:spChg>
      </pc:sldChg>
      <pc:sldMasterChg chg="modSp mod">
        <pc:chgData name="Phương, Phạm Ngọc Phương" userId="55ff104c-68e1-43a2-947e-85ba4c78c96b" providerId="ADAL" clId="{7D79C7DA-0F91-44BA-A4F1-AE44BACC8D3F}" dt="2026-03-03T02:17:57.646" v="498" actId="20577"/>
        <pc:sldMasterMkLst>
          <pc:docMk/>
          <pc:sldMasterMk cId="0" sldId="2147483687"/>
        </pc:sldMasterMkLst>
        <pc:spChg chg="mod">
          <ac:chgData name="Phương, Phạm Ngọc Phương" userId="55ff104c-68e1-43a2-947e-85ba4c78c96b" providerId="ADAL" clId="{7D79C7DA-0F91-44BA-A4F1-AE44BACC8D3F}" dt="2026-03-03T02:17:57.646" v="498" actId="20577"/>
          <ac:spMkLst>
            <pc:docMk/>
            <pc:sldMasterMk cId="0" sldId="2147483687"/>
            <ac:spMk id="3" creationId="{C2BD413E-6D8B-D863-FB26-12E78FF115C8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71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79450"/>
            <a:ext cx="6037263" cy="3397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676791" y="4303483"/>
            <a:ext cx="5414327" cy="4076984"/>
          </a:xfrm>
          <a:prstGeom prst="rect">
            <a:avLst/>
          </a:prstGeom>
        </p:spPr>
        <p:txBody>
          <a:bodyPr spcFirstLastPara="1" wrap="square" lIns="90438" tIns="90438" rIns="90438" bIns="9043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24546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7;p10">
            <a:extLst>
              <a:ext uri="{FF2B5EF4-FFF2-40B4-BE49-F238E27FC236}">
                <a16:creationId xmlns:a16="http://schemas.microsoft.com/office/drawing/2014/main" id="{6DB2F55B-87A0-4916-ABC0-83FF8C89DDCD}"/>
              </a:ext>
            </a:extLst>
          </p:cNvPr>
          <p:cNvSpPr/>
          <p:nvPr userDrawn="1"/>
        </p:nvSpPr>
        <p:spPr bwMode="ltGray">
          <a:xfrm rot="5400000">
            <a:off x="4879976" y="879477"/>
            <a:ext cx="158747" cy="8369300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C2BD413E-6D8B-D863-FB26-12E78FF115C8}"/>
              </a:ext>
            </a:extLst>
          </p:cNvPr>
          <p:cNvSpPr txBox="1">
            <a:spLocks/>
          </p:cNvSpPr>
          <p:nvPr userDrawn="1"/>
        </p:nvSpPr>
        <p:spPr>
          <a:xfrm>
            <a:off x="8615580" y="485404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 dirty="0"/>
              <a:t>/</a:t>
            </a:r>
            <a:r>
              <a:rPr lang="en-US" dirty="0"/>
              <a:t>8</a:t>
            </a:r>
            <a:endParaRPr lang="en" dirty="0"/>
          </a:p>
        </p:txBody>
      </p:sp>
      <p:pic>
        <p:nvPicPr>
          <p:cNvPr id="8" name="Picture 7" descr="A green and grey recycle sign&#10;&#10;Description automatically generated">
            <a:extLst>
              <a:ext uri="{FF2B5EF4-FFF2-40B4-BE49-F238E27FC236}">
                <a16:creationId xmlns:a16="http://schemas.microsoft.com/office/drawing/2014/main" id="{65F13E22-2991-BE3C-0896-571727341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631" y="72531"/>
            <a:ext cx="1085317" cy="237744"/>
          </a:xfrm>
          <a:prstGeom prst="rect">
            <a:avLst/>
          </a:prstGeom>
        </p:spPr>
      </p:pic>
      <p:pic>
        <p:nvPicPr>
          <p:cNvPr id="13" name="Picture 12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4C71697-C97A-D229-56B0-E6A27BC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6" y="4976803"/>
            <a:ext cx="731520" cy="1602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D2296-3E8A-8D70-7AB9-42A476EB62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76872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0" y="477930"/>
            <a:ext cx="9144000" cy="4489583"/>
            <a:chOff x="0" y="477930"/>
            <a:chExt cx="9144000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1" y="776455"/>
              <a:ext cx="914399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BÁO CÁO HOẠT ĐỘNG</a:t>
              </a:r>
            </a:p>
            <a:p>
              <a:pPr algn="ctr"/>
              <a:r>
                <a:rPr lang="en-US" sz="3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TÀI CHÍNH KẾ TOÁN</a:t>
              </a:r>
            </a:p>
            <a:p>
              <a:pPr algn="ctr"/>
              <a:r>
                <a:rPr lang="en-US" sz="28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Tuần</a:t>
              </a:r>
              <a:r>
                <a:rPr lang="en-US" sz="28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 10 - 2026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18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Ngày: 02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3/202</a:t>
              </a:r>
              <a:r>
                <a:rPr lang="vi-VN" sz="12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2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" y="112065"/>
            <a:ext cx="1168802" cy="256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05BE-EC3A-3267-6F64-0F2BCDD2B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49A507-E788-2541-5793-AC10A16E264C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Các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nội</a:t>
            </a: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 dung </a:t>
            </a:r>
            <a:r>
              <a:rPr lang="en-US" sz="2600" b="1" err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chính</a:t>
            </a:r>
            <a:endParaRPr lang="en-US" sz="2600" b="1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83E500C-A9D3-CDAE-E6A1-E9A4AAE16290}"/>
              </a:ext>
            </a:extLst>
          </p:cNvPr>
          <p:cNvGrpSpPr/>
          <p:nvPr/>
        </p:nvGrpSpPr>
        <p:grpSpPr>
          <a:xfrm>
            <a:off x="1399381" y="3837827"/>
            <a:ext cx="7380182" cy="963597"/>
            <a:chOff x="1915376" y="4290449"/>
            <a:chExt cx="6889721" cy="96359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3205817-A4AE-A251-6E5C-16C9F872D600}"/>
                </a:ext>
              </a:extLst>
            </p:cNvPr>
            <p:cNvSpPr txBox="1"/>
            <p:nvPr/>
          </p:nvSpPr>
          <p:spPr>
            <a:xfrm>
              <a:off x="2622602" y="4290449"/>
              <a:ext cx="6182495" cy="9635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4. Các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công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việc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đang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triển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khai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>
                  <a:latin typeface="Montserrat" panose="00000500000000000000" pitchFamily="2" charset="0"/>
                </a:rPr>
                <a:t>-&gt; </a:t>
              </a:r>
              <a:r>
                <a:rPr lang="en-US" sz="2000" dirty="0">
                  <a:solidFill>
                    <a:srgbClr val="00B0F0"/>
                  </a:solidFill>
                  <a:latin typeface="Montserrat" panose="00000500000000000000" pitchFamily="2" charset="0"/>
                </a:rPr>
                <a:t>Cư, </a:t>
              </a:r>
              <a:r>
                <a:rPr lang="en-US" sz="2000" dirty="0">
                  <a:solidFill>
                    <a:srgbClr val="3399FF"/>
                  </a:solidFill>
                  <a:latin typeface="Montserrat" panose="00000500000000000000" pitchFamily="2" charset="0"/>
                </a:rPr>
                <a:t>Tâm </a:t>
              </a:r>
              <a:r>
                <a:rPr lang="en-US" sz="2000" dirty="0" err="1">
                  <a:solidFill>
                    <a:srgbClr val="3399FF"/>
                  </a:solidFill>
                  <a:latin typeface="Montserrat" panose="00000500000000000000" pitchFamily="2" charset="0"/>
                </a:rPr>
                <a:t>và</a:t>
              </a:r>
              <a:r>
                <a:rPr lang="en-US" sz="2000" dirty="0">
                  <a:solidFill>
                    <a:srgbClr val="3399FF"/>
                  </a:solidFill>
                  <a:latin typeface="Montserrat" panose="00000500000000000000" pitchFamily="2" charset="0"/>
                </a:rPr>
                <a:t> Lộc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 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E2650D-171A-6DBF-4A82-6EEC6CD7E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5376" y="4398712"/>
              <a:ext cx="341453" cy="341453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2071581-EDE2-80AA-F007-6F6F986B8C59}"/>
              </a:ext>
            </a:extLst>
          </p:cNvPr>
          <p:cNvGrpSpPr/>
          <p:nvPr/>
        </p:nvGrpSpPr>
        <p:grpSpPr>
          <a:xfrm>
            <a:off x="1392181" y="969341"/>
            <a:ext cx="7316290" cy="501932"/>
            <a:chOff x="1915376" y="364649"/>
            <a:chExt cx="6830074" cy="5019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2B67923-33D4-C45A-BBEF-2DA902C85991}"/>
                </a:ext>
              </a:extLst>
            </p:cNvPr>
            <p:cNvSpPr txBox="1"/>
            <p:nvPr/>
          </p:nvSpPr>
          <p:spPr>
            <a:xfrm>
              <a:off x="2589575" y="364649"/>
              <a:ext cx="6155875" cy="501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2. </a:t>
              </a:r>
              <a:r>
                <a:rPr lang="en-US" sz="2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Hoạt</a:t>
              </a:r>
              <a:r>
                <a:rPr lang="en-US" sz="2000" b="1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b="1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động</a:t>
              </a:r>
              <a:endParaRPr lang="en-US" sz="2000" b="1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8024B47F-DD28-439F-C421-DD0C73E5B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5376" y="488305"/>
              <a:ext cx="341453" cy="341453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28C07FB-6ED8-E994-53AE-507DCB730E5A}"/>
              </a:ext>
            </a:extLst>
          </p:cNvPr>
          <p:cNvGrpSpPr/>
          <p:nvPr/>
        </p:nvGrpSpPr>
        <p:grpSpPr>
          <a:xfrm>
            <a:off x="1399381" y="505481"/>
            <a:ext cx="7541078" cy="501932"/>
            <a:chOff x="1915376" y="3491679"/>
            <a:chExt cx="7039923" cy="501932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5A50883-7107-0D36-5048-50915D8D389C}"/>
                </a:ext>
              </a:extLst>
            </p:cNvPr>
            <p:cNvSpPr txBox="1"/>
            <p:nvPr/>
          </p:nvSpPr>
          <p:spPr>
            <a:xfrm>
              <a:off x="2606090" y="3491679"/>
              <a:ext cx="6349209" cy="501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1.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Tổng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quan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>
                  <a:solidFill>
                    <a:srgbClr val="FF0000"/>
                  </a:solidFill>
                  <a:latin typeface="Montserrat" panose="00000500000000000000" pitchFamily="2" charset="0"/>
                </a:rPr>
                <a:t>-&gt; Cư, Tâm </a:t>
              </a:r>
              <a:r>
                <a:rPr lang="en-US" sz="2000" dirty="0" err="1">
                  <a:solidFill>
                    <a:srgbClr val="FF0000"/>
                  </a:solidFill>
                  <a:latin typeface="Montserrat" panose="00000500000000000000" pitchFamily="2" charset="0"/>
                </a:rPr>
                <a:t>và</a:t>
              </a:r>
              <a:r>
                <a:rPr lang="en-US" sz="2000" dirty="0">
                  <a:solidFill>
                    <a:srgbClr val="FF0000"/>
                  </a:solidFill>
                  <a:latin typeface="Montserrat" panose="00000500000000000000" pitchFamily="2" charset="0"/>
                </a:rPr>
                <a:t> Lộc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B2ADDF9-ED94-83B1-1FE5-311543259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5376" y="3627416"/>
              <a:ext cx="341453" cy="341453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3C7E8812-13C1-A3AE-3F71-B1262D207838}"/>
              </a:ext>
            </a:extLst>
          </p:cNvPr>
          <p:cNvGrpSpPr/>
          <p:nvPr/>
        </p:nvGrpSpPr>
        <p:grpSpPr>
          <a:xfrm>
            <a:off x="1377350" y="3228476"/>
            <a:ext cx="7331121" cy="501932"/>
            <a:chOff x="174950" y="3488668"/>
            <a:chExt cx="7331121" cy="5019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7654DBE-76F7-68FF-FDDC-3E976FD72E2C}"/>
                </a:ext>
              </a:extLst>
            </p:cNvPr>
            <p:cNvSpPr txBox="1"/>
            <p:nvPr/>
          </p:nvSpPr>
          <p:spPr>
            <a:xfrm>
              <a:off x="947354" y="3488668"/>
              <a:ext cx="6558717" cy="5019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defPPr>
              <a:lvl1pPr>
                <a:lnSpc>
                  <a:spcPct val="150000"/>
                </a:lnSpc>
                <a:defRPr sz="2800" b="1">
                  <a:solidFill>
                    <a:schemeClr val="tx2">
                      <a:lumMod val="50000"/>
                    </a:schemeClr>
                  </a:solidFill>
                </a:defRPr>
              </a:lvl1pPr>
            </a:lstStyle>
            <a:p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3.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Đề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xuất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,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yêu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cầu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hỗ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Montserrat" panose="00000500000000000000" pitchFamily="2" charset="0"/>
                </a:rPr>
                <a:t>trợ</a:t>
              </a:r>
              <a:r>
                <a:rPr lang="en-US" sz="2000" dirty="0">
                  <a:solidFill>
                    <a:schemeClr val="tx1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2000" dirty="0">
                  <a:latin typeface="Montserrat" panose="00000500000000000000" pitchFamily="2" charset="0"/>
                </a:rPr>
                <a:t>-&gt; </a:t>
              </a:r>
              <a:r>
                <a:rPr lang="en-US" sz="2000" dirty="0">
                  <a:solidFill>
                    <a:srgbClr val="00B0F0"/>
                  </a:solidFill>
                  <a:latin typeface="Montserrat" panose="00000500000000000000" pitchFamily="2" charset="0"/>
                </a:rPr>
                <a:t>Cư, </a:t>
              </a:r>
              <a:r>
                <a:rPr lang="en-US" sz="2000" dirty="0">
                  <a:solidFill>
                    <a:srgbClr val="3399FF"/>
                  </a:solidFill>
                  <a:latin typeface="Montserrat" panose="00000500000000000000" pitchFamily="2" charset="0"/>
                </a:rPr>
                <a:t>Tâm </a:t>
              </a:r>
              <a:r>
                <a:rPr lang="en-US" sz="2000" dirty="0" err="1">
                  <a:solidFill>
                    <a:srgbClr val="3399FF"/>
                  </a:solidFill>
                  <a:latin typeface="Montserrat" panose="00000500000000000000" pitchFamily="2" charset="0"/>
                </a:rPr>
                <a:t>và</a:t>
              </a:r>
              <a:r>
                <a:rPr lang="en-US" sz="2000" dirty="0">
                  <a:solidFill>
                    <a:srgbClr val="3399FF"/>
                  </a:solidFill>
                  <a:latin typeface="Montserrat" panose="00000500000000000000" pitchFamily="2" charset="0"/>
                </a:rPr>
                <a:t> Lộc</a:t>
              </a:r>
              <a:endParaRPr lang="en-US" sz="2000" dirty="0">
                <a:solidFill>
                  <a:schemeClr val="tx1"/>
                </a:solidFill>
                <a:latin typeface="Montserrat" panose="00000500000000000000" pitchFamily="2" charset="0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9CC409-F863-C6B0-85F0-5F7929F40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4950" y="3571562"/>
              <a:ext cx="365760" cy="365760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C63F45-D019-6EDF-875C-DF2CD89D570C}"/>
              </a:ext>
            </a:extLst>
          </p:cNvPr>
          <p:cNvSpPr txBox="1"/>
          <p:nvPr/>
        </p:nvSpPr>
        <p:spPr>
          <a:xfrm>
            <a:off x="2401530" y="1497741"/>
            <a:ext cx="5092574" cy="1832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Dòng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tiền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-&gt; </a:t>
            </a:r>
            <a:r>
              <a:rPr lang="en-US" sz="1800" b="1" dirty="0">
                <a:solidFill>
                  <a:srgbClr val="00B0F0"/>
                </a:solidFill>
                <a:latin typeface="Montserrat" panose="00000500000000000000" pitchFamily="2" charset="0"/>
              </a:rPr>
              <a:t>Lộc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Font typeface="Arial"/>
              <a:buAutoNum type="arabicPeriod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Công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nợ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</a:rPr>
              <a:t>phải</a:t>
            </a:r>
            <a:r>
              <a:rPr lang="en-US" sz="1800" b="1" dirty="0"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</a:rPr>
              <a:t>thu</a:t>
            </a:r>
            <a:r>
              <a:rPr lang="en-US" sz="1800" b="1" dirty="0">
                <a:latin typeface="Montserrat" panose="00000500000000000000" pitchFamily="2" charset="0"/>
              </a:rPr>
              <a:t>, </a:t>
            </a:r>
            <a:r>
              <a:rPr lang="en-US" sz="1800" b="1" dirty="0" err="1">
                <a:latin typeface="Montserrat" panose="00000500000000000000" pitchFamily="2" charset="0"/>
              </a:rPr>
              <a:t>phải</a:t>
            </a:r>
            <a:r>
              <a:rPr lang="en-US" sz="1800" b="1" dirty="0"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latin typeface="Montserrat" panose="00000500000000000000" pitchFamily="2" charset="0"/>
              </a:rPr>
              <a:t>trả</a:t>
            </a:r>
            <a:r>
              <a:rPr lang="en-US" sz="1800" b="1" dirty="0">
                <a:latin typeface="Montserrat" panose="00000500000000000000" pitchFamily="2" charset="0"/>
              </a:rPr>
              <a:t> -&gt; </a:t>
            </a:r>
            <a:r>
              <a:rPr lang="en-US" sz="1800" b="1" dirty="0">
                <a:solidFill>
                  <a:srgbClr val="00B0F0"/>
                </a:solidFill>
                <a:latin typeface="Montserrat" panose="00000500000000000000" pitchFamily="2" charset="0"/>
              </a:rPr>
              <a:t>Lộc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Giá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thành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>
                <a:latin typeface="Montserrat" panose="00000500000000000000" pitchFamily="2" charset="0"/>
              </a:rPr>
              <a:t>-&gt; </a:t>
            </a:r>
            <a:r>
              <a:rPr lang="en-US" sz="1800" b="1" dirty="0">
                <a:solidFill>
                  <a:srgbClr val="00B0F0"/>
                </a:solidFill>
                <a:latin typeface="Montserrat" panose="00000500000000000000" pitchFamily="2" charset="0"/>
              </a:rPr>
              <a:t>Tâm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Dự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án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</a:rPr>
              <a:t>-&gt; Cư, Tâm </a:t>
            </a:r>
            <a:r>
              <a:rPr lang="en-US" sz="1800" b="1" dirty="0" err="1">
                <a:solidFill>
                  <a:srgbClr val="FF0000"/>
                </a:solidFill>
                <a:latin typeface="Montserrat" panose="00000500000000000000" pitchFamily="2" charset="0"/>
              </a:rPr>
              <a:t>và</a:t>
            </a:r>
            <a:r>
              <a:rPr lang="en-US" sz="1800" b="1" dirty="0">
                <a:solidFill>
                  <a:srgbClr val="FF0000"/>
                </a:solidFill>
                <a:latin typeface="Montserrat" panose="00000500000000000000" pitchFamily="2" charset="0"/>
              </a:rPr>
              <a:t> Lộc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  <a:p>
            <a:pPr marL="457200" indent="-457200">
              <a:lnSpc>
                <a:spcPct val="125000"/>
              </a:lnSpc>
              <a:buClr>
                <a:schemeClr val="tx1">
                  <a:lumMod val="50000"/>
                  <a:lumOff val="50000"/>
                </a:schemeClr>
              </a:buClr>
              <a:buAutoNum type="arabicPeriod"/>
            </a:pP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Công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việc</a:t>
            </a:r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 </a:t>
            </a:r>
            <a:r>
              <a:rPr lang="en-US" sz="1800" b="1" dirty="0" err="1">
                <a:solidFill>
                  <a:schemeClr val="tx2">
                    <a:lumMod val="50000"/>
                  </a:schemeClr>
                </a:solidFill>
                <a:latin typeface="Montserrat" panose="00000500000000000000" pitchFamily="2" charset="0"/>
              </a:rPr>
              <a:t>khác</a:t>
            </a:r>
            <a:endParaRPr lang="en-US" sz="1800" b="1" dirty="0">
              <a:solidFill>
                <a:schemeClr val="tx2">
                  <a:lumMod val="50000"/>
                </a:schemeClr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888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FCEB-3E5A-6306-8655-6A7AC0202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762D315-E0B8-5C1D-82B1-51781FA01D25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1. TỔNG QUAN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31B448-AF3F-009B-989C-6CCA864A6D2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4D94558-EBDC-DF7D-0EC2-8B1180796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109991"/>
              </p:ext>
            </p:extLst>
          </p:nvPr>
        </p:nvGraphicFramePr>
        <p:xfrm>
          <a:off x="208680" y="548927"/>
          <a:ext cx="8726638" cy="4690227"/>
        </p:xfrm>
        <a:graphic>
          <a:graphicData uri="http://schemas.openxmlformats.org/drawingml/2006/table">
            <a:tbl>
              <a:tblPr firstRow="1" bandRow="1">
                <a:tableStyleId>{6A077030-E235-474E-B3E8-3EB61F41259E}</a:tableStyleId>
              </a:tblPr>
              <a:tblGrid>
                <a:gridCol w="4510277">
                  <a:extLst>
                    <a:ext uri="{9D8B030D-6E8A-4147-A177-3AD203B41FA5}">
                      <a16:colId xmlns:a16="http://schemas.microsoft.com/office/drawing/2014/main" val="1284830113"/>
                    </a:ext>
                  </a:extLst>
                </a:gridCol>
                <a:gridCol w="4216361">
                  <a:extLst>
                    <a:ext uri="{9D8B030D-6E8A-4147-A177-3AD203B41FA5}">
                      <a16:colId xmlns:a16="http://schemas.microsoft.com/office/drawing/2014/main" val="3451182414"/>
                    </a:ext>
                  </a:extLst>
                </a:gridCol>
              </a:tblGrid>
              <a:tr h="26787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CÁC ĐIỂM NỔI BẬT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CÁC ĐIỂM CẦN CẢI THIỆN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9376492"/>
                  </a:ext>
                </a:extLst>
              </a:tr>
              <a:tr h="2053707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Kế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hoạch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giảm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200usd/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tấn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: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chương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trình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năm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2026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KHNS DTR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và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3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Trạm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: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trình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duyệt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Phối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hợp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hoàn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thành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mục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tiêu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2026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và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mục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tiêu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đến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2030.</a:t>
                      </a:r>
                      <a:endParaRPr lang="en-US" sz="1200" b="0" i="0" u="none" strike="noStrike" noProof="0" dirty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  <a:tabLst/>
                        <a:defRPr/>
                      </a:pPr>
                      <a:endParaRPr lang="en-US" sz="1200" b="0" i="0" u="none" strike="noStrike" noProof="0" dirty="0">
                        <a:latin typeface="Arial"/>
                      </a:endParaRPr>
                    </a:p>
                    <a:p>
                      <a:pPr marL="228600" marR="0" lvl="0" indent="-228600" algn="just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AutoNum type="arabicPeriod"/>
                      </a:pPr>
                      <a:endParaRPr lang="en-US" sz="1200" b="0" i="0" u="none" strike="noStrike" noProof="0" dirty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marR="0" lvl="0" indent="-2286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PTCKT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Trình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bày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rolling FC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với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BGĐ.</a:t>
                      </a:r>
                    </a:p>
                    <a:p>
                      <a:pPr marL="228600" indent="-228600" algn="just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+mj-lt"/>
                        <a:buAutoNum type="arabicPeriod"/>
                      </a:pP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Tiếp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tục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phối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hợp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phòng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ban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giảm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chi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phí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đàm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phán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giá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NCC.</a:t>
                      </a:r>
                    </a:p>
                    <a:p>
                      <a:pPr marL="228600" indent="-228600" algn="just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+mj-lt"/>
                        <a:buAutoNum type="arabicPeriod"/>
                      </a:pP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Kế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hoạch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Chuẩn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bị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báo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cáo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TC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năm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2026 .</a:t>
                      </a:r>
                    </a:p>
                    <a:p>
                      <a:pPr marL="228600" indent="-228600" algn="just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 typeface="+mj-lt"/>
                        <a:buAutoNum type="arabicPeriod"/>
                      </a:pP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Chuẩn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bị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nhân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sự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tính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toán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đánh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giá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hiệu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quả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dự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án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.</a:t>
                      </a:r>
                    </a:p>
                    <a:p>
                      <a:pPr marL="0" indent="0" algn="just">
                        <a:buNone/>
                      </a:pPr>
                      <a:r>
                        <a:rPr lang="en-US" sz="1200" dirty="0"/>
                        <a:t>5.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Sắp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xếp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nhân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sự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chuyên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tính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giá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bán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và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PL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từ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kinh</a:t>
                      </a:r>
                      <a:r>
                        <a:rPr lang="en-US" sz="1200" dirty="0">
                          <a:solidFill>
                            <a:srgbClr val="3333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3333FF"/>
                          </a:solidFill>
                        </a:rPr>
                        <a:t>doanh</a:t>
                      </a:r>
                      <a:endParaRPr lang="en-US" sz="1200" dirty="0">
                        <a:solidFill>
                          <a:srgbClr val="3333FF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752262"/>
                  </a:ext>
                </a:extLst>
              </a:tr>
              <a:tr h="26787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SỰ KIỆN/SỰ CỐ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bg1"/>
                          </a:solidFill>
                        </a:rPr>
                        <a:t>CÁC YÊU CẦU HỖ TRỢ TỪ GĐĐH</a:t>
                      </a:r>
                    </a:p>
                  </a:txBody>
                  <a:tcPr anchor="ctr"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542108"/>
                  </a:ext>
                </a:extLst>
              </a:tr>
              <a:tr h="178641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</a:pPr>
                      <a:r>
                        <a:rPr lang="en-US" sz="1200" b="1" dirty="0" err="1">
                          <a:solidFill>
                            <a:srgbClr val="0000FF"/>
                          </a:solidFill>
                        </a:rPr>
                        <a:t>Sự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0000FF"/>
                          </a:solidFill>
                        </a:rPr>
                        <a:t>kiện</a:t>
                      </a:r>
                      <a:r>
                        <a:rPr lang="en-US" sz="1200" b="1" dirty="0">
                          <a:solidFill>
                            <a:srgbClr val="0000FF"/>
                          </a:solidFill>
                        </a:rPr>
                        <a:t>: </a:t>
                      </a:r>
                    </a:p>
                    <a:p>
                      <a:pPr marL="285750" indent="-285750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FontTx/>
                        <a:buChar char="-"/>
                      </a:pP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Chuẩn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bị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kế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hoạch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Tiếp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kiểm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toán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KMPG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báo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cáo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TC 2025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400"/>
                        </a:spcAft>
                        <a:buClr>
                          <a:srgbClr val="000000"/>
                        </a:buClr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KTTC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chuẩn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bị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công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cập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nhập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TT99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và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vấn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đề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thuế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cần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quan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tâm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trong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năm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2026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Phối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hợp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KTQT 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PTCKT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Trình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bày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rolling FC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với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BGĐ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.</a:t>
                      </a:r>
                    </a:p>
                    <a:p>
                      <a:pPr marL="285750" indent="-28575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KTQT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chuẩn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bị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báo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cáo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toàn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năm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2025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và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ngyên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nhân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và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đề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các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giải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pháp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cần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cải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thiện</a:t>
                      </a:r>
                      <a:endParaRPr lang="en-US" sz="1200" dirty="0">
                        <a:solidFill>
                          <a:srgbClr val="0000FF"/>
                        </a:solidFill>
                      </a:endParaRPr>
                    </a:p>
                    <a:p>
                      <a:pPr marL="285750" indent="-28575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Xây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dựng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Chương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trình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kế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hoạch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hành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động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để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tối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ưu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chi </a:t>
                      </a:r>
                      <a:r>
                        <a:rPr lang="en-US" sz="1200" dirty="0" err="1">
                          <a:solidFill>
                            <a:srgbClr val="0000FF"/>
                          </a:solidFill>
                        </a:rPr>
                        <a:t>phí</a:t>
                      </a:r>
                      <a:r>
                        <a:rPr lang="en-US" sz="1200" dirty="0">
                          <a:solidFill>
                            <a:srgbClr val="0000FF"/>
                          </a:solidFill>
                        </a:rPr>
                        <a:t> 2026</a:t>
                      </a:r>
                      <a:endParaRPr lang="en-US" sz="1200" b="0" dirty="0">
                        <a:solidFill>
                          <a:srgbClr val="0000FF"/>
                        </a:solidFill>
                      </a:endParaRPr>
                    </a:p>
                    <a:p>
                      <a:pPr marL="285750" indent="-285750">
                        <a:spcBef>
                          <a:spcPts val="600"/>
                        </a:spcBef>
                        <a:spcAft>
                          <a:spcPts val="600"/>
                        </a:spcAft>
                        <a:buFontTx/>
                        <a:buChar char="-"/>
                      </a:pP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KTTC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và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KH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công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tác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chuẩn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bị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báo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cáo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kiểm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sz="1200" b="0" dirty="0" err="1">
                          <a:solidFill>
                            <a:srgbClr val="0000FF"/>
                          </a:solidFill>
                        </a:rPr>
                        <a:t>toán</a:t>
                      </a:r>
                      <a:r>
                        <a:rPr lang="en-US" sz="1200" b="0" dirty="0">
                          <a:solidFill>
                            <a:srgbClr val="0000FF"/>
                          </a:solidFill>
                        </a:rPr>
                        <a:t> 2025.</a:t>
                      </a:r>
                    </a:p>
                    <a:p>
                      <a:pPr marL="0" indent="0">
                        <a:buNone/>
                      </a:pPr>
                      <a:endParaRPr lang="vi-V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742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120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C424E-8CDC-DDAA-33BD-805BDA55D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6A19301-574D-66CD-D74C-47F40FD6EDF8}"/>
              </a:ext>
            </a:extLst>
          </p:cNvPr>
          <p:cNvSpPr txBox="1"/>
          <p:nvPr/>
        </p:nvSpPr>
        <p:spPr>
          <a:xfrm>
            <a:off x="1" y="1583358"/>
            <a:ext cx="9143999" cy="624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HOẠT ĐỘNG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B32E373-4EF1-C61D-BB7B-53ACB05F72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71066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1B53-961F-BA15-AE12-7753F966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7CB9AD-6469-BEA8-A3AE-271017B7BE50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2.1. DÒNG TIỀN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5E9D038-CA9C-D66A-12F5-17983A5CF0E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7C637-FE40-60C6-3BA9-D8E209AB229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45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1578B-A4BD-A19B-D8C0-20F6DCE1C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25A0E2-B7BF-586B-409E-B534BFDFDF6C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2.2. CÔNG NỢ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362738D-90C1-74CA-93E1-6A870893F96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CDD550-4651-E662-AFDE-62BCA7B7FA0F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3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C1581-6F9C-4FD6-F6D4-DCD823F21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FCD80F0-139D-4F12-B3EB-E1706AF0C33A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2.3. GIÁ THÀNH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1458901-EDDE-FD7A-F70B-C988AB6F40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FCED0-9D6E-EB90-B6E8-934CBFE8E6BE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939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F305-B1D9-288E-F3E2-8CA703F0D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381E1D0-06FF-12B9-FDBA-4BFE7150DBD6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2.4. DỰ ÁN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8A2B685-6EA9-0140-AE87-C2566F98D9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897AC-31BA-1EC8-8802-B89C5A3AC233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28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4AEC1-6D89-45B0-6B6E-26838FEB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B394E9-C2CB-695F-894D-E09E2822F177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2.5. CÔNG VIỆC KHÁC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6323CB-0550-99D0-8081-CD44A046A3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48CA99-9079-7C3E-673F-D337C5759CC9}"/>
              </a:ext>
            </a:extLst>
          </p:cNvPr>
          <p:cNvSpPr/>
          <p:nvPr/>
        </p:nvSpPr>
        <p:spPr>
          <a:xfrm>
            <a:off x="7610400" y="3192058"/>
            <a:ext cx="1410758" cy="1365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32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AD937-4663-4107-22FF-DA5771725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53922ED-C3DB-F625-F338-07A3AB08E348}"/>
              </a:ext>
            </a:extLst>
          </p:cNvPr>
          <p:cNvSpPr txBox="1"/>
          <p:nvPr/>
        </p:nvSpPr>
        <p:spPr>
          <a:xfrm>
            <a:off x="1013637" y="24665"/>
            <a:ext cx="813036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 dirty="0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3. ĐỀ XUẤT, YÊU CẦU HỖ TRỢ </a:t>
            </a:r>
          </a:p>
        </p:txBody>
      </p:sp>
    </p:spTree>
    <p:extLst>
      <p:ext uri="{BB962C8B-B14F-4D97-AF65-F5344CB8AC3E}">
        <p14:creationId xmlns:p14="http://schemas.microsoft.com/office/powerpoint/2010/main" val="1948105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D3BA-6EA7-79A7-309D-6CBABC4E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1FB0BE4-F62F-5C2A-DE51-392BADF847F0}"/>
              </a:ext>
            </a:extLst>
          </p:cNvPr>
          <p:cNvSpPr txBox="1"/>
          <p:nvPr/>
        </p:nvSpPr>
        <p:spPr>
          <a:xfrm>
            <a:off x="0" y="-25735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4. CÁC CÔNG VIỆC ĐANG TRIỂN KHAI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E750B5-1F25-3A47-BC90-767D8446377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Montserrat" panose="00000500000000000000" pitchFamily="2" charset="0"/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">
              <a:latin typeface="Montserrat" panose="00000500000000000000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0A46FF-A58F-EAE6-228F-1CFAF71E7B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381441"/>
              </p:ext>
            </p:extLst>
          </p:nvPr>
        </p:nvGraphicFramePr>
        <p:xfrm>
          <a:off x="1" y="408772"/>
          <a:ext cx="9143998" cy="4558080"/>
        </p:xfrm>
        <a:graphic>
          <a:graphicData uri="http://schemas.openxmlformats.org/drawingml/2006/table">
            <a:tbl>
              <a:tblPr/>
              <a:tblGrid>
                <a:gridCol w="165513">
                  <a:extLst>
                    <a:ext uri="{9D8B030D-6E8A-4147-A177-3AD203B41FA5}">
                      <a16:colId xmlns:a16="http://schemas.microsoft.com/office/drawing/2014/main" val="3531276996"/>
                    </a:ext>
                  </a:extLst>
                </a:gridCol>
                <a:gridCol w="1838716">
                  <a:extLst>
                    <a:ext uri="{9D8B030D-6E8A-4147-A177-3AD203B41FA5}">
                      <a16:colId xmlns:a16="http://schemas.microsoft.com/office/drawing/2014/main" val="1559091185"/>
                    </a:ext>
                  </a:extLst>
                </a:gridCol>
                <a:gridCol w="525806">
                  <a:extLst>
                    <a:ext uri="{9D8B030D-6E8A-4147-A177-3AD203B41FA5}">
                      <a16:colId xmlns:a16="http://schemas.microsoft.com/office/drawing/2014/main" val="3649263696"/>
                    </a:ext>
                  </a:extLst>
                </a:gridCol>
                <a:gridCol w="546940">
                  <a:extLst>
                    <a:ext uri="{9D8B030D-6E8A-4147-A177-3AD203B41FA5}">
                      <a16:colId xmlns:a16="http://schemas.microsoft.com/office/drawing/2014/main" val="3320784272"/>
                    </a:ext>
                  </a:extLst>
                </a:gridCol>
                <a:gridCol w="793725">
                  <a:extLst>
                    <a:ext uri="{9D8B030D-6E8A-4147-A177-3AD203B41FA5}">
                      <a16:colId xmlns:a16="http://schemas.microsoft.com/office/drawing/2014/main" val="105126373"/>
                    </a:ext>
                  </a:extLst>
                </a:gridCol>
                <a:gridCol w="5273298">
                  <a:extLst>
                    <a:ext uri="{9D8B030D-6E8A-4147-A177-3AD203B41FA5}">
                      <a16:colId xmlns:a16="http://schemas.microsoft.com/office/drawing/2014/main" val="3231243102"/>
                    </a:ext>
                  </a:extLst>
                </a:gridCol>
              </a:tblGrid>
              <a:tr h="21169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8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STT</a:t>
                      </a:r>
                    </a:p>
                  </a:txBody>
                  <a:tcPr marL="1411" marR="1411" marT="141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8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CÔNG VIỆC</a:t>
                      </a:r>
                    </a:p>
                  </a:txBody>
                  <a:tcPr marL="1411" marR="1411" marT="141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8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PHỤ TRÁCH</a:t>
                      </a:r>
                    </a:p>
                  </a:txBody>
                  <a:tcPr marL="1411" marR="1411" marT="141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80" b="1" i="0" u="none" strike="noStrike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DEADLINE</a:t>
                      </a:r>
                    </a:p>
                  </a:txBody>
                  <a:tcPr marL="1411" marR="1411" marT="141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8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GIA HẠN</a:t>
                      </a:r>
                    </a:p>
                  </a:txBody>
                  <a:tcPr marL="1411" marR="1411" marT="141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68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TIẾN ĐỘ/KẾT QUẢ</a:t>
                      </a:r>
                    </a:p>
                  </a:txBody>
                  <a:tcPr marL="1411" marR="1411" marT="141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93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903265"/>
                  </a:ext>
                </a:extLst>
              </a:tr>
              <a:tr h="24624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Rà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soát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ngân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sách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các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trạm</a:t>
                      </a: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10/03/2026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Họp thống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nhất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phương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án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,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trạm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rà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soát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điều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chỉnh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giảm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ngân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 </a:t>
                      </a:r>
                      <a:r>
                        <a:rPr lang="en-US" sz="7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sách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…</a:t>
                      </a: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941849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6917915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39473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15364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418376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050794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131991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295839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939842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220896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772730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969495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5515379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984973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3334423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970453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149895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6008069"/>
                  </a:ext>
                </a:extLst>
              </a:tr>
              <a:tr h="22778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vi-VN" sz="7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7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81205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A707581-55B7-DB21-C225-4E0E16259850}"/>
              </a:ext>
            </a:extLst>
          </p:cNvPr>
          <p:cNvSpPr txBox="1"/>
          <p:nvPr/>
        </p:nvSpPr>
        <p:spPr>
          <a:xfrm>
            <a:off x="7800513" y="558132"/>
            <a:ext cx="671945" cy="276999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VÍ DỤ</a:t>
            </a:r>
          </a:p>
        </p:txBody>
      </p:sp>
    </p:spTree>
    <p:extLst>
      <p:ext uri="{BB962C8B-B14F-4D97-AF65-F5344CB8AC3E}">
        <p14:creationId xmlns:p14="http://schemas.microsoft.com/office/powerpoint/2010/main" val="3077889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3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5" ma:contentTypeDescription="Create a new document." ma:contentTypeScope="" ma:versionID="5ac4e6ea52dc19838b8bff0bdd82f88e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d8ec79b96bd7249962b8c2817860c6b0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005EB-0ED0-4D03-AB81-6FF2E261A6CD}">
  <ds:schemaRefs>
    <ds:schemaRef ds:uri="1401b2ec-7936-4f98-86ff-5ef737f58b9c"/>
    <ds:schemaRef ds:uri="c4b5fce3-9bbc-4429-8073-3ae7a9bcc67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C610994-6796-415F-8653-E95478AAE5BC}">
  <ds:schemaRefs>
    <ds:schemaRef ds:uri="1401b2ec-7936-4f98-86ff-5ef737f58b9c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DA1C712-36E4-472C-9E89-01DC89F366D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435</TotalTime>
  <Words>426</Words>
  <Application>Microsoft Office PowerPoint</Application>
  <PresentationFormat>On-screen Show (16:9)</PresentationFormat>
  <Paragraphs>84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Muli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11</cp:revision>
  <dcterms:modified xsi:type="dcterms:W3CDTF">2026-03-03T05:02:50Z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