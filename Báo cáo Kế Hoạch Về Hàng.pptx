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Tiến Độ Thực Hiện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Back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Công 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MUA HÀNG CẢ NƯỚC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Help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Năm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Tháng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Tháng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Nhà Cung Cấp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Trạm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Thời Gian Trôi Qua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Tuần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Công 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Thị Trường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Kế Hoạch - Thực Hiện Theo Ngày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642a76e1-12f5-45e4-bcb7-0f4409abe5f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2b7b6baaff4a4a96" /><Relationship Type="http://schemas.openxmlformats.org/officeDocument/2006/relationships/slideLayout" Target="/ppt/slideLayouts/slideLayout8.xml" Id="R1f0611bb43864583" /><Relationship Type="http://schemas.openxmlformats.org/officeDocument/2006/relationships/hyperlink" Target="https://app.powerbi.com/groups/me/reports/642a76e1-12f5-45e4-bcb7-0f4409abe5fa/?pbi_source=PowerPoint" TargetMode="External" Id="RelId0" /><Relationship Type="http://schemas.openxmlformats.org/officeDocument/2006/relationships/image" Target="/ppt/media/image4.png" Id="imgId2755246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Báo cáo Kế Hoạch Về Hàng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7/14/2026 5:03:11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7/14/2026 2:41:22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Tiến Độ Thực Hiện ,card ,Back ,card ,card ,Công ty ,MUA HÀNG CẢ NƯỚC ,card ,actionButton ,Help ,Năm ,slicer ,Kế Hoạch - Thực Hiện Theo Tháng ,pageNavigator ,Tháng ,Kế Hoạch - Thực Hiện Theo Nhà Cung Cấp ,Kế Hoạch - Thực Hiện Theo Trạm ,Thời Gian Trôi Qua ,Kế Hoạch - Thực Hiện Theo Tuần ,Công ty ,Kế Hoạch - Thực Hiện Theo Thị Trường ,Kế Hoạch - Thực Hiện Theo Ngày ,card ,card ,card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75524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352425"/>
            <a:ext cx="12192000" cy="6143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 Hoạch Về Hàng Hệ Thống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