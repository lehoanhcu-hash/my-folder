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429A9A3-F753-44D5-969B-17E4467C8AF4}">
          <p14:sldIdLst/>
        </p14:section>
        <p14:section name="Untitled Section" id="{751914EE-53E9-487C-AC4F-6715C8D7CC5D}">
          <p14:sldIdLst>
            <p14:sldId id="259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B893B7-230B-4697-A0E3-65CBCCFF09B7}" v="1" dt="2026-03-30T10:17:42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ư, Lê Hoành" userId="8040f1d9-fc08-4340-919f-e31835b09669" providerId="ADAL" clId="{E6925CE3-7288-459F-A61A-926B9B87E3D0}"/>
    <pc:docChg chg="custSel addSld delSld modSld sldOrd">
      <pc:chgData name="Cư, Lê Hoành" userId="8040f1d9-fc08-4340-919f-e31835b09669" providerId="ADAL" clId="{E6925CE3-7288-459F-A61A-926B9B87E3D0}" dt="2026-03-30T10:17:45.428" v="428" actId="20577"/>
      <pc:docMkLst>
        <pc:docMk/>
      </pc:docMkLst>
      <pc:sldChg chg="addSp delSp modSp mod">
        <pc:chgData name="Cư, Lê Hoành" userId="8040f1d9-fc08-4340-919f-e31835b09669" providerId="ADAL" clId="{E6925CE3-7288-459F-A61A-926B9B87E3D0}" dt="2026-03-28T07:49:53.309" v="280"/>
        <pc:sldMkLst>
          <pc:docMk/>
          <pc:sldMk cId="1332158012" sldId="256"/>
        </pc:sldMkLst>
        <pc:picChg chg="add">
          <ac:chgData name="Cư, Lê Hoành" userId="8040f1d9-fc08-4340-919f-e31835b09669" providerId="ADAL" clId="{E6925CE3-7288-459F-A61A-926B9B87E3D0}" dt="2026-03-28T07:49:53.309" v="280"/>
          <ac:picMkLst>
            <pc:docMk/>
            <pc:sldMk cId="1332158012" sldId="256"/>
            <ac:picMk id="4" creationId="{D997416D-5805-1721-D254-0D4B7288CFA5}"/>
          </ac:picMkLst>
        </pc:picChg>
      </pc:sldChg>
      <pc:sldChg chg="addSp delSp modSp new mod">
        <pc:chgData name="Cư, Lê Hoành" userId="8040f1d9-fc08-4340-919f-e31835b09669" providerId="ADAL" clId="{E6925CE3-7288-459F-A61A-926B9B87E3D0}" dt="2026-03-28T07:50:02.190" v="282" actId="478"/>
        <pc:sldMkLst>
          <pc:docMk/>
          <pc:sldMk cId="2484949261" sldId="257"/>
        </pc:sldMkLst>
      </pc:sldChg>
      <pc:sldChg chg="addSp delSp modSp add mod">
        <pc:chgData name="Cư, Lê Hoành" userId="8040f1d9-fc08-4340-919f-e31835b09669" providerId="ADAL" clId="{E6925CE3-7288-459F-A61A-926B9B87E3D0}" dt="2026-03-28T07:52:57.132" v="334" actId="1076"/>
        <pc:sldMkLst>
          <pc:docMk/>
          <pc:sldMk cId="3381526983" sldId="258"/>
        </pc:sldMkLst>
        <pc:spChg chg="mod">
          <ac:chgData name="Cư, Lê Hoành" userId="8040f1d9-fc08-4340-919f-e31835b09669" providerId="ADAL" clId="{E6925CE3-7288-459F-A61A-926B9B87E3D0}" dt="2026-03-28T07:52:53.948" v="333" actId="1076"/>
          <ac:spMkLst>
            <pc:docMk/>
            <pc:sldMk cId="3381526983" sldId="258"/>
            <ac:spMk id="2" creationId="{0912553F-C469-1FAC-9CBE-5842075A4736}"/>
          </ac:spMkLst>
        </pc:spChg>
        <pc:spChg chg="mod">
          <ac:chgData name="Cư, Lê Hoành" userId="8040f1d9-fc08-4340-919f-e31835b09669" providerId="ADAL" clId="{E6925CE3-7288-459F-A61A-926B9B87E3D0}" dt="2026-03-28T07:52:57.132" v="334" actId="1076"/>
          <ac:spMkLst>
            <pc:docMk/>
            <pc:sldMk cId="3381526983" sldId="258"/>
            <ac:spMk id="3" creationId="{9647A018-D762-4857-83E3-E73DA229C369}"/>
          </ac:spMkLst>
        </pc:spChg>
      </pc:sldChg>
      <pc:sldChg chg="modSp new mod ord">
        <pc:chgData name="Cư, Lê Hoành" userId="8040f1d9-fc08-4340-919f-e31835b09669" providerId="ADAL" clId="{E6925CE3-7288-459F-A61A-926B9B87E3D0}" dt="2026-03-30T10:17:45.428" v="428" actId="20577"/>
        <pc:sldMkLst>
          <pc:docMk/>
          <pc:sldMk cId="1791855611" sldId="259"/>
        </pc:sldMkLst>
        <pc:spChg chg="mod">
          <ac:chgData name="Cư, Lê Hoành" userId="8040f1d9-fc08-4340-919f-e31835b09669" providerId="ADAL" clId="{E6925CE3-7288-459F-A61A-926B9B87E3D0}" dt="2026-03-30T10:17:45.428" v="428" actId="20577"/>
          <ac:spMkLst>
            <pc:docMk/>
            <pc:sldMk cId="1791855611" sldId="259"/>
            <ac:spMk id="2" creationId="{A43A5F6F-4497-B233-765C-D87E0A5B044C}"/>
          </ac:spMkLst>
        </pc:spChg>
        <pc:spChg chg="mod">
          <ac:chgData name="Cư, Lê Hoành" userId="8040f1d9-fc08-4340-919f-e31835b09669" providerId="ADAL" clId="{E6925CE3-7288-459F-A61A-926B9B87E3D0}" dt="2026-03-30T10:17:42.369" v="426"/>
          <ac:spMkLst>
            <pc:docMk/>
            <pc:sldMk cId="1791855611" sldId="259"/>
            <ac:spMk id="3" creationId="{0650BF74-7DFE-EB46-C548-3EDBA46DCEF4}"/>
          </ac:spMkLst>
        </pc:spChg>
      </pc:sldChg>
      <pc:sldChg chg="new ord">
        <pc:chgData name="Cư, Lê Hoành" userId="8040f1d9-fc08-4340-919f-e31835b09669" providerId="ADAL" clId="{E6925CE3-7288-459F-A61A-926B9B87E3D0}" dt="2026-03-27T15:41:59.694" v="74"/>
        <pc:sldMkLst>
          <pc:docMk/>
          <pc:sldMk cId="3785141165" sldId="260"/>
        </pc:sldMkLst>
      </pc:sldChg>
      <pc:sldChg chg="addSp delSp modSp new mod ord">
        <pc:chgData name="Cư, Lê Hoành" userId="8040f1d9-fc08-4340-919f-e31835b09669" providerId="ADAL" clId="{E6925CE3-7288-459F-A61A-926B9B87E3D0}" dt="2026-03-28T08:03:47.543" v="374" actId="14100"/>
        <pc:sldMkLst>
          <pc:docMk/>
          <pc:sldMk cId="2595667436" sldId="261"/>
        </pc:sldMkLst>
        <pc:picChg chg="add mod">
          <ac:chgData name="Cư, Lê Hoành" userId="8040f1d9-fc08-4340-919f-e31835b09669" providerId="ADAL" clId="{E6925CE3-7288-459F-A61A-926B9B87E3D0}" dt="2026-03-28T08:03:47.543" v="374" actId="14100"/>
          <ac:picMkLst>
            <pc:docMk/>
            <pc:sldMk cId="2595667436" sldId="261"/>
            <ac:picMk id="6" creationId="{FFDBFF32-4369-9A25-517D-45D3A72F48C4}"/>
          </ac:picMkLst>
        </pc:picChg>
      </pc:sldChg>
      <pc:sldChg chg="addSp delSp modSp new mod ord">
        <pc:chgData name="Cư, Lê Hoành" userId="8040f1d9-fc08-4340-919f-e31835b09669" providerId="ADAL" clId="{E6925CE3-7288-459F-A61A-926B9B87E3D0}" dt="2026-03-28T08:03:13.209" v="371" actId="14100"/>
        <pc:sldMkLst>
          <pc:docMk/>
          <pc:sldMk cId="2178069107" sldId="262"/>
        </pc:sldMkLst>
        <pc:spChg chg="mod">
          <ac:chgData name="Cư, Lê Hoành" userId="8040f1d9-fc08-4340-919f-e31835b09669" providerId="ADAL" clId="{E6925CE3-7288-459F-A61A-926B9B87E3D0}" dt="2026-03-28T08:01:27.463" v="362" actId="20577"/>
          <ac:spMkLst>
            <pc:docMk/>
            <pc:sldMk cId="2178069107" sldId="262"/>
            <ac:spMk id="2" creationId="{14B04E07-D642-EE17-9839-529FF5FB4C3B}"/>
          </ac:spMkLst>
        </pc:spChg>
        <pc:spChg chg="mod">
          <ac:chgData name="Cư, Lê Hoành" userId="8040f1d9-fc08-4340-919f-e31835b09669" providerId="ADAL" clId="{E6925CE3-7288-459F-A61A-926B9B87E3D0}" dt="2026-03-27T15:46:17.485" v="151" actId="14100"/>
          <ac:spMkLst>
            <pc:docMk/>
            <pc:sldMk cId="2178069107" sldId="262"/>
            <ac:spMk id="3" creationId="{ECE45F08-3A2E-B8DA-2EEF-CF9D005A8EAF}"/>
          </ac:spMkLst>
        </pc:spChg>
        <pc:picChg chg="add mod">
          <ac:chgData name="Cư, Lê Hoành" userId="8040f1d9-fc08-4340-919f-e31835b09669" providerId="ADAL" clId="{E6925CE3-7288-459F-A61A-926B9B87E3D0}" dt="2026-03-28T08:03:13.209" v="371" actId="14100"/>
          <ac:picMkLst>
            <pc:docMk/>
            <pc:sldMk cId="2178069107" sldId="262"/>
            <ac:picMk id="6" creationId="{673FF0D0-92C0-6547-5450-63BC665D055A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4:20.635" v="377" actId="14100"/>
        <pc:sldMkLst>
          <pc:docMk/>
          <pc:sldMk cId="937292570" sldId="263"/>
        </pc:sldMkLst>
        <pc:picChg chg="add mod">
          <ac:chgData name="Cư, Lê Hoành" userId="8040f1d9-fc08-4340-919f-e31835b09669" providerId="ADAL" clId="{E6925CE3-7288-459F-A61A-926B9B87E3D0}" dt="2026-03-28T08:04:20.635" v="377" actId="14100"/>
          <ac:picMkLst>
            <pc:docMk/>
            <pc:sldMk cId="937292570" sldId="263"/>
            <ac:picMk id="6" creationId="{1E798951-E2ED-E90C-8EE4-92092C726DAC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4:51.581" v="380" actId="14100"/>
        <pc:sldMkLst>
          <pc:docMk/>
          <pc:sldMk cId="705115844" sldId="264"/>
        </pc:sldMkLst>
        <pc:picChg chg="add mod">
          <ac:chgData name="Cư, Lê Hoành" userId="8040f1d9-fc08-4340-919f-e31835b09669" providerId="ADAL" clId="{E6925CE3-7288-459F-A61A-926B9B87E3D0}" dt="2026-03-28T08:04:51.581" v="380" actId="14100"/>
          <ac:picMkLst>
            <pc:docMk/>
            <pc:sldMk cId="705115844" sldId="264"/>
            <ac:picMk id="6" creationId="{F7EA3095-A0CB-A751-EFC8-67250135541B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5:56.878" v="383" actId="14100"/>
        <pc:sldMkLst>
          <pc:docMk/>
          <pc:sldMk cId="2763597222" sldId="265"/>
        </pc:sldMkLst>
        <pc:picChg chg="add mod">
          <ac:chgData name="Cư, Lê Hoành" userId="8040f1d9-fc08-4340-919f-e31835b09669" providerId="ADAL" clId="{E6925CE3-7288-459F-A61A-926B9B87E3D0}" dt="2026-03-28T08:05:56.878" v="383" actId="14100"/>
          <ac:picMkLst>
            <pc:docMk/>
            <pc:sldMk cId="2763597222" sldId="265"/>
            <ac:picMk id="6" creationId="{0010102C-4DD9-28AA-A198-99C3EBBB75D4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6:30.001" v="386" actId="14100"/>
        <pc:sldMkLst>
          <pc:docMk/>
          <pc:sldMk cId="1091253433" sldId="266"/>
        </pc:sldMkLst>
        <pc:picChg chg="add mod">
          <ac:chgData name="Cư, Lê Hoành" userId="8040f1d9-fc08-4340-919f-e31835b09669" providerId="ADAL" clId="{E6925CE3-7288-459F-A61A-926B9B87E3D0}" dt="2026-03-28T08:06:30.001" v="386" actId="14100"/>
          <ac:picMkLst>
            <pc:docMk/>
            <pc:sldMk cId="1091253433" sldId="266"/>
            <ac:picMk id="6" creationId="{4AA92B7A-2147-9ACD-C354-9CB1BB9B0258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8:30.772" v="389" actId="14100"/>
        <pc:sldMkLst>
          <pc:docMk/>
          <pc:sldMk cId="440011101" sldId="267"/>
        </pc:sldMkLst>
        <pc:picChg chg="add mod">
          <ac:chgData name="Cư, Lê Hoành" userId="8040f1d9-fc08-4340-919f-e31835b09669" providerId="ADAL" clId="{E6925CE3-7288-459F-A61A-926B9B87E3D0}" dt="2026-03-28T08:08:30.772" v="389" actId="14100"/>
          <ac:picMkLst>
            <pc:docMk/>
            <pc:sldMk cId="440011101" sldId="267"/>
            <ac:picMk id="6" creationId="{A57832DC-12CB-566A-1275-AA0C91AA4293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9:04.069" v="392" actId="14100"/>
        <pc:sldMkLst>
          <pc:docMk/>
          <pc:sldMk cId="2836577462" sldId="268"/>
        </pc:sldMkLst>
        <pc:picChg chg="add mod">
          <ac:chgData name="Cư, Lê Hoành" userId="8040f1d9-fc08-4340-919f-e31835b09669" providerId="ADAL" clId="{E6925CE3-7288-459F-A61A-926B9B87E3D0}" dt="2026-03-28T08:09:04.069" v="392" actId="14100"/>
          <ac:picMkLst>
            <pc:docMk/>
            <pc:sldMk cId="2836577462" sldId="268"/>
            <ac:picMk id="6" creationId="{D98B9D6E-B1BC-660F-CE56-0E9883404096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9:32.235" v="395" actId="14100"/>
        <pc:sldMkLst>
          <pc:docMk/>
          <pc:sldMk cId="4259700254" sldId="269"/>
        </pc:sldMkLst>
        <pc:picChg chg="add mod">
          <ac:chgData name="Cư, Lê Hoành" userId="8040f1d9-fc08-4340-919f-e31835b09669" providerId="ADAL" clId="{E6925CE3-7288-459F-A61A-926B9B87E3D0}" dt="2026-03-28T08:09:32.235" v="395" actId="14100"/>
          <ac:picMkLst>
            <pc:docMk/>
            <pc:sldMk cId="4259700254" sldId="269"/>
            <ac:picMk id="5" creationId="{A3A1AC8A-7C3C-851B-DB02-28EECF9E85C1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9:59.721" v="398" actId="14100"/>
        <pc:sldMkLst>
          <pc:docMk/>
          <pc:sldMk cId="4151121620" sldId="270"/>
        </pc:sldMkLst>
        <pc:picChg chg="add mod">
          <ac:chgData name="Cư, Lê Hoành" userId="8040f1d9-fc08-4340-919f-e31835b09669" providerId="ADAL" clId="{E6925CE3-7288-459F-A61A-926B9B87E3D0}" dt="2026-03-28T08:09:59.721" v="398" actId="14100"/>
          <ac:picMkLst>
            <pc:docMk/>
            <pc:sldMk cId="4151121620" sldId="270"/>
            <ac:picMk id="6" creationId="{FAFB877B-C417-EC6F-6540-3D6E1C7BFC27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16:25.364" v="423" actId="14100"/>
        <pc:sldMkLst>
          <pc:docMk/>
          <pc:sldMk cId="3954720226" sldId="271"/>
        </pc:sldMkLst>
        <pc:picChg chg="add mod">
          <ac:chgData name="Cư, Lê Hoành" userId="8040f1d9-fc08-4340-919f-e31835b09669" providerId="ADAL" clId="{E6925CE3-7288-459F-A61A-926B9B87E3D0}" dt="2026-03-28T08:16:25.364" v="423" actId="14100"/>
          <ac:picMkLst>
            <pc:docMk/>
            <pc:sldMk cId="3954720226" sldId="271"/>
            <ac:picMk id="8" creationId="{9BE57B98-C792-EA51-6104-4A5CC1F0238B}"/>
          </ac:picMkLst>
        </pc:picChg>
      </pc:sldChg>
      <pc:sldChg chg="addSp delSp modSp add mod ord">
        <pc:chgData name="Cư, Lê Hoành" userId="8040f1d9-fc08-4340-919f-e31835b09669" providerId="ADAL" clId="{E6925CE3-7288-459F-A61A-926B9B87E3D0}" dt="2026-03-28T08:11:40.125" v="407" actId="14100"/>
        <pc:sldMkLst>
          <pc:docMk/>
          <pc:sldMk cId="1982465295" sldId="272"/>
        </pc:sldMkLst>
        <pc:picChg chg="add mod">
          <ac:chgData name="Cư, Lê Hoành" userId="8040f1d9-fc08-4340-919f-e31835b09669" providerId="ADAL" clId="{E6925CE3-7288-459F-A61A-926B9B87E3D0}" dt="2026-03-28T08:11:40.125" v="407" actId="14100"/>
          <ac:picMkLst>
            <pc:docMk/>
            <pc:sldMk cId="1982465295" sldId="272"/>
            <ac:picMk id="6" creationId="{1613F39D-1345-DCE3-EDA7-D15EDC0D697F}"/>
          </ac:picMkLst>
        </pc:picChg>
      </pc:sldChg>
      <pc:sldChg chg="addSp delSp add mod">
        <pc:chgData name="Cư, Lê Hoành" userId="8040f1d9-fc08-4340-919f-e31835b09669" providerId="ADAL" clId="{E6925CE3-7288-459F-A61A-926B9B87E3D0}" dt="2026-03-28T08:00:23.150" v="339" actId="478"/>
        <pc:sldMkLst>
          <pc:docMk/>
          <pc:sldMk cId="2072348857" sldId="273"/>
        </pc:sldMkLst>
      </pc:sldChg>
      <pc:sldChg chg="addSp delSp add mod">
        <pc:chgData name="Cư, Lê Hoành" userId="8040f1d9-fc08-4340-919f-e31835b09669" providerId="ADAL" clId="{E6925CE3-7288-459F-A61A-926B9B87E3D0}" dt="2026-03-28T08:00:20.102" v="338" actId="478"/>
        <pc:sldMkLst>
          <pc:docMk/>
          <pc:sldMk cId="2095534593" sldId="274"/>
        </pc:sldMkLst>
      </pc:sldChg>
      <pc:sldChg chg="addSp delSp modSp add mod">
        <pc:chgData name="Cư, Lê Hoành" userId="8040f1d9-fc08-4340-919f-e31835b09669" providerId="ADAL" clId="{E6925CE3-7288-459F-A61A-926B9B87E3D0}" dt="2026-03-28T08:00:17.511" v="337" actId="478"/>
        <pc:sldMkLst>
          <pc:docMk/>
          <pc:sldMk cId="3743665373" sldId="275"/>
        </pc:sldMkLst>
      </pc:sldChg>
      <pc:sldChg chg="addSp delSp modSp add mod">
        <pc:chgData name="Cư, Lê Hoành" userId="8040f1d9-fc08-4340-919f-e31835b09669" providerId="ADAL" clId="{E6925CE3-7288-459F-A61A-926B9B87E3D0}" dt="2026-03-28T08:10:30.764" v="401" actId="14100"/>
        <pc:sldMkLst>
          <pc:docMk/>
          <pc:sldMk cId="2342016393" sldId="277"/>
        </pc:sldMkLst>
        <pc:picChg chg="add mod">
          <ac:chgData name="Cư, Lê Hoành" userId="8040f1d9-fc08-4340-919f-e31835b09669" providerId="ADAL" clId="{E6925CE3-7288-459F-A61A-926B9B87E3D0}" dt="2026-03-28T08:10:30.764" v="401" actId="14100"/>
          <ac:picMkLst>
            <pc:docMk/>
            <pc:sldMk cId="2342016393" sldId="277"/>
            <ac:picMk id="6" creationId="{C0B77BF2-B37B-0307-E73E-2FF3F734ABFF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11:07.271" v="404" actId="14100"/>
        <pc:sldMkLst>
          <pc:docMk/>
          <pc:sldMk cId="988387336" sldId="278"/>
        </pc:sldMkLst>
        <pc:picChg chg="add mod">
          <ac:chgData name="Cư, Lê Hoành" userId="8040f1d9-fc08-4340-919f-e31835b09669" providerId="ADAL" clId="{E6925CE3-7288-459F-A61A-926B9B87E3D0}" dt="2026-03-28T08:11:07.271" v="404" actId="14100"/>
          <ac:picMkLst>
            <pc:docMk/>
            <pc:sldMk cId="988387336" sldId="278"/>
            <ac:picMk id="6" creationId="{9A5373E8-4488-DF98-688B-082AD62B56F9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0:11.604" v="335" actId="478"/>
        <pc:sldMkLst>
          <pc:docMk/>
          <pc:sldMk cId="3014262360" sldId="279"/>
        </pc:sldMkLst>
      </pc:sldChg>
      <pc:sldChg chg="addSp modSp add mod ord">
        <pc:chgData name="Cư, Lê Hoành" userId="8040f1d9-fc08-4340-919f-e31835b09669" providerId="ADAL" clId="{E6925CE3-7288-459F-A61A-926B9B87E3D0}" dt="2026-03-28T08:13:09.477" v="411" actId="113"/>
        <pc:sldMkLst>
          <pc:docMk/>
          <pc:sldMk cId="1030800159" sldId="280"/>
        </pc:sldMkLst>
        <pc:spChg chg="mod">
          <ac:chgData name="Cư, Lê Hoành" userId="8040f1d9-fc08-4340-919f-e31835b09669" providerId="ADAL" clId="{E6925CE3-7288-459F-A61A-926B9B87E3D0}" dt="2026-03-28T08:13:09.477" v="411" actId="113"/>
          <ac:spMkLst>
            <pc:docMk/>
            <pc:sldMk cId="1030800159" sldId="280"/>
            <ac:spMk id="2" creationId="{F07C064B-A81E-7204-C4B4-089C76B5891C}"/>
          </ac:spMkLst>
        </pc:spChg>
        <pc:spChg chg="mod">
          <ac:chgData name="Cư, Lê Hoành" userId="8040f1d9-fc08-4340-919f-e31835b09669" providerId="ADAL" clId="{E6925CE3-7288-459F-A61A-926B9B87E3D0}" dt="2026-03-28T07:49:23.146" v="277" actId="20577"/>
          <ac:spMkLst>
            <pc:docMk/>
            <pc:sldMk cId="1030800159" sldId="280"/>
            <ac:spMk id="3" creationId="{C0DF52DA-0B66-9314-1B6B-09FD0C9221E0}"/>
          </ac:spMkLst>
        </pc:spChg>
        <pc:picChg chg="add">
          <ac:chgData name="Cư, Lê Hoành" userId="8040f1d9-fc08-4340-919f-e31835b09669" providerId="ADAL" clId="{E6925CE3-7288-459F-A61A-926B9B87E3D0}" dt="2026-03-28T08:01:50.186" v="363" actId="22"/>
          <ac:picMkLst>
            <pc:docMk/>
            <pc:sldMk cId="1030800159" sldId="280"/>
            <ac:picMk id="5" creationId="{300586D9-0AE9-667B-44CF-267431223250}"/>
          </ac:picMkLst>
        </pc:picChg>
      </pc:sldChg>
      <pc:sldChg chg="add">
        <pc:chgData name="Cư, Lê Hoành" userId="8040f1d9-fc08-4340-919f-e31835b09669" providerId="ADAL" clId="{E6925CE3-7288-459F-A61A-926B9B87E3D0}" dt="2026-03-27T15:58:07.323" v="229"/>
        <pc:sldMkLst>
          <pc:docMk/>
          <pc:sldMk cId="3968124530" sldId="281"/>
        </pc:sldMkLst>
      </pc:sldChg>
      <pc:sldChg chg="modSp add mod ord">
        <pc:chgData name="Cư, Lê Hoành" userId="8040f1d9-fc08-4340-919f-e31835b09669" providerId="ADAL" clId="{E6925CE3-7288-459F-A61A-926B9B87E3D0}" dt="2026-03-30T10:17:15.794" v="425" actId="20577"/>
        <pc:sldMkLst>
          <pc:docMk/>
          <pc:sldMk cId="1208603177" sldId="282"/>
        </pc:sldMkLst>
        <pc:spChg chg="mod">
          <ac:chgData name="Cư, Lê Hoành" userId="8040f1d9-fc08-4340-919f-e31835b09669" providerId="ADAL" clId="{E6925CE3-7288-459F-A61A-926B9B87E3D0}" dt="2026-03-30T10:17:15.794" v="425" actId="20577"/>
          <ac:spMkLst>
            <pc:docMk/>
            <pc:sldMk cId="1208603177" sldId="282"/>
            <ac:spMk id="2" creationId="{207C68C0-F2EF-AD96-646E-430316CC1FC1}"/>
          </ac:spMkLst>
        </pc:spChg>
        <pc:spChg chg="mod">
          <ac:chgData name="Cư, Lê Hoành" userId="8040f1d9-fc08-4340-919f-e31835b09669" providerId="ADAL" clId="{E6925CE3-7288-459F-A61A-926B9B87E3D0}" dt="2026-03-28T07:50:45.639" v="286"/>
          <ac:spMkLst>
            <pc:docMk/>
            <pc:sldMk cId="1208603177" sldId="282"/>
            <ac:spMk id="3" creationId="{5198B905-8C7A-4B5E-2654-32CA2C72D622}"/>
          </ac:spMkLst>
        </pc:spChg>
      </pc:sldChg>
      <pc:sldChg chg="addSp delSp modSp new mod ord">
        <pc:chgData name="Cư, Lê Hoành" userId="8040f1d9-fc08-4340-919f-e31835b09669" providerId="ADAL" clId="{E6925CE3-7288-459F-A61A-926B9B87E3D0}" dt="2026-03-28T08:02:37.622" v="367" actId="14100"/>
        <pc:sldMkLst>
          <pc:docMk/>
          <pc:sldMk cId="3961396343" sldId="283"/>
        </pc:sldMkLst>
        <pc:picChg chg="add mod">
          <ac:chgData name="Cư, Lê Hoành" userId="8040f1d9-fc08-4340-919f-e31835b09669" providerId="ADAL" clId="{E6925CE3-7288-459F-A61A-926B9B87E3D0}" dt="2026-03-28T08:02:37.622" v="367" actId="14100"/>
          <ac:picMkLst>
            <pc:docMk/>
            <pc:sldMk cId="3961396343" sldId="283"/>
            <ac:picMk id="7" creationId="{BD319829-779D-9D98-2FC1-8FC81627AF5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DE25-CF42-C4C7-1746-F9F3EA9C6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E1E88-4AF6-CD11-2C32-62B625CC1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D21E8-8833-CAF6-F888-EA0844228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DD343-48C6-C085-F384-102B815DB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6F0D8-C01C-5A0D-5EB0-354C21B0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83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5822B-8533-18EB-0A25-E35339526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3D007-E1F5-D81F-4252-5F260FE4E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420D6-37E2-2DFC-D6EF-BB09BE52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ACFBB-11C7-7D1D-0406-2FDFF447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BBD56-9AD8-9B24-73FD-CCE634CC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4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E621-6F87-6435-86D0-4D7601F7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44087-674C-CDBA-9C44-08DF489FC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FCAAC-3D07-C33F-4335-352FAE9E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A446B-E8D3-AB1A-3857-9B676680E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63FA5-518B-60E2-C7D4-1ADD56A19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5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FD04-87AD-06F1-0B05-0B0C56675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15C0C-4DD2-B4C9-3248-1FC23B081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B4E9A-9740-06A6-CEFE-040C5D4ED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FA50E-9ECD-A31B-9A48-3DE3DA1AC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148CF-4D2C-EBCF-7700-441B23F5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0CB47-9EC5-E0F5-590B-BC343C7F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1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C3B24-B20A-6DE6-1129-7F22259FE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EAA36-EE6B-2F1B-FAD2-A1BC5D5C4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C54FE-8100-B266-4295-2C1F0E04C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4DD169-8852-C47E-279D-7C29DB242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7C493-281E-3F8C-B0C0-AF3BCDE77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F56C55-2D64-AC36-448F-BC21B805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A15C7E-62D0-8126-AB90-E1B7BC397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A3343-5637-E84E-127A-12A57130A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154CD-E83A-89F0-4452-852279BF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0DED24-5416-525A-AE99-0BD2F98A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9B8A1-1D4D-3DD3-7E54-2F8E47F9B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5AEF3-B4DC-E8D7-745F-21D900AA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5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FD3B7-52BF-75B5-00A6-D373434F0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381816-E28D-AFB6-FA2D-7B2CC660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D9E59-A915-A4E6-5D5D-99C8055A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23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F1B1E-4DE4-0EE2-4F04-FE534309D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A246F-46EA-246C-6537-9CF66FE9A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1284A-07E3-D879-F766-3D4153876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FD567-B26D-29EC-5FBE-F67476626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570A0-2294-FA66-9CF5-76BFA6B62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2AAF3-9D10-FE15-511C-9AF419DEF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80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FAFB-DDF5-1898-9FDD-E687A44F1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290B2-EB0B-0E87-D76E-55C5E90E5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55E52-CC56-82F6-94EC-8EF80E82E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34F6C-B9BF-9700-C4DD-CBCA67BD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F201F-5F20-D542-F496-D3179A2AE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1D5AE-7C00-B090-8F23-102B7C36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54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ED88-6970-701B-E0B0-31569C3D5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B616A-092E-7C7E-9FD5-B34955599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0068C-8452-BB58-95A7-54C8C1FEC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531BF-924A-B223-1BDF-7F760BDE8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E6CA6-BA4D-FDDD-0681-0A6465D4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4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D08D98-3F48-382B-E56E-85FCC19DD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C94FE-19A0-C63A-3B8C-244A1CDDC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5B6B5-29FD-E9BF-12BE-EA7A1794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6FC7B-E785-D829-3A38-6BEA6F846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3FECC-3859-CDC6-11B9-F3750D957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67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3E5471-4BB6-E03B-9249-15885B06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B2BEF-CEA7-2DEF-B2BB-EDA5F9D91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00C4B-802A-F433-1A03-0A9EA3DB2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CD1A6-1166-4C36-3954-6B10149AF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24CE4-2030-77DE-2374-889DEAAB8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5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A5F6F-4497-B233-765C-D87E0A5B0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1568"/>
          </a:xfrm>
        </p:spPr>
        <p:txBody>
          <a:bodyPr>
            <a:normAutofit/>
          </a:bodyPr>
          <a:lstStyle/>
          <a:p>
            <a:r>
              <a:rPr lang="en-US" dirty="0" err="1"/>
              <a:t>Sữa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3 (5.2)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728F8A5-33E2-D2EC-6AFE-495B8E02DB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855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399FD-9F62-04CA-8FCA-678B402DB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57. Hướng dẫn bài tập cuối chương 5 - Trim2">
            <a:hlinkClick r:id="" action="ppaction://media"/>
            <a:extLst>
              <a:ext uri="{FF2B5EF4-FFF2-40B4-BE49-F238E27FC236}">
                <a16:creationId xmlns:a16="http://schemas.microsoft.com/office/drawing/2014/main" id="{D5AC9EBF-9F17-8993-03E3-DAB4A538A28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51038" y="1825625"/>
            <a:ext cx="8288337" cy="4351338"/>
          </a:xfrm>
        </p:spPr>
      </p:pic>
    </p:spTree>
    <p:extLst>
      <p:ext uri="{BB962C8B-B14F-4D97-AF65-F5344CB8AC3E}">
        <p14:creationId xmlns:p14="http://schemas.microsoft.com/office/powerpoint/2010/main" val="248494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362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8</Words>
  <Application>Microsoft Office PowerPoint</Application>
  <PresentationFormat>Widescreen</PresentationFormat>
  <Paragraphs>1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Sữa bài tập chương 3 (5.2)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31</cp:revision>
  <dcterms:created xsi:type="dcterms:W3CDTF">2026-03-27T15:25:52Z</dcterms:created>
  <dcterms:modified xsi:type="dcterms:W3CDTF">2026-07-02T03:51:03Z</dcterms:modified>
</cp:coreProperties>
</file>