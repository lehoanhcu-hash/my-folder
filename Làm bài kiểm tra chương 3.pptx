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modSld">
      <pc:chgData name="Cư, Lê Hoành" userId="8040f1d9-fc08-4340-919f-e31835b09669" providerId="ADAL" clId="{E6925CE3-7288-459F-A61A-926B9B87E3D0}" dt="2026-03-27T17:17:31.425" v="70" actId="1076"/>
      <pc:docMkLst>
        <pc:docMk/>
      </pc:docMkLst>
      <pc:sldChg chg="addSp modSp mod">
        <pc:chgData name="Cư, Lê Hoành" userId="8040f1d9-fc08-4340-919f-e31835b09669" providerId="ADAL" clId="{E6925CE3-7288-459F-A61A-926B9B87E3D0}" dt="2026-03-27T16:42:14.784" v="51" actId="14100"/>
        <pc:sldMkLst>
          <pc:docMk/>
          <pc:sldMk cId="318516159" sldId="257"/>
        </pc:sldMkLst>
        <pc:picChg chg="add mod">
          <ac:chgData name="Cư, Lê Hoành" userId="8040f1d9-fc08-4340-919f-e31835b09669" providerId="ADAL" clId="{E6925CE3-7288-459F-A61A-926B9B87E3D0}" dt="2026-03-27T16:42:14.784" v="51" actId="14100"/>
          <ac:picMkLst>
            <pc:docMk/>
            <pc:sldMk cId="318516159" sldId="257"/>
            <ac:picMk id="5" creationId="{BD7B2108-66BD-6133-F0DC-245EF395C281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44:35.875" v="54" actId="14100"/>
        <pc:sldMkLst>
          <pc:docMk/>
          <pc:sldMk cId="456285892" sldId="258"/>
        </pc:sldMkLst>
        <pc:picChg chg="add mod">
          <ac:chgData name="Cư, Lê Hoành" userId="8040f1d9-fc08-4340-919f-e31835b09669" providerId="ADAL" clId="{E6925CE3-7288-459F-A61A-926B9B87E3D0}" dt="2026-03-27T16:44:35.875" v="54" actId="14100"/>
          <ac:picMkLst>
            <pc:docMk/>
            <pc:sldMk cId="456285892" sldId="258"/>
            <ac:picMk id="5" creationId="{0D5CF5DD-66B2-019E-18C6-3F25E70AF358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3:35.314" v="33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mod">
          <ac:chgData name="Cư, Lê Hoành" userId="8040f1d9-fc08-4340-919f-e31835b09669" providerId="ADAL" clId="{E6925CE3-7288-459F-A61A-926B9B87E3D0}" dt="2026-03-27T16:33:35.314" v="33" actId="14100"/>
          <ac:picMkLst>
            <pc:docMk/>
            <pc:sldMk cId="1836343227" sldId="259"/>
            <ac:picMk id="5" creationId="{9C3BD7EC-D169-081E-CC00-69D356E65FA8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3:46.431" v="35" actId="14100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3:54.165" v="37" actId="14100"/>
        <pc:sldMkLst>
          <pc:docMk/>
          <pc:sldMk cId="1276565229" sldId="261"/>
        </pc:sldMkLst>
        <pc:picChg chg="add mod">
          <ac:chgData name="Cư, Lê Hoành" userId="8040f1d9-fc08-4340-919f-e31835b09669" providerId="ADAL" clId="{E6925CE3-7288-459F-A61A-926B9B87E3D0}" dt="2026-03-27T16:33:54.165" v="37" actId="14100"/>
          <ac:picMkLst>
            <pc:docMk/>
            <pc:sldMk cId="1276565229" sldId="261"/>
            <ac:picMk id="5" creationId="{F4F8AB0B-1E79-16AA-9727-8C89B196790C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4:01.567" v="39" actId="14100"/>
        <pc:sldMkLst>
          <pc:docMk/>
          <pc:sldMk cId="1517593227" sldId="262"/>
        </pc:sldMkLst>
        <pc:picChg chg="add mod">
          <ac:chgData name="Cư, Lê Hoành" userId="8040f1d9-fc08-4340-919f-e31835b09669" providerId="ADAL" clId="{E6925CE3-7288-459F-A61A-926B9B87E3D0}" dt="2026-03-27T16:34:01.567" v="39" actId="14100"/>
          <ac:picMkLst>
            <pc:docMk/>
            <pc:sldMk cId="1517593227" sldId="262"/>
            <ac:picMk id="5" creationId="{D65CD62E-F070-2C0A-C1A8-994BDEA672E1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4:08.384" v="41" actId="14100"/>
        <pc:sldMkLst>
          <pc:docMk/>
          <pc:sldMk cId="1417605080" sldId="263"/>
        </pc:sldMkLst>
        <pc:picChg chg="add mod">
          <ac:chgData name="Cư, Lê Hoành" userId="8040f1d9-fc08-4340-919f-e31835b09669" providerId="ADAL" clId="{E6925CE3-7288-459F-A61A-926B9B87E3D0}" dt="2026-03-27T16:34:08.384" v="41" actId="14100"/>
          <ac:picMkLst>
            <pc:docMk/>
            <pc:sldMk cId="1417605080" sldId="263"/>
            <ac:picMk id="5" creationId="{3EABD084-6566-0519-2355-94D9C38EF0D2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4:22.253" v="43" actId="14100"/>
        <pc:sldMkLst>
          <pc:docMk/>
          <pc:sldMk cId="1675971799" sldId="264"/>
        </pc:sldMkLst>
        <pc:picChg chg="add mod">
          <ac:chgData name="Cư, Lê Hoành" userId="8040f1d9-fc08-4340-919f-e31835b09669" providerId="ADAL" clId="{E6925CE3-7288-459F-A61A-926B9B87E3D0}" dt="2026-03-27T16:34:22.253" v="43" actId="14100"/>
          <ac:picMkLst>
            <pc:docMk/>
            <pc:sldMk cId="1675971799" sldId="264"/>
            <ac:picMk id="5" creationId="{0BD2BEA1-2F88-B99E-DCB6-0DFDB4CFCFE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4:46.237" v="47" actId="14100"/>
        <pc:sldMkLst>
          <pc:docMk/>
          <pc:sldMk cId="1765955035" sldId="265"/>
        </pc:sldMkLst>
        <pc:picChg chg="add mod">
          <ac:chgData name="Cư, Lê Hoành" userId="8040f1d9-fc08-4340-919f-e31835b09669" providerId="ADAL" clId="{E6925CE3-7288-459F-A61A-926B9B87E3D0}" dt="2026-03-27T16:34:46.237" v="47" actId="14100"/>
          <ac:picMkLst>
            <pc:docMk/>
            <pc:sldMk cId="1765955035" sldId="265"/>
            <ac:picMk id="5" creationId="{017970E4-37C1-C3B3-3720-3B5B0011B4CD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5:03.096" v="49" actId="14100"/>
        <pc:sldMkLst>
          <pc:docMk/>
          <pc:sldMk cId="731843277" sldId="266"/>
        </pc:sldMkLst>
        <pc:picChg chg="add mod">
          <ac:chgData name="Cư, Lê Hoành" userId="8040f1d9-fc08-4340-919f-e31835b09669" providerId="ADAL" clId="{E6925CE3-7288-459F-A61A-926B9B87E3D0}" dt="2026-03-27T16:35:03.096" v="49" actId="14100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28:27.980" v="12" actId="14100"/>
        <pc:sldMkLst>
          <pc:docMk/>
          <pc:sldMk cId="2793571153" sldId="267"/>
        </pc:sldMkLst>
        <pc:picChg chg="add mod">
          <ac:chgData name="Cư, Lê Hoành" userId="8040f1d9-fc08-4340-919f-e31835b09669" providerId="ADAL" clId="{E6925CE3-7288-459F-A61A-926B9B87E3D0}" dt="2026-03-27T16:28:27.980" v="12" actId="14100"/>
          <ac:picMkLst>
            <pc:docMk/>
            <pc:sldMk cId="2793571153" sldId="267"/>
            <ac:picMk id="5" creationId="{BF4C8800-1D55-B589-B155-3E4A842BF4FC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29:08.820" v="15" actId="14100"/>
        <pc:sldMkLst>
          <pc:docMk/>
          <pc:sldMk cId="1961751893" sldId="268"/>
        </pc:sldMkLst>
        <pc:picChg chg="add mod">
          <ac:chgData name="Cư, Lê Hoành" userId="8040f1d9-fc08-4340-919f-e31835b09669" providerId="ADAL" clId="{E6925CE3-7288-459F-A61A-926B9B87E3D0}" dt="2026-03-27T16:29:08.820" v="15" actId="14100"/>
          <ac:picMkLst>
            <pc:docMk/>
            <pc:sldMk cId="1961751893" sldId="268"/>
            <ac:picMk id="5" creationId="{9D340A5E-4100-DDAF-349E-D09AA43A8910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0:05.360" v="18" actId="14100"/>
        <pc:sldMkLst>
          <pc:docMk/>
          <pc:sldMk cId="2363755731" sldId="269"/>
        </pc:sldMkLst>
        <pc:picChg chg="add mod">
          <ac:chgData name="Cư, Lê Hoành" userId="8040f1d9-fc08-4340-919f-e31835b09669" providerId="ADAL" clId="{E6925CE3-7288-459F-A61A-926B9B87E3D0}" dt="2026-03-27T16:30:05.360" v="18" actId="14100"/>
          <ac:picMkLst>
            <pc:docMk/>
            <pc:sldMk cId="2363755731" sldId="269"/>
            <ac:picMk id="5" creationId="{1FC72D2C-CFB0-1F1C-C95B-D6FB0C2648E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0:47.885" v="21" actId="14100"/>
        <pc:sldMkLst>
          <pc:docMk/>
          <pc:sldMk cId="597492605" sldId="270"/>
        </pc:sldMkLst>
        <pc:picChg chg="add mod">
          <ac:chgData name="Cư, Lê Hoành" userId="8040f1d9-fc08-4340-919f-e31835b09669" providerId="ADAL" clId="{E6925CE3-7288-459F-A61A-926B9B87E3D0}" dt="2026-03-27T16:30:47.885" v="21" actId="14100"/>
          <ac:picMkLst>
            <pc:docMk/>
            <pc:sldMk cId="597492605" sldId="270"/>
            <ac:picMk id="5" creationId="{57E66915-0B17-8ADA-AF8A-558EC3126F9B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1:32.757" v="25" actId="14100"/>
        <pc:sldMkLst>
          <pc:docMk/>
          <pc:sldMk cId="3386323168" sldId="271"/>
        </pc:sldMkLst>
        <pc:picChg chg="add mod">
          <ac:chgData name="Cư, Lê Hoành" userId="8040f1d9-fc08-4340-919f-e31835b09669" providerId="ADAL" clId="{E6925CE3-7288-459F-A61A-926B9B87E3D0}" dt="2026-03-27T16:31:32.757" v="25" actId="14100"/>
          <ac:picMkLst>
            <pc:docMk/>
            <pc:sldMk cId="3386323168" sldId="271"/>
            <ac:picMk id="5" creationId="{92546F98-FCC8-8733-AB97-A42A9433B4CD}"/>
          </ac:picMkLst>
        </pc:picChg>
      </pc:sldChg>
      <pc:sldChg chg="addSp modSp mod">
        <pc:chgData name="Cư, Lê Hoành" userId="8040f1d9-fc08-4340-919f-e31835b09669" providerId="ADAL" clId="{E6925CE3-7288-459F-A61A-926B9B87E3D0}" dt="2026-03-27T16:32:11.590" v="28" actId="14100"/>
        <pc:sldMkLst>
          <pc:docMk/>
          <pc:sldMk cId="1879770684" sldId="272"/>
        </pc:sldMkLst>
        <pc:picChg chg="add mod">
          <ac:chgData name="Cư, Lê Hoành" userId="8040f1d9-fc08-4340-919f-e31835b09669" providerId="ADAL" clId="{E6925CE3-7288-459F-A61A-926B9B87E3D0}" dt="2026-03-27T16:32:11.590" v="28" actId="14100"/>
          <ac:picMkLst>
            <pc:docMk/>
            <pc:sldMk cId="1879770684" sldId="272"/>
            <ac:picMk id="5" creationId="{2DB5E63F-DEC3-0828-59B6-D2A830975570}"/>
          </ac:picMkLst>
        </pc:picChg>
      </pc:sldChg>
      <pc:sldChg chg="addSp mod">
        <pc:chgData name="Cư, Lê Hoành" userId="8040f1d9-fc08-4340-919f-e31835b09669" providerId="ADAL" clId="{E6925CE3-7288-459F-A61A-926B9B87E3D0}" dt="2026-03-27T17:09:51.870" v="55" actId="22"/>
        <pc:sldMkLst>
          <pc:docMk/>
          <pc:sldMk cId="3629018418" sldId="274"/>
        </pc:sldMkLst>
        <pc:picChg chg="add">
          <ac:chgData name="Cư, Lê Hoành" userId="8040f1d9-fc08-4340-919f-e31835b09669" providerId="ADAL" clId="{E6925CE3-7288-459F-A61A-926B9B87E3D0}" dt="2026-03-27T17:09:51.870" v="55" actId="22"/>
          <ac:picMkLst>
            <pc:docMk/>
            <pc:sldMk cId="3629018418" sldId="274"/>
            <ac:picMk id="5" creationId="{E10F2AB2-FCCF-8AB6-44E3-B14A9FBC07DD}"/>
          </ac:picMkLst>
        </pc:picChg>
      </pc:sldChg>
      <pc:sldChg chg="addSp mod">
        <pc:chgData name="Cư, Lê Hoành" userId="8040f1d9-fc08-4340-919f-e31835b09669" providerId="ADAL" clId="{E6925CE3-7288-459F-A61A-926B9B87E3D0}" dt="2026-03-27T17:11:23.678" v="56" actId="22"/>
        <pc:sldMkLst>
          <pc:docMk/>
          <pc:sldMk cId="292605160" sldId="275"/>
        </pc:sldMkLst>
        <pc:picChg chg="add">
          <ac:chgData name="Cư, Lê Hoành" userId="8040f1d9-fc08-4340-919f-e31835b09669" providerId="ADAL" clId="{E6925CE3-7288-459F-A61A-926B9B87E3D0}" dt="2026-03-27T17:11:23.678" v="56" actId="22"/>
          <ac:picMkLst>
            <pc:docMk/>
            <pc:sldMk cId="292605160" sldId="275"/>
            <ac:picMk id="5" creationId="{2D134BD2-4442-F87F-9668-6E90021A5A25}"/>
          </ac:picMkLst>
        </pc:picChg>
      </pc:sldChg>
      <pc:sldChg chg="addSp mod">
        <pc:chgData name="Cư, Lê Hoành" userId="8040f1d9-fc08-4340-919f-e31835b09669" providerId="ADAL" clId="{E6925CE3-7288-459F-A61A-926B9B87E3D0}" dt="2026-03-27T17:12:06.792" v="57" actId="22"/>
        <pc:sldMkLst>
          <pc:docMk/>
          <pc:sldMk cId="333528702" sldId="276"/>
        </pc:sldMkLst>
        <pc:picChg chg="add">
          <ac:chgData name="Cư, Lê Hoành" userId="8040f1d9-fc08-4340-919f-e31835b09669" providerId="ADAL" clId="{E6925CE3-7288-459F-A61A-926B9B87E3D0}" dt="2026-03-27T17:12:06.792" v="57" actId="22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90581-F8BA-C5B8-8F6B-BF21EEA3A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B2108-66BD-6133-F0DC-245EF395C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342229"/>
            <a:ext cx="10421509" cy="615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FB0-C91C-F708-2364-CADC8F15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477-4AB7-F693-CBD8-25063332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129A1-A8E2-7864-C077-06E7DFFAB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CF5DD-66B2-019E-18C6-3F25E70A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0" y="228600"/>
            <a:ext cx="1237268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71AD-DCED-9FBD-A43C-C63BB048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7E3-8A78-DB63-3E2A-D44E30C22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75224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B06A-110C-A757-7D18-FE18014AD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BD7EC-D169-081E-CC00-69D356E6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4" y="107437"/>
            <a:ext cx="9982576" cy="629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3D9-6CF0-939E-C7E1-D902AF07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6734-498A-B47A-75D7-EACF57A49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9C2E6-2D85-4128-4C7C-062905ABC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F1BC5-731A-6F66-B7D5-EBE9B4F04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9" y="124055"/>
            <a:ext cx="8745659" cy="59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9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EDCC-1A7A-54CD-7809-5A5A0F4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1B65-9A69-E4BB-78AA-2F0CA321E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4EA7E-8859-84D3-FE3C-988EA9660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8AB0B-1E79-16AA-9727-8C89B196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05792"/>
            <a:ext cx="9144000" cy="60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6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EB3-A3BF-B88B-5932-3352E861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6CF6-0DE9-67F1-1BB5-A2A50FD92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6CA6-B10E-42EF-8F64-C4C89C4A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CD62E-F070-2C0A-C1A8-994BDEA67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40" y="576944"/>
            <a:ext cx="9078175" cy="591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CC7B-2A5C-B4B3-7933-63A8AF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F1BC-5049-FFAA-25A6-38BB3C19B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B7FA5-6EEA-8F1E-7FA1-03ECED96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BD084-6566-0519-2355-94D9C38E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0" y="209687"/>
            <a:ext cx="8752115" cy="59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FBD-CF3C-842F-DFF4-1E51411B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47B1-A4A8-38FB-30D3-1C4A237D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9A0-AA21-BA3E-6E49-789FE18BE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2BEA1-2F88-B99E-DCB6-0DFDB4CFC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66224"/>
            <a:ext cx="8784771" cy="592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1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D20C-3A41-3FCA-1C9D-734FAE6D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98B5-0442-1FFA-61C9-DC045886E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4C6B5-41EA-6B6F-CB44-088E1A98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970E4-37C1-C3B3-3720-3B5B0011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111" y="370114"/>
            <a:ext cx="9154917" cy="648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5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05C98-F9C2-C168-911B-A060C2DE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28" y="446740"/>
            <a:ext cx="9425837" cy="601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0C5A-0D83-1DBD-99D4-1C285A7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E34D-91D4-04DA-637A-D151EF12E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BB1B-AFD8-E346-0631-CD09472B6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C8800-1D55-B589-B155-3E4A842B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3" y="60824"/>
            <a:ext cx="9590314" cy="6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40A5E-4100-DDAF-349E-D09AA43A8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92365"/>
            <a:ext cx="9887043" cy="66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72D2C-CFB0-1F1C-C95B-D6FB0C26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9" y="71908"/>
            <a:ext cx="9748035" cy="678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66915-0B17-8ADA-AF8A-558EC312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21119"/>
            <a:ext cx="9858926" cy="662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46F98-FCC8-8733-AB97-A42A9433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192071"/>
            <a:ext cx="9274629" cy="673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5E63F-DEC3-0828-59B6-D2A830975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46287"/>
            <a:ext cx="9976005" cy="668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F2AB2-FCCF-8AB6-44E3-B14A9FBC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88" y="1831893"/>
            <a:ext cx="5340624" cy="319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34BD2-4442-F87F-9668-6E90021A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80" y="1793791"/>
            <a:ext cx="5620039" cy="32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B446B-34A7-92D4-B07E-032B5296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812" y="1835068"/>
            <a:ext cx="5372376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154-3DBD-C590-79E1-076B72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443F-0D08-E90B-6648-246BFD12D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79C11-460C-FF36-F5B5-95D4E9A5F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6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A832-F7C0-113E-3AB1-F0D8A099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1972-9D45-B104-2078-89DB3A7D1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D641B-303D-6149-4256-49CF45E9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3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C3AB-28FD-7780-BF17-839BBB72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50D-01CA-789B-F75A-74B0166BF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9529-D60F-87AB-1037-4D248D11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63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C8A3-ED46-6DD4-890B-583B8A5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23C-704C-DA3E-2D73-3B288F29B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86ABB-0864-C293-B791-BECB5A3AE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9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A9F2-D7D4-05FE-427D-6A95996B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EBEB-7DA1-AA0E-D9D2-C15BB9FF7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6C10-E807-317E-FE4E-FFBCACB1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1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C3F-19E5-8890-BB8A-CC4F103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9EB3-8E87-9FFC-65C4-57D15F10A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0420-68AE-EB58-5A87-2BBC5A85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</Words>
  <Application>Microsoft Office PowerPoint</Application>
  <PresentationFormat>Widescreen</PresentationFormat>
  <Paragraphs>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Làm bài kiểm tra chương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</cp:revision>
  <dcterms:created xsi:type="dcterms:W3CDTF">2026-03-27T16:20:12Z</dcterms:created>
  <dcterms:modified xsi:type="dcterms:W3CDTF">2026-03-27T17:17:31Z</dcterms:modified>
</cp:coreProperties>
</file>