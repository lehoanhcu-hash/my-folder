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9"/>
  </p:notesMasterIdLst>
  <p:sldIdLst>
    <p:sldId id="261" r:id="rId5"/>
    <p:sldId id="304" r:id="rId6"/>
    <p:sldId id="377" r:id="rId7"/>
    <p:sldId id="315" r:id="rId8"/>
    <p:sldId id="344" r:id="rId9"/>
    <p:sldId id="325" r:id="rId10"/>
    <p:sldId id="312" r:id="rId11"/>
    <p:sldId id="378" r:id="rId12"/>
    <p:sldId id="297" r:id="rId13"/>
    <p:sldId id="323" r:id="rId14"/>
    <p:sldId id="303" r:id="rId15"/>
    <p:sldId id="310" r:id="rId16"/>
    <p:sldId id="350" r:id="rId17"/>
    <p:sldId id="339" r:id="rId18"/>
    <p:sldId id="341" r:id="rId19"/>
    <p:sldId id="359" r:id="rId20"/>
    <p:sldId id="360" r:id="rId21"/>
    <p:sldId id="373" r:id="rId22"/>
    <p:sldId id="355" r:id="rId23"/>
    <p:sldId id="362" r:id="rId24"/>
    <p:sldId id="351" r:id="rId25"/>
    <p:sldId id="356" r:id="rId26"/>
    <p:sldId id="367" r:id="rId27"/>
    <p:sldId id="372" r:id="rId28"/>
  </p:sldIdLst>
  <p:sldSz cx="9144000" cy="5143500" type="screen16x9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66068FD-31DF-4505-96EA-B953B35EC922}">
          <p14:sldIdLst>
            <p14:sldId id="261"/>
            <p14:sldId id="304"/>
            <p14:sldId id="377"/>
            <p14:sldId id="315"/>
            <p14:sldId id="344"/>
            <p14:sldId id="325"/>
            <p14:sldId id="312"/>
            <p14:sldId id="378"/>
            <p14:sldId id="297"/>
            <p14:sldId id="323"/>
            <p14:sldId id="303"/>
            <p14:sldId id="310"/>
            <p14:sldId id="350"/>
            <p14:sldId id="339"/>
            <p14:sldId id="341"/>
            <p14:sldId id="359"/>
            <p14:sldId id="360"/>
            <p14:sldId id="373"/>
            <p14:sldId id="355"/>
            <p14:sldId id="362"/>
            <p14:sldId id="351"/>
            <p14:sldId id="356"/>
            <p14:sldId id="367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E9AD"/>
    <a:srgbClr val="119303"/>
    <a:srgbClr val="67F753"/>
    <a:srgbClr val="F5F5F5"/>
    <a:srgbClr val="E78BCB"/>
    <a:srgbClr val="424340"/>
    <a:srgbClr val="E2E7EE"/>
    <a:srgbClr val="0000FF"/>
    <a:srgbClr val="29A8FF"/>
    <a:srgbClr val="8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1BC21-7276-4E05-A773-B88CD4637F15}" v="20" dt="2026-01-19T14:21:18.945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6247" autoAdjust="0"/>
  </p:normalViewPr>
  <p:slideViewPr>
    <p:cSldViewPr snapToGrid="0">
      <p:cViewPr varScale="1">
        <p:scale>
          <a:sx n="140" d="100"/>
          <a:sy n="140" d="100"/>
        </p:scale>
        <p:origin x="82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redo custSel addSld delSld modSld sldOrd delSection modSection">
      <pc:chgData name="Danh, Hoàng Duy" userId="3a448fcf-317f-4972-a161-06742a14d4c7" providerId="ADAL" clId="{CE1C8B88-0719-4E4A-B0E4-7DC533AE261F}" dt="2026-01-19T14:21:22.894" v="6869" actId="1036"/>
      <pc:docMkLst>
        <pc:docMk/>
      </pc:docMkLst>
      <pc:sldChg chg="modSp mod">
        <pc:chgData name="Danh, Hoàng Duy" userId="3a448fcf-317f-4972-a161-06742a14d4c7" providerId="ADAL" clId="{CE1C8B88-0719-4E4A-B0E4-7DC533AE261F}" dt="2026-01-19T02:02:35.380" v="6849" actId="20577"/>
        <pc:sldMkLst>
          <pc:docMk/>
          <pc:sldMk cId="0" sldId="261"/>
        </pc:sldMkLst>
        <pc:spChg chg="mod">
          <ac:chgData name="Danh, Hoàng Duy" userId="3a448fcf-317f-4972-a161-06742a14d4c7" providerId="ADAL" clId="{CE1C8B88-0719-4E4A-B0E4-7DC533AE261F}" dt="2026-01-19T02:02:35.380" v="6849" actId="20577"/>
          <ac:spMkLst>
            <pc:docMk/>
            <pc:sldMk cId="0" sldId="261"/>
            <ac:spMk id="6" creationId="{6D0DFC0C-E3A7-AC85-8C7C-C6BD6BEC71AB}"/>
          </ac:spMkLst>
        </pc:spChg>
      </pc:sldChg>
      <pc:sldChg chg="addSp delSp modSp mod">
        <pc:chgData name="Danh, Hoàng Duy" userId="3a448fcf-317f-4972-a161-06742a14d4c7" providerId="ADAL" clId="{CE1C8B88-0719-4E4A-B0E4-7DC533AE261F}" dt="2026-01-16T02:59:12.648" v="6317" actId="113"/>
        <pc:sldMkLst>
          <pc:docMk/>
          <pc:sldMk cId="3039711019" sldId="297"/>
        </pc:sldMkLst>
        <pc:graphicFrameChg chg="mod">
          <ac:chgData name="Danh, Hoàng Duy" userId="3a448fcf-317f-4972-a161-06742a14d4c7" providerId="ADAL" clId="{CE1C8B88-0719-4E4A-B0E4-7DC533AE261F}" dt="2026-01-16T02:46:48.160" v="5712"/>
          <ac:graphicFrameMkLst>
            <pc:docMk/>
            <pc:sldMk cId="3039711019" sldId="297"/>
            <ac:graphicFrameMk id="4" creationId="{C0D84FB5-511B-8165-6333-DC95CA4A2E89}"/>
          </ac:graphicFrameMkLst>
        </pc:graphicFrameChg>
        <pc:graphicFrameChg chg="modGraphic">
          <ac:chgData name="Danh, Hoàng Duy" userId="3a448fcf-317f-4972-a161-06742a14d4c7" providerId="ADAL" clId="{CE1C8B88-0719-4E4A-B0E4-7DC533AE261F}" dt="2026-01-16T02:59:12.648" v="6317" actId="113"/>
          <ac:graphicFrameMkLst>
            <pc:docMk/>
            <pc:sldMk cId="3039711019" sldId="297"/>
            <ac:graphicFrameMk id="5" creationId="{C9DB754C-E5FF-3F60-70E8-FEBE3F5315E8}"/>
          </ac:graphicFrameMkLst>
        </pc:graphicFrameChg>
        <pc:graphicFrameChg chg="mod">
          <ac:chgData name="Danh, Hoàng Duy" userId="3a448fcf-317f-4972-a161-06742a14d4c7" providerId="ADAL" clId="{CE1C8B88-0719-4E4A-B0E4-7DC533AE261F}" dt="2026-01-16T02:48:55.758" v="5721"/>
          <ac:graphicFrameMkLst>
            <pc:docMk/>
            <pc:sldMk cId="3039711019" sldId="297"/>
            <ac:graphicFrameMk id="15" creationId="{A5D34DAE-E6F6-848C-1C73-CCFD3D0F5F15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1-19T01:57:00.373" v="6819" actId="20577"/>
        <pc:sldMkLst>
          <pc:docMk/>
          <pc:sldMk cId="2836078639" sldId="303"/>
        </pc:sldMkLst>
        <pc:spChg chg="mod">
          <ac:chgData name="Danh, Hoàng Duy" userId="3a448fcf-317f-4972-a161-06742a14d4c7" providerId="ADAL" clId="{CE1C8B88-0719-4E4A-B0E4-7DC533AE261F}" dt="2026-01-19T01:57:00.373" v="6819" actId="20577"/>
          <ac:spMkLst>
            <pc:docMk/>
            <pc:sldMk cId="2836078639" sldId="303"/>
            <ac:spMk id="2" creationId="{96887BFE-815C-615F-B644-76B304CE4911}"/>
          </ac:spMkLst>
        </pc:spChg>
        <pc:spChg chg="add del mod">
          <ac:chgData name="Danh, Hoàng Duy" userId="3a448fcf-317f-4972-a161-06742a14d4c7" providerId="ADAL" clId="{CE1C8B88-0719-4E4A-B0E4-7DC533AE261F}" dt="2026-01-19T01:53:54.393" v="6792" actId="478"/>
          <ac:spMkLst>
            <pc:docMk/>
            <pc:sldMk cId="2836078639" sldId="303"/>
            <ac:spMk id="3" creationId="{53E66957-1DED-A705-7420-BC00C8712FB5}"/>
          </ac:spMkLst>
        </pc:spChg>
        <pc:picChg chg="add del">
          <ac:chgData name="Danh, Hoàng Duy" userId="3a448fcf-317f-4972-a161-06742a14d4c7" providerId="ADAL" clId="{CE1C8B88-0719-4E4A-B0E4-7DC533AE261F}" dt="2026-01-19T01:56:25.501" v="6804" actId="478"/>
          <ac:picMkLst>
            <pc:docMk/>
            <pc:sldMk cId="2836078639" sldId="303"/>
            <ac:picMk id="4" creationId="{425F52AF-B34A-940C-5265-32279F21B5C3}"/>
          </ac:picMkLst>
        </pc:picChg>
        <pc:picChg chg="add del">
          <ac:chgData name="Danh, Hoàng Duy" userId="3a448fcf-317f-4972-a161-06742a14d4c7" providerId="ADAL" clId="{CE1C8B88-0719-4E4A-B0E4-7DC533AE261F}" dt="2026-01-19T01:56:24.510" v="6803" actId="478"/>
          <ac:picMkLst>
            <pc:docMk/>
            <pc:sldMk cId="2836078639" sldId="303"/>
            <ac:picMk id="5" creationId="{1185A54E-7257-EAB5-6809-D569212E6BB8}"/>
          </ac:picMkLst>
        </pc:picChg>
        <pc:picChg chg="add del mod">
          <ac:chgData name="Danh, Hoàng Duy" userId="3a448fcf-317f-4972-a161-06742a14d4c7" providerId="ADAL" clId="{CE1C8B88-0719-4E4A-B0E4-7DC533AE261F}" dt="2026-01-19T01:56:43.697" v="6813" actId="478"/>
          <ac:picMkLst>
            <pc:docMk/>
            <pc:sldMk cId="2836078639" sldId="303"/>
            <ac:picMk id="6" creationId="{3035DE79-1C78-D0E9-8B55-633C4CD34707}"/>
          </ac:picMkLst>
        </pc:picChg>
        <pc:picChg chg="add del">
          <ac:chgData name="Danh, Hoàng Duy" userId="3a448fcf-317f-4972-a161-06742a14d4c7" providerId="ADAL" clId="{CE1C8B88-0719-4E4A-B0E4-7DC533AE261F}" dt="2026-01-19T01:56:23.714" v="6802" actId="478"/>
          <ac:picMkLst>
            <pc:docMk/>
            <pc:sldMk cId="2836078639" sldId="303"/>
            <ac:picMk id="7" creationId="{26882027-DF08-21AD-11D9-F0A7E4C19E82}"/>
          </ac:picMkLst>
        </pc:picChg>
        <pc:picChg chg="add">
          <ac:chgData name="Danh, Hoàng Duy" userId="3a448fcf-317f-4972-a161-06742a14d4c7" providerId="ADAL" clId="{CE1C8B88-0719-4E4A-B0E4-7DC533AE261F}" dt="2026-01-19T01:56:08.503" v="6801"/>
          <ac:picMkLst>
            <pc:docMk/>
            <pc:sldMk cId="2836078639" sldId="303"/>
            <ac:picMk id="8" creationId="{183659F1-45C1-173C-771F-373A70939F6B}"/>
          </ac:picMkLst>
        </pc:picChg>
        <pc:picChg chg="add mod">
          <ac:chgData name="Danh, Hoàng Duy" userId="3a448fcf-317f-4972-a161-06742a14d4c7" providerId="ADAL" clId="{CE1C8B88-0719-4E4A-B0E4-7DC533AE261F}" dt="2026-01-19T01:56:57.716" v="6818" actId="1036"/>
          <ac:picMkLst>
            <pc:docMk/>
            <pc:sldMk cId="2836078639" sldId="303"/>
            <ac:picMk id="9" creationId="{1B89CFDD-FCE1-F8AF-FE44-213E9002C147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1:30:39.303" v="4842" actId="1036"/>
        <pc:sldMkLst>
          <pc:docMk/>
          <pc:sldMk cId="3774575398" sldId="304"/>
        </pc:sldMkLst>
        <pc:spChg chg="mod">
          <ac:chgData name="Danh, Hoàng Duy" userId="3a448fcf-317f-4972-a161-06742a14d4c7" providerId="ADAL" clId="{CE1C8B88-0719-4E4A-B0E4-7DC533AE261F}" dt="2026-01-16T01:29:27.288" v="4836" actId="20577"/>
          <ac:spMkLst>
            <pc:docMk/>
            <pc:sldMk cId="3774575398" sldId="304"/>
            <ac:spMk id="2" creationId="{D2170A85-2711-6FB8-2AC6-2C758E78707D}"/>
          </ac:spMkLst>
        </pc:spChg>
        <pc:picChg chg="add mod">
          <ac:chgData name="Danh, Hoàng Duy" userId="3a448fcf-317f-4972-a161-06742a14d4c7" providerId="ADAL" clId="{CE1C8B88-0719-4E4A-B0E4-7DC533AE261F}" dt="2026-01-16T01:30:39.303" v="4842" actId="1036"/>
          <ac:picMkLst>
            <pc:docMk/>
            <pc:sldMk cId="3774575398" sldId="304"/>
            <ac:picMk id="3" creationId="{0100D4A2-9541-EC66-5FEE-388C6A568840}"/>
          </ac:picMkLst>
        </pc:picChg>
      </pc:sldChg>
      <pc:sldChg chg="addSp delSp modSp add del mod modNotesTx">
        <pc:chgData name="Danh, Hoàng Duy" userId="3a448fcf-317f-4972-a161-06742a14d4c7" providerId="ADAL" clId="{CE1C8B88-0719-4E4A-B0E4-7DC533AE261F}" dt="2026-01-19T13:52:11.922" v="6857"/>
        <pc:sldMkLst>
          <pc:docMk/>
          <pc:sldMk cId="3780282396" sldId="310"/>
        </pc:sldMkLst>
        <pc:spChg chg="add del mod">
          <ac:chgData name="Danh, Hoàng Duy" userId="3a448fcf-317f-4972-a161-06742a14d4c7" providerId="ADAL" clId="{CE1C8B88-0719-4E4A-B0E4-7DC533AE261F}" dt="2026-01-19T01:56:31.655" v="6808" actId="478"/>
          <ac:spMkLst>
            <pc:docMk/>
            <pc:sldMk cId="3780282396" sldId="310"/>
            <ac:spMk id="3" creationId="{E138E025-2F02-294C-38E3-2F553BF7D9E2}"/>
          </ac:spMkLst>
        </pc:spChg>
        <pc:picChg chg="add">
          <ac:chgData name="Danh, Hoàng Duy" userId="3a448fcf-317f-4972-a161-06742a14d4c7" providerId="ADAL" clId="{CE1C8B88-0719-4E4A-B0E4-7DC533AE261F}" dt="2026-01-19T13:52:11.922" v="6857"/>
          <ac:picMkLst>
            <pc:docMk/>
            <pc:sldMk cId="3780282396" sldId="310"/>
            <ac:picMk id="3" creationId="{84BD8FB1-9AF3-5C4B-129F-A3637601FC69}"/>
          </ac:picMkLst>
        </pc:picChg>
        <pc:picChg chg="add mod">
          <ac:chgData name="Danh, Hoàng Duy" userId="3a448fcf-317f-4972-a161-06742a14d4c7" providerId="ADAL" clId="{CE1C8B88-0719-4E4A-B0E4-7DC533AE261F}" dt="2026-01-19T01:56:34.476" v="6811"/>
          <ac:picMkLst>
            <pc:docMk/>
            <pc:sldMk cId="3780282396" sldId="310"/>
            <ac:picMk id="4" creationId="{246E9FEC-B5C8-F879-0343-42934B0B582A}"/>
          </ac:picMkLst>
        </pc:picChg>
        <pc:picChg chg="del">
          <ac:chgData name="Danh, Hoàng Duy" userId="3a448fcf-317f-4972-a161-06742a14d4c7" providerId="ADAL" clId="{CE1C8B88-0719-4E4A-B0E4-7DC533AE261F}" dt="2026-01-19T01:56:32.220" v="6809" actId="478"/>
          <ac:picMkLst>
            <pc:docMk/>
            <pc:sldMk cId="3780282396" sldId="310"/>
            <ac:picMk id="5" creationId="{B6F8070A-2677-CD62-FB02-8A44843F1B0F}"/>
          </ac:picMkLst>
        </pc:picChg>
        <pc:picChg chg="add del">
          <ac:chgData name="Danh, Hoàng Duy" userId="3a448fcf-317f-4972-a161-06742a14d4c7" providerId="ADAL" clId="{CE1C8B88-0719-4E4A-B0E4-7DC533AE261F}" dt="2026-01-19T13:52:10.577" v="6856" actId="478"/>
          <ac:picMkLst>
            <pc:docMk/>
            <pc:sldMk cId="3780282396" sldId="310"/>
            <ac:picMk id="6" creationId="{2B123655-1A70-594A-FAD9-99BD8772E02A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2:44:32.541" v="5706" actId="1035"/>
        <pc:sldMkLst>
          <pc:docMk/>
          <pc:sldMk cId="1484793906" sldId="312"/>
        </pc:sldMkLst>
        <pc:picChg chg="add mod">
          <ac:chgData name="Danh, Hoàng Duy" userId="3a448fcf-317f-4972-a161-06742a14d4c7" providerId="ADAL" clId="{CE1C8B88-0719-4E4A-B0E4-7DC533AE261F}" dt="2026-01-16T02:44:32.541" v="5706" actId="1035"/>
          <ac:picMkLst>
            <pc:docMk/>
            <pc:sldMk cId="1484793906" sldId="312"/>
            <ac:picMk id="5" creationId="{002C88A7-B2A8-1610-421F-C84C66636C4F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1:50:40.299" v="5528" actId="478"/>
        <pc:sldMkLst>
          <pc:docMk/>
          <pc:sldMk cId="78206668" sldId="315"/>
        </pc:sldMkLst>
        <pc:graphicFrameChg chg="mod">
          <ac:chgData name="Danh, Hoàng Duy" userId="3a448fcf-317f-4972-a161-06742a14d4c7" providerId="ADAL" clId="{CE1C8B88-0719-4E4A-B0E4-7DC533AE261F}" dt="2026-01-16T01:43:12.956" v="5129" actId="113"/>
          <ac:graphicFrameMkLst>
            <pc:docMk/>
            <pc:sldMk cId="78206668" sldId="315"/>
            <ac:graphicFrameMk id="4" creationId="{E130BEDC-8830-AA2C-D6CE-032D13175089}"/>
          </ac:graphicFrameMkLst>
        </pc:graphicFrameChg>
        <pc:graphicFrameChg chg="modGraphic">
          <ac:chgData name="Danh, Hoàng Duy" userId="3a448fcf-317f-4972-a161-06742a14d4c7" providerId="ADAL" clId="{CE1C8B88-0719-4E4A-B0E4-7DC533AE261F}" dt="2026-01-16T01:49:57.594" v="5526" actId="20577"/>
          <ac:graphicFrameMkLst>
            <pc:docMk/>
            <pc:sldMk cId="78206668" sldId="315"/>
            <ac:graphicFrameMk id="5" creationId="{B898A6A7-30C3-9951-E884-FBCDACD14A63}"/>
          </ac:graphicFrameMkLst>
        </pc:graphicFrameChg>
        <pc:graphicFrameChg chg="mod">
          <ac:chgData name="Danh, Hoàng Duy" userId="3a448fcf-317f-4972-a161-06742a14d4c7" providerId="ADAL" clId="{CE1C8B88-0719-4E4A-B0E4-7DC533AE261F}" dt="2026-01-16T01:44:02.710" v="5135"/>
          <ac:graphicFrameMkLst>
            <pc:docMk/>
            <pc:sldMk cId="78206668" sldId="315"/>
            <ac:graphicFrameMk id="15" creationId="{424E2B08-E421-0097-BABF-0E47D73A24B0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1-16T05:36:14.510" v="6586" actId="255"/>
        <pc:sldMkLst>
          <pc:docMk/>
          <pc:sldMk cId="762985688" sldId="323"/>
        </pc:sldMkLst>
        <pc:spChg chg="mod">
          <ac:chgData name="Danh, Hoàng Duy" userId="3a448fcf-317f-4972-a161-06742a14d4c7" providerId="ADAL" clId="{CE1C8B88-0719-4E4A-B0E4-7DC533AE261F}" dt="2026-01-16T05:00:35.908" v="6338" actId="1076"/>
          <ac:spMkLst>
            <pc:docMk/>
            <pc:sldMk cId="762985688" sldId="323"/>
            <ac:spMk id="5" creationId="{7F88D789-AB75-CE1E-6AB8-BADB2A74196E}"/>
          </ac:spMkLst>
        </pc:spChg>
        <pc:spChg chg="add mod">
          <ac:chgData name="Danh, Hoàng Duy" userId="3a448fcf-317f-4972-a161-06742a14d4c7" providerId="ADAL" clId="{CE1C8B88-0719-4E4A-B0E4-7DC533AE261F}" dt="2026-01-16T05:36:14.510" v="6586" actId="255"/>
          <ac:spMkLst>
            <pc:docMk/>
            <pc:sldMk cId="762985688" sldId="323"/>
            <ac:spMk id="10" creationId="{E4543BC1-F1E8-09F0-C187-B9EFCD23102B}"/>
          </ac:spMkLst>
        </pc:spChg>
        <pc:picChg chg="add mod">
          <ac:chgData name="Danh, Hoàng Duy" userId="3a448fcf-317f-4972-a161-06742a14d4c7" providerId="ADAL" clId="{CE1C8B88-0719-4E4A-B0E4-7DC533AE261F}" dt="2026-01-16T05:00:21.222" v="6332" actId="1076"/>
          <ac:picMkLst>
            <pc:docMk/>
            <pc:sldMk cId="762985688" sldId="323"/>
            <ac:picMk id="9" creationId="{25324F3D-5676-277A-873A-6852E3FF6D97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2:11:44.033" v="5686" actId="20577"/>
        <pc:sldMkLst>
          <pc:docMk/>
          <pc:sldMk cId="2986706331" sldId="325"/>
        </pc:sldMkLst>
        <pc:graphicFrameChg chg="modGraphic">
          <ac:chgData name="Danh, Hoàng Duy" userId="3a448fcf-317f-4972-a161-06742a14d4c7" providerId="ADAL" clId="{CE1C8B88-0719-4E4A-B0E4-7DC533AE261F}" dt="2026-01-16T02:11:44.033" v="5686" actId="20577"/>
          <ac:graphicFrameMkLst>
            <pc:docMk/>
            <pc:sldMk cId="2986706331" sldId="325"/>
            <ac:graphicFrameMk id="13" creationId="{100BE8B6-6083-B7AE-2EFA-0BF3D2170931}"/>
          </ac:graphicFrameMkLst>
        </pc:graphicFrameChg>
        <pc:picChg chg="add mod">
          <ac:chgData name="Danh, Hoàng Duy" userId="3a448fcf-317f-4972-a161-06742a14d4c7" providerId="ADAL" clId="{CE1C8B88-0719-4E4A-B0E4-7DC533AE261F}" dt="2026-01-16T02:05:22.591" v="5549" actId="1035"/>
          <ac:picMkLst>
            <pc:docMk/>
            <pc:sldMk cId="2986706331" sldId="325"/>
            <ac:picMk id="4" creationId="{BE09BB78-9BBC-1235-F749-0E77DBE1AE10}"/>
          </ac:picMkLst>
        </pc:picChg>
        <pc:picChg chg="add mod">
          <ac:chgData name="Danh, Hoàng Duy" userId="3a448fcf-317f-4972-a161-06742a14d4c7" providerId="ADAL" clId="{CE1C8B88-0719-4E4A-B0E4-7DC533AE261F}" dt="2026-01-16T02:06:01.515" v="5560" actId="1038"/>
          <ac:picMkLst>
            <pc:docMk/>
            <pc:sldMk cId="2986706331" sldId="325"/>
            <ac:picMk id="5" creationId="{58F4B940-F93F-3DA6-9ECC-94411E526334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6:25:44.855" v="6711" actId="20577"/>
        <pc:sldMkLst>
          <pc:docMk/>
          <pc:sldMk cId="1872328076" sldId="339"/>
        </pc:sldMkLst>
        <pc:spChg chg="mod">
          <ac:chgData name="Danh, Hoàng Duy" userId="3a448fcf-317f-4972-a161-06742a14d4c7" providerId="ADAL" clId="{CE1C8B88-0719-4E4A-B0E4-7DC533AE261F}" dt="2026-01-16T06:24:08.579" v="6682" actId="20577"/>
          <ac:spMkLst>
            <pc:docMk/>
            <pc:sldMk cId="1872328076" sldId="339"/>
            <ac:spMk id="2" creationId="{F519E5DA-18D9-3147-64AD-EDD92E484021}"/>
          </ac:spMkLst>
        </pc:spChg>
        <pc:spChg chg="mod">
          <ac:chgData name="Danh, Hoàng Duy" userId="3a448fcf-317f-4972-a161-06742a14d4c7" providerId="ADAL" clId="{CE1C8B88-0719-4E4A-B0E4-7DC533AE261F}" dt="2026-01-16T06:25:44.855" v="6711" actId="20577"/>
          <ac:spMkLst>
            <pc:docMk/>
            <pc:sldMk cId="1872328076" sldId="339"/>
            <ac:spMk id="7" creationId="{AD65CEFF-EC41-A226-7607-B551F4DCD2E1}"/>
          </ac:spMkLst>
        </pc:spChg>
        <pc:picChg chg="add mod">
          <ac:chgData name="Danh, Hoàng Duy" userId="3a448fcf-317f-4972-a161-06742a14d4c7" providerId="ADAL" clId="{CE1C8B88-0719-4E4A-B0E4-7DC533AE261F}" dt="2026-01-16T06:24:00.536" v="6672" actId="1076"/>
          <ac:picMkLst>
            <pc:docMk/>
            <pc:sldMk cId="1872328076" sldId="339"/>
            <ac:picMk id="6" creationId="{39562D46-C905-22D6-51F8-5AD4702B2C71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8:49:05.632" v="6791" actId="1035"/>
        <pc:sldMkLst>
          <pc:docMk/>
          <pc:sldMk cId="770909714" sldId="341"/>
        </pc:sldMkLst>
        <pc:spChg chg="mod">
          <ac:chgData name="Danh, Hoàng Duy" userId="3a448fcf-317f-4972-a161-06742a14d4c7" providerId="ADAL" clId="{CE1C8B88-0719-4E4A-B0E4-7DC533AE261F}" dt="2026-01-16T07:08:39.870" v="6730" actId="1076"/>
          <ac:spMkLst>
            <pc:docMk/>
            <pc:sldMk cId="770909714" sldId="341"/>
            <ac:spMk id="5" creationId="{32ED3F55-C554-FD72-4154-22A4412DC715}"/>
          </ac:spMkLst>
        </pc:spChg>
        <pc:spChg chg="mod">
          <ac:chgData name="Danh, Hoàng Duy" userId="3a448fcf-317f-4972-a161-06742a14d4c7" providerId="ADAL" clId="{CE1C8B88-0719-4E4A-B0E4-7DC533AE261F}" dt="2026-01-16T08:47:37.652" v="6784" actId="20577"/>
          <ac:spMkLst>
            <pc:docMk/>
            <pc:sldMk cId="770909714" sldId="341"/>
            <ac:spMk id="7" creationId="{68DAED6E-468F-A7BD-636D-B6B94CBDCE90}"/>
          </ac:spMkLst>
        </pc:spChg>
        <pc:picChg chg="add mod">
          <ac:chgData name="Danh, Hoàng Duy" userId="3a448fcf-317f-4972-a161-06742a14d4c7" providerId="ADAL" clId="{CE1C8B88-0719-4E4A-B0E4-7DC533AE261F}" dt="2026-01-16T08:49:05.632" v="6791" actId="1035"/>
          <ac:picMkLst>
            <pc:docMk/>
            <pc:sldMk cId="770909714" sldId="341"/>
            <ac:picMk id="3" creationId="{D109FDB0-B9CB-192E-8E16-BC40CBC7A013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9T02:02:47.816" v="6853" actId="1035"/>
        <pc:sldMkLst>
          <pc:docMk/>
          <pc:sldMk cId="2706724751" sldId="344"/>
        </pc:sldMkLst>
        <pc:picChg chg="add mod">
          <ac:chgData name="Danh, Hoàng Duy" userId="3a448fcf-317f-4972-a161-06742a14d4c7" providerId="ADAL" clId="{CE1C8B88-0719-4E4A-B0E4-7DC533AE261F}" dt="2026-01-19T02:02:47.816" v="6853" actId="1035"/>
          <ac:picMkLst>
            <pc:docMk/>
            <pc:sldMk cId="2706724751" sldId="344"/>
            <ac:picMk id="7" creationId="{4B102BFD-E9DC-B759-EBCB-F4DA029349F7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9T01:57:59.162" v="6824"/>
        <pc:sldMkLst>
          <pc:docMk/>
          <pc:sldMk cId="209589310" sldId="350"/>
        </pc:sldMkLst>
        <pc:spChg chg="add del mod">
          <ac:chgData name="Danh, Hoàng Duy" userId="3a448fcf-317f-4972-a161-06742a14d4c7" providerId="ADAL" clId="{CE1C8B88-0719-4E4A-B0E4-7DC533AE261F}" dt="2026-01-19T01:57:06.542" v="6820" actId="478"/>
          <ac:spMkLst>
            <pc:docMk/>
            <pc:sldMk cId="209589310" sldId="350"/>
            <ac:spMk id="3" creationId="{525C8D56-9D4D-4C57-F1E8-B2CBD6A07D4C}"/>
          </ac:spMkLst>
        </pc:spChg>
        <pc:picChg chg="del">
          <ac:chgData name="Danh, Hoàng Duy" userId="3a448fcf-317f-4972-a161-06742a14d4c7" providerId="ADAL" clId="{CE1C8B88-0719-4E4A-B0E4-7DC533AE261F}" dt="2026-01-19T01:57:07.292" v="6821" actId="478"/>
          <ac:picMkLst>
            <pc:docMk/>
            <pc:sldMk cId="209589310" sldId="350"/>
            <ac:picMk id="4" creationId="{C4C768AE-0630-0C02-F5F4-4CAC7859D0E0}"/>
          </ac:picMkLst>
        </pc:picChg>
        <pc:picChg chg="add del">
          <ac:chgData name="Danh, Hoàng Duy" userId="3a448fcf-317f-4972-a161-06742a14d4c7" providerId="ADAL" clId="{CE1C8B88-0719-4E4A-B0E4-7DC533AE261F}" dt="2026-01-19T01:57:57.969" v="6823" actId="478"/>
          <ac:picMkLst>
            <pc:docMk/>
            <pc:sldMk cId="209589310" sldId="350"/>
            <ac:picMk id="5" creationId="{207FEFD8-E71B-A2C3-656E-7A98206DC0C3}"/>
          </ac:picMkLst>
        </pc:picChg>
        <pc:picChg chg="add">
          <ac:chgData name="Danh, Hoàng Duy" userId="3a448fcf-317f-4972-a161-06742a14d4c7" providerId="ADAL" clId="{CE1C8B88-0719-4E4A-B0E4-7DC533AE261F}" dt="2026-01-19T01:57:59.162" v="6824"/>
          <ac:picMkLst>
            <pc:docMk/>
            <pc:sldMk cId="209589310" sldId="350"/>
            <ac:picMk id="6" creationId="{7D2A6593-EF1A-CEC7-4297-1E59ED1B4A1B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9T02:01:29.272" v="6834" actId="1038"/>
        <pc:sldMkLst>
          <pc:docMk/>
          <pc:sldMk cId="2816104292" sldId="351"/>
        </pc:sldMkLst>
        <pc:spChg chg="add del mod">
          <ac:chgData name="Danh, Hoàng Duy" userId="3a448fcf-317f-4972-a161-06742a14d4c7" providerId="ADAL" clId="{CE1C8B88-0719-4E4A-B0E4-7DC533AE261F}" dt="2026-01-19T02:01:12.239" v="6825" actId="478"/>
          <ac:spMkLst>
            <pc:docMk/>
            <pc:sldMk cId="2816104292" sldId="351"/>
            <ac:spMk id="2" creationId="{53B3C57B-53A5-078F-11FD-4112C9D34449}"/>
          </ac:spMkLst>
        </pc:spChg>
        <pc:picChg chg="add mod">
          <ac:chgData name="Danh, Hoàng Duy" userId="3a448fcf-317f-4972-a161-06742a14d4c7" providerId="ADAL" clId="{CE1C8B88-0719-4E4A-B0E4-7DC533AE261F}" dt="2026-01-19T02:01:29.272" v="6834" actId="1038"/>
          <ac:picMkLst>
            <pc:docMk/>
            <pc:sldMk cId="2816104292" sldId="351"/>
            <ac:picMk id="3" creationId="{8AA65F6D-49BC-C4F8-5461-DC42BBBD03ED}"/>
          </ac:picMkLst>
        </pc:picChg>
        <pc:picChg chg="del">
          <ac:chgData name="Danh, Hoàng Duy" userId="3a448fcf-317f-4972-a161-06742a14d4c7" providerId="ADAL" clId="{CE1C8B88-0719-4E4A-B0E4-7DC533AE261F}" dt="2026-01-19T02:01:15.814" v="6826" actId="478"/>
          <ac:picMkLst>
            <pc:docMk/>
            <pc:sldMk cId="2816104292" sldId="351"/>
            <ac:picMk id="6" creationId="{86E21365-8E4D-6893-2F98-19DA57DBB290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5:53:37.850" v="6653" actId="1036"/>
        <pc:sldMkLst>
          <pc:docMk/>
          <pc:sldMk cId="3693037521" sldId="355"/>
        </pc:sldMkLst>
        <pc:picChg chg="add mod">
          <ac:chgData name="Danh, Hoàng Duy" userId="3a448fcf-317f-4972-a161-06742a14d4c7" providerId="ADAL" clId="{CE1C8B88-0719-4E4A-B0E4-7DC533AE261F}" dt="2026-01-16T05:53:37.850" v="6653" actId="1036"/>
          <ac:picMkLst>
            <pc:docMk/>
            <pc:sldMk cId="3693037521" sldId="355"/>
            <ac:picMk id="6" creationId="{810F67A3-E925-D3EE-B647-A4DBD3FD7FC3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9T02:02:27.372" v="6848" actId="1036"/>
        <pc:sldMkLst>
          <pc:docMk/>
          <pc:sldMk cId="1808979813" sldId="356"/>
        </pc:sldMkLst>
        <pc:spChg chg="add del mod">
          <ac:chgData name="Danh, Hoàng Duy" userId="3a448fcf-317f-4972-a161-06742a14d4c7" providerId="ADAL" clId="{CE1C8B88-0719-4E4A-B0E4-7DC533AE261F}" dt="2026-01-19T02:01:35.647" v="6836" actId="478"/>
          <ac:spMkLst>
            <pc:docMk/>
            <pc:sldMk cId="1808979813" sldId="356"/>
            <ac:spMk id="2" creationId="{4D1ECCF9-25D0-4D40-5889-7552DC619AFA}"/>
          </ac:spMkLst>
        </pc:spChg>
        <pc:picChg chg="del">
          <ac:chgData name="Danh, Hoàng Duy" userId="3a448fcf-317f-4972-a161-06742a14d4c7" providerId="ADAL" clId="{CE1C8B88-0719-4E4A-B0E4-7DC533AE261F}" dt="2026-01-19T02:01:36.884" v="6837" actId="478"/>
          <ac:picMkLst>
            <pc:docMk/>
            <pc:sldMk cId="1808979813" sldId="356"/>
            <ac:picMk id="3" creationId="{03DEFAD8-E5B5-33CE-26F2-3054EA322430}"/>
          </ac:picMkLst>
        </pc:picChg>
        <pc:picChg chg="add del mod">
          <ac:chgData name="Danh, Hoàng Duy" userId="3a448fcf-317f-4972-a161-06742a14d4c7" providerId="ADAL" clId="{CE1C8B88-0719-4E4A-B0E4-7DC533AE261F}" dt="2026-01-19T02:02:08.303" v="6840" actId="478"/>
          <ac:picMkLst>
            <pc:docMk/>
            <pc:sldMk cId="1808979813" sldId="356"/>
            <ac:picMk id="5" creationId="{FA5A7FD3-DA6A-EB13-DB4E-090B663100BF}"/>
          </ac:picMkLst>
        </pc:picChg>
        <pc:picChg chg="add del">
          <ac:chgData name="Danh, Hoàng Duy" userId="3a448fcf-317f-4972-a161-06742a14d4c7" providerId="ADAL" clId="{CE1C8B88-0719-4E4A-B0E4-7DC533AE261F}" dt="2026-01-19T02:02:19.866" v="6842" actId="478"/>
          <ac:picMkLst>
            <pc:docMk/>
            <pc:sldMk cId="1808979813" sldId="356"/>
            <ac:picMk id="6" creationId="{6078D105-AFD7-A99D-97C1-B529AD6DBF84}"/>
          </ac:picMkLst>
        </pc:picChg>
        <pc:picChg chg="add mod">
          <ac:chgData name="Danh, Hoàng Duy" userId="3a448fcf-317f-4972-a161-06742a14d4c7" providerId="ADAL" clId="{CE1C8B88-0719-4E4A-B0E4-7DC533AE261F}" dt="2026-01-19T02:02:27.372" v="6848" actId="1036"/>
          <ac:picMkLst>
            <pc:docMk/>
            <pc:sldMk cId="1808979813" sldId="356"/>
            <ac:picMk id="7" creationId="{C9E5F3A8-EE32-DFAC-1F8D-24FFF912F9F8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5:40:34.217" v="6597" actId="1035"/>
        <pc:sldMkLst>
          <pc:docMk/>
          <pc:sldMk cId="3106691853" sldId="359"/>
        </pc:sldMkLst>
        <pc:picChg chg="add mod">
          <ac:chgData name="Danh, Hoàng Duy" userId="3a448fcf-317f-4972-a161-06742a14d4c7" providerId="ADAL" clId="{CE1C8B88-0719-4E4A-B0E4-7DC533AE261F}" dt="2026-01-16T05:40:34.217" v="6597" actId="1035"/>
          <ac:picMkLst>
            <pc:docMk/>
            <pc:sldMk cId="3106691853" sldId="359"/>
            <ac:picMk id="3" creationId="{856989CD-431F-F687-095D-1327D5AF0EAA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9T14:21:22.894" v="6869" actId="1036"/>
        <pc:sldMkLst>
          <pc:docMk/>
          <pc:sldMk cId="3874143046" sldId="360"/>
        </pc:sldMkLst>
        <pc:picChg chg="add mod">
          <ac:chgData name="Danh, Hoàng Duy" userId="3a448fcf-317f-4972-a161-06742a14d4c7" providerId="ADAL" clId="{CE1C8B88-0719-4E4A-B0E4-7DC533AE261F}" dt="2026-01-19T14:21:22.894" v="6869" actId="1036"/>
          <ac:picMkLst>
            <pc:docMk/>
            <pc:sldMk cId="3874143046" sldId="360"/>
            <ac:picMk id="2" creationId="{968D0D15-2AAD-F17F-50D8-29B97D4E1765}"/>
          </ac:picMkLst>
        </pc:picChg>
        <pc:picChg chg="add del mod">
          <ac:chgData name="Danh, Hoàng Duy" userId="3a448fcf-317f-4972-a161-06742a14d4c7" providerId="ADAL" clId="{CE1C8B88-0719-4E4A-B0E4-7DC533AE261F}" dt="2026-01-19T14:20:32.248" v="6858" actId="478"/>
          <ac:picMkLst>
            <pc:docMk/>
            <pc:sldMk cId="3874143046" sldId="360"/>
            <ac:picMk id="4" creationId="{F167330C-5171-4BAF-29FC-657A408B501D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5:55:28.286" v="6664" actId="1076"/>
        <pc:sldMkLst>
          <pc:docMk/>
          <pc:sldMk cId="2709438062" sldId="362"/>
        </pc:sldMkLst>
        <pc:picChg chg="add mod">
          <ac:chgData name="Danh, Hoàng Duy" userId="3a448fcf-317f-4972-a161-06742a14d4c7" providerId="ADAL" clId="{CE1C8B88-0719-4E4A-B0E4-7DC533AE261F}" dt="2026-01-16T05:55:28.286" v="6664" actId="1076"/>
          <ac:picMkLst>
            <pc:docMk/>
            <pc:sldMk cId="2709438062" sldId="362"/>
            <ac:picMk id="7" creationId="{93DE429C-7A5C-6AE1-8AE4-41B919C078EA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1:34:58.389" v="4913" actId="255"/>
        <pc:sldMkLst>
          <pc:docMk/>
          <pc:sldMk cId="1583724390" sldId="367"/>
        </pc:sldMkLst>
        <pc:spChg chg="mod">
          <ac:chgData name="Danh, Hoàng Duy" userId="3a448fcf-317f-4972-a161-06742a14d4c7" providerId="ADAL" clId="{CE1C8B88-0719-4E4A-B0E4-7DC533AE261F}" dt="2026-01-16T01:32:08.043" v="4869" actId="20577"/>
          <ac:spMkLst>
            <pc:docMk/>
            <pc:sldMk cId="1583724390" sldId="367"/>
            <ac:spMk id="10" creationId="{C5039040-2CA4-4DB2-C986-24CD5EF3F5EF}"/>
          </ac:spMkLst>
        </pc:spChg>
        <pc:graphicFrameChg chg="modGraphic">
          <ac:chgData name="Danh, Hoàng Duy" userId="3a448fcf-317f-4972-a161-06742a14d4c7" providerId="ADAL" clId="{CE1C8B88-0719-4E4A-B0E4-7DC533AE261F}" dt="2026-01-16T01:33:12.084" v="4889" actId="20577"/>
          <ac:graphicFrameMkLst>
            <pc:docMk/>
            <pc:sldMk cId="1583724390" sldId="367"/>
            <ac:graphicFrameMk id="2" creationId="{62D2EB87-4454-DFED-AE7E-01577F63F7CC}"/>
          </ac:graphicFrameMkLst>
        </pc:graphicFrameChg>
        <pc:graphicFrameChg chg="mod modGraphic">
          <ac:chgData name="Danh, Hoàng Duy" userId="3a448fcf-317f-4972-a161-06742a14d4c7" providerId="ADAL" clId="{CE1C8B88-0719-4E4A-B0E4-7DC533AE261F}" dt="2026-01-16T01:34:58.389" v="4913" actId="255"/>
          <ac:graphicFrameMkLst>
            <pc:docMk/>
            <pc:sldMk cId="1583724390" sldId="367"/>
            <ac:graphicFrameMk id="3" creationId="{2EBB7BB0-CADD-AB4E-4E66-F0C62B85A1A6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1-19T13:48:00.498" v="6854" actId="20577"/>
        <pc:sldMkLst>
          <pc:docMk/>
          <pc:sldMk cId="3848988868" sldId="372"/>
        </pc:sldMkLst>
        <pc:spChg chg="mod">
          <ac:chgData name="Danh, Hoàng Duy" userId="3a448fcf-317f-4972-a161-06742a14d4c7" providerId="ADAL" clId="{CE1C8B88-0719-4E4A-B0E4-7DC533AE261F}" dt="2026-01-19T13:48:00.498" v="6854" actId="20577"/>
          <ac:spMkLst>
            <pc:docMk/>
            <pc:sldMk cId="3848988868" sldId="372"/>
            <ac:spMk id="10" creationId="{AE809689-470C-089A-DB78-72E4FDFDB399}"/>
          </ac:spMkLst>
        </pc:spChg>
        <pc:graphicFrameChg chg="mod modGraphic">
          <ac:chgData name="Danh, Hoàng Duy" userId="3a448fcf-317f-4972-a161-06742a14d4c7" providerId="ADAL" clId="{CE1C8B88-0719-4E4A-B0E4-7DC533AE261F}" dt="2026-01-16T01:36:22.755" v="4931" actId="1037"/>
          <ac:graphicFrameMkLst>
            <pc:docMk/>
            <pc:sldMk cId="3848988868" sldId="372"/>
            <ac:graphicFrameMk id="4" creationId="{72E789B4-3C60-ED46-1CE0-28250ECF6547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1-16T05:48:00.139" v="6635" actId="1036"/>
        <pc:sldMkLst>
          <pc:docMk/>
          <pc:sldMk cId="3131429397" sldId="373"/>
        </pc:sldMkLst>
        <pc:picChg chg="add mod">
          <ac:chgData name="Danh, Hoàng Duy" userId="3a448fcf-317f-4972-a161-06742a14d4c7" providerId="ADAL" clId="{CE1C8B88-0719-4E4A-B0E4-7DC533AE261F}" dt="2026-01-16T05:48:00.139" v="6635" actId="1036"/>
          <ac:picMkLst>
            <pc:docMk/>
            <pc:sldMk cId="3131429397" sldId="373"/>
            <ac:picMk id="5" creationId="{DE51DC63-06F4-1EA7-018C-159E2CB762C9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2:19:38.495" v="5702" actId="1036"/>
        <pc:sldMkLst>
          <pc:docMk/>
          <pc:sldMk cId="3079427638" sldId="377"/>
        </pc:sldMkLst>
        <pc:spChg chg="mod">
          <ac:chgData name="Danh, Hoàng Duy" userId="3a448fcf-317f-4972-a161-06742a14d4c7" providerId="ADAL" clId="{CE1C8B88-0719-4E4A-B0E4-7DC533AE261F}" dt="2026-01-16T01:30:46.841" v="4843" actId="20577"/>
          <ac:spMkLst>
            <pc:docMk/>
            <pc:sldMk cId="3079427638" sldId="377"/>
            <ac:spMk id="2" creationId="{D7AEE103-BE30-6BC1-5184-EF084CD4B6EE}"/>
          </ac:spMkLst>
        </pc:spChg>
        <pc:picChg chg="add mod">
          <ac:chgData name="Danh, Hoàng Duy" userId="3a448fcf-317f-4972-a161-06742a14d4c7" providerId="ADAL" clId="{CE1C8B88-0719-4E4A-B0E4-7DC533AE261F}" dt="2026-01-16T02:19:38.495" v="5702" actId="1036"/>
          <ac:picMkLst>
            <pc:docMk/>
            <pc:sldMk cId="3079427638" sldId="377"/>
            <ac:picMk id="7" creationId="{E8509A86-7C1D-90F1-262D-77338620F4C7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1-16T04:29:01.279" v="6320"/>
        <pc:sldMkLst>
          <pc:docMk/>
          <pc:sldMk cId="448801002" sldId="378"/>
        </pc:sldMkLst>
        <pc:picChg chg="add">
          <ac:chgData name="Danh, Hoàng Duy" userId="3a448fcf-317f-4972-a161-06742a14d4c7" providerId="ADAL" clId="{CE1C8B88-0719-4E4A-B0E4-7DC533AE261F}" dt="2026-01-16T04:29:01.279" v="6320"/>
          <ac:picMkLst>
            <pc:docMk/>
            <pc:sldMk cId="448801002" sldId="378"/>
            <ac:picMk id="5" creationId="{C828FE31-EBAF-D4FD-0DB2-18D404ED194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1246337674526766"/>
          <c:w val="0.96127612492926384"/>
          <c:h val="0.747065687742038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1.9216987938389428E-3"/>
                  <c:y val="3.99097892113678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#,##0_);_(* \(#,##0\);;_(@_)</c:formatCode>
                <c:ptCount val="12"/>
                <c:pt idx="0">
                  <c:v>95.961616735999996</c:v>
                </c:pt>
                <c:pt idx="1">
                  <c:v>68.939746995999997</c:v>
                </c:pt>
                <c:pt idx="2">
                  <c:v>92.109508133000006</c:v>
                </c:pt>
                <c:pt idx="3">
                  <c:v>97.489092893999995</c:v>
                </c:pt>
                <c:pt idx="4">
                  <c:v>102.364998344</c:v>
                </c:pt>
                <c:pt idx="5">
                  <c:v>68.093170108999999</c:v>
                </c:pt>
                <c:pt idx="6">
                  <c:v>56.451269691999997</c:v>
                </c:pt>
                <c:pt idx="7">
                  <c:v>154.02786817200001</c:v>
                </c:pt>
                <c:pt idx="8">
                  <c:v>156.829896725</c:v>
                </c:pt>
                <c:pt idx="9">
                  <c:v>116.81259874600001</c:v>
                </c:pt>
                <c:pt idx="10">
                  <c:v>76.126139834</c:v>
                </c:pt>
                <c:pt idx="11">
                  <c:v>106.21008868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#,##0_);_(* \(#,##0\);;_(@_)</c:formatCode>
                <c:ptCount val="12"/>
                <c:pt idx="0">
                  <c:v>114.46251040200001</c:v>
                </c:pt>
                <c:pt idx="1">
                  <c:v>187.999461059</c:v>
                </c:pt>
                <c:pt idx="2">
                  <c:v>150.25333268</c:v>
                </c:pt>
                <c:pt idx="3">
                  <c:v>125.42964985499999</c:v>
                </c:pt>
                <c:pt idx="4">
                  <c:v>152.06714285207406</c:v>
                </c:pt>
                <c:pt idx="5">
                  <c:v>119.13467279699999</c:v>
                </c:pt>
                <c:pt idx="6">
                  <c:v>137.99140689800001</c:v>
                </c:pt>
                <c:pt idx="7">
                  <c:v>168.44265338299999</c:v>
                </c:pt>
                <c:pt idx="8">
                  <c:v>84.710435067000006</c:v>
                </c:pt>
                <c:pt idx="9">
                  <c:v>108.92855666</c:v>
                </c:pt>
                <c:pt idx="10">
                  <c:v>88.347880802000006</c:v>
                </c:pt>
                <c:pt idx="11">
                  <c:v>101.435082581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#,##0_);_(* \(#,##0\);;_(@_)</c:formatCode>
                <c:ptCount val="12"/>
                <c:pt idx="0">
                  <c:v>100.82736149999999</c:v>
                </c:pt>
                <c:pt idx="1">
                  <c:v>122.6135349</c:v>
                </c:pt>
                <c:pt idx="2">
                  <c:v>119.5121884</c:v>
                </c:pt>
                <c:pt idx="3">
                  <c:v>131.18180140000001</c:v>
                </c:pt>
                <c:pt idx="4">
                  <c:v>173.33944439999999</c:v>
                </c:pt>
                <c:pt idx="5">
                  <c:v>166.0967229</c:v>
                </c:pt>
                <c:pt idx="6">
                  <c:v>190.7998489</c:v>
                </c:pt>
                <c:pt idx="7">
                  <c:v>189.65059489999999</c:v>
                </c:pt>
                <c:pt idx="8">
                  <c:v>224.39440690000001</c:v>
                </c:pt>
                <c:pt idx="9">
                  <c:v>228.41204289999999</c:v>
                </c:pt>
                <c:pt idx="10">
                  <c:v>209.26195250000001</c:v>
                </c:pt>
                <c:pt idx="11">
                  <c:v>207.8622039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_);_(* \(#,##0\);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7.6867951753557713E-3"/>
                  <c:y val="-2.66065261409120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8CF-4721-816B-6F88288B46A3}"/>
                </c:ext>
              </c:extLst>
            </c:dLbl>
            <c:dLbl>
              <c:idx val="2"/>
              <c:layout>
                <c:manualLayout>
                  <c:x val="-1.9216987938389782E-3"/>
                  <c:y val="-3.99097892113680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CF-4721-816B-6F88288B46A3}"/>
                </c:ext>
              </c:extLst>
            </c:dLbl>
            <c:dLbl>
              <c:idx val="3"/>
              <c:layout>
                <c:manualLayout>
                  <c:x val="-9.6084939691947497E-3"/>
                  <c:y val="9.31228414931916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8CF-4721-816B-6F88288B46A3}"/>
                </c:ext>
              </c:extLst>
            </c:dLbl>
            <c:dLbl>
              <c:idx val="4"/>
              <c:layout>
                <c:manualLayout>
                  <c:x val="1.9216987938388724E-3"/>
                  <c:y val="9.31228414931916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CF-4721-816B-6F88288B46A3}"/>
                </c:ext>
              </c:extLst>
            </c:dLbl>
            <c:dLbl>
              <c:idx val="5"/>
              <c:layout>
                <c:manualLayout>
                  <c:x val="-1.9216987938390133E-3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8CF-4721-816B-6F88288B46A3}"/>
                </c:ext>
              </c:extLst>
            </c:dLbl>
            <c:dLbl>
              <c:idx val="6"/>
              <c:layout>
                <c:manualLayout>
                  <c:x val="-7.6867951753558416E-3"/>
                  <c:y val="4.65614207465958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CF-4721-816B-6F88288B46A3}"/>
                </c:ext>
              </c:extLst>
            </c:dLbl>
            <c:dLbl>
              <c:idx val="7"/>
              <c:layout>
                <c:manualLayout>
                  <c:x val="1.9216987938388724E-3"/>
                  <c:y val="7.98195784227356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8CF-4721-816B-6F88288B46A3}"/>
                </c:ext>
              </c:extLst>
            </c:dLbl>
            <c:dLbl>
              <c:idx val="8"/>
              <c:layout>
                <c:manualLayout>
                  <c:x val="-1.9216987938389428E-3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FC-49B1-9E2A-6F8ADAB87A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#,##0_);_(* \(#,##0\);_(* "-"??_);_(@_)</c:formatCode>
                <c:ptCount val="12"/>
                <c:pt idx="0">
                  <c:v>95.961616735999996</c:v>
                </c:pt>
                <c:pt idx="1">
                  <c:v>164.90136373199999</c:v>
                </c:pt>
                <c:pt idx="2">
                  <c:v>257.01087186500001</c:v>
                </c:pt>
                <c:pt idx="3">
                  <c:v>354.49996475900002</c:v>
                </c:pt>
                <c:pt idx="4">
                  <c:v>456.86496310300004</c:v>
                </c:pt>
                <c:pt idx="5">
                  <c:v>524.95813321200001</c:v>
                </c:pt>
                <c:pt idx="6">
                  <c:v>581.40940290399999</c:v>
                </c:pt>
                <c:pt idx="7">
                  <c:v>735.437271076</c:v>
                </c:pt>
                <c:pt idx="8">
                  <c:v>892.26716780100003</c:v>
                </c:pt>
                <c:pt idx="9">
                  <c:v>1009.0797665470001</c:v>
                </c:pt>
                <c:pt idx="10">
                  <c:v>1085.205906381</c:v>
                </c:pt>
                <c:pt idx="11">
                  <c:v>1191.4159950609999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#,##0_);_(* \(#,##0\);_(* "-"??_);_(@_)</c:formatCode>
                <c:ptCount val="12"/>
                <c:pt idx="0">
                  <c:v>114.46251040200001</c:v>
                </c:pt>
                <c:pt idx="1">
                  <c:v>302.46197146100002</c:v>
                </c:pt>
                <c:pt idx="2">
                  <c:v>452.71530414100005</c:v>
                </c:pt>
                <c:pt idx="3">
                  <c:v>578.14495399600003</c:v>
                </c:pt>
                <c:pt idx="4">
                  <c:v>730.21209684807411</c:v>
                </c:pt>
                <c:pt idx="5">
                  <c:v>849.34676964507412</c:v>
                </c:pt>
                <c:pt idx="6">
                  <c:v>987.33817654307416</c:v>
                </c:pt>
                <c:pt idx="7">
                  <c:v>1155.7808299260741</c:v>
                </c:pt>
                <c:pt idx="8">
                  <c:v>1240.4912649930741</c:v>
                </c:pt>
                <c:pt idx="9">
                  <c:v>1349.419821653074</c:v>
                </c:pt>
                <c:pt idx="10">
                  <c:v>1437.767702455074</c:v>
                </c:pt>
                <c:pt idx="11">
                  <c:v>1539.2027850360739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#,##0_);_(* \(#,##0\);_(* "-"??_);_(@_)</c:formatCode>
                <c:ptCount val="12"/>
                <c:pt idx="0">
                  <c:v>100.82736149999999</c:v>
                </c:pt>
                <c:pt idx="1">
                  <c:v>223.44089639999999</c:v>
                </c:pt>
                <c:pt idx="2">
                  <c:v>342.9530848</c:v>
                </c:pt>
                <c:pt idx="3">
                  <c:v>474.13488619999998</c:v>
                </c:pt>
                <c:pt idx="4">
                  <c:v>647.47433060000003</c:v>
                </c:pt>
                <c:pt idx="5">
                  <c:v>813.57105350000006</c:v>
                </c:pt>
                <c:pt idx="6">
                  <c:v>1004.3709024000001</c:v>
                </c:pt>
                <c:pt idx="7">
                  <c:v>1194.0214973000002</c:v>
                </c:pt>
                <c:pt idx="8">
                  <c:v>1418.4159042000001</c:v>
                </c:pt>
                <c:pt idx="9">
                  <c:v>1646.8279471000001</c:v>
                </c:pt>
                <c:pt idx="10">
                  <c:v>1856.0898996000001</c:v>
                </c:pt>
                <c:pt idx="11">
                  <c:v>2063.9521035000002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1246337674526766"/>
          <c:w val="0.96127612492926384"/>
          <c:h val="0.747065687742038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0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437-4395-A92B-98E0BFBDEC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#,##0.00_);_(* \(#,##0.00\);;_(@_)</c:formatCode>
                <c:ptCount val="12"/>
                <c:pt idx="0">
                  <c:v>9.0800504796973041</c:v>
                </c:pt>
                <c:pt idx="1">
                  <c:v>3.3190533488285245</c:v>
                </c:pt>
                <c:pt idx="2">
                  <c:v>5.1693729422120329</c:v>
                </c:pt>
                <c:pt idx="3">
                  <c:v>9.5199529421100326</c:v>
                </c:pt>
                <c:pt idx="4">
                  <c:v>4.213453882338519</c:v>
                </c:pt>
                <c:pt idx="5">
                  <c:v>-0.63945650141911203</c:v>
                </c:pt>
                <c:pt idx="6">
                  <c:v>-3.2886335928136514</c:v>
                </c:pt>
                <c:pt idx="7">
                  <c:v>0.90758720905308432</c:v>
                </c:pt>
                <c:pt idx="8">
                  <c:v>15.28225732846108</c:v>
                </c:pt>
                <c:pt idx="9">
                  <c:v>3.5531821463051609</c:v>
                </c:pt>
                <c:pt idx="10">
                  <c:v>4.9430518446556189</c:v>
                </c:pt>
                <c:pt idx="11">
                  <c:v>1.4574746295717396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3"/>
              <c:layout>
                <c:manualLayout>
                  <c:x val="1.9216987938389077E-3"/>
                  <c:y val="3.99097892113679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8"/>
              <c:layout>
                <c:manualLayout>
                  <c:x val="3.8433975876777447E-3"/>
                  <c:y val="-6.65110778471339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1"/>
              <c:layout>
                <c:manualLayout>
                  <c:x val="1.921698793838943E-2"/>
                  <c:y val="9.31228414931917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#,##0.00_);_(* \(#,##0.00\);;_(@_)</c:formatCode>
                <c:ptCount val="12"/>
                <c:pt idx="0">
                  <c:v>4.8970805519999043</c:v>
                </c:pt>
                <c:pt idx="1">
                  <c:v>20.400796729000039</c:v>
                </c:pt>
                <c:pt idx="2">
                  <c:v>8.3732490589998783</c:v>
                </c:pt>
                <c:pt idx="3">
                  <c:v>5.0259834850001353</c:v>
                </c:pt>
                <c:pt idx="4">
                  <c:v>10.805204304043579</c:v>
                </c:pt>
                <c:pt idx="5">
                  <c:v>2.3475007570001658</c:v>
                </c:pt>
                <c:pt idx="6">
                  <c:v>1.0395178570001145</c:v>
                </c:pt>
                <c:pt idx="7">
                  <c:v>1.116669731</c:v>
                </c:pt>
                <c:pt idx="8">
                  <c:v>-10.202154650999917</c:v>
                </c:pt>
                <c:pt idx="9">
                  <c:v>-1.8172880499999904</c:v>
                </c:pt>
                <c:pt idx="10">
                  <c:v>-6.9202899198636052</c:v>
                </c:pt>
                <c:pt idx="11">
                  <c:v>14.216394371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7873-41C8-B971-500DCA1791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0843631"/>
        <c:axId val="1300837391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#,##0.00_);_(* \(#,##0.00\);;_(@_)</c:formatCode>
                <c:ptCount val="12"/>
                <c:pt idx="0">
                  <c:v>2.4111937592640929</c:v>
                </c:pt>
                <c:pt idx="1">
                  <c:v>2.6345621152224639</c:v>
                </c:pt>
                <c:pt idx="2">
                  <c:v>2.9681729195677673</c:v>
                </c:pt>
                <c:pt idx="3">
                  <c:v>6.7803937217944856</c:v>
                </c:pt>
                <c:pt idx="4">
                  <c:v>10.818290279264012</c:v>
                </c:pt>
                <c:pt idx="5">
                  <c:v>11.02974593104104</c:v>
                </c:pt>
                <c:pt idx="6">
                  <c:v>16.020543129195854</c:v>
                </c:pt>
                <c:pt idx="7">
                  <c:v>20.643156647188363</c:v>
                </c:pt>
                <c:pt idx="8">
                  <c:v>20.573287697521987</c:v>
                </c:pt>
                <c:pt idx="9">
                  <c:v>21.939576399215451</c:v>
                </c:pt>
                <c:pt idx="10">
                  <c:v>18.896186089660162</c:v>
                </c:pt>
                <c:pt idx="11">
                  <c:v>16.908963166037417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0_);_(* \(#,##0.00\);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3008373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0843631"/>
        <c:crosses val="max"/>
        <c:crossBetween val="between"/>
      </c:valAx>
      <c:catAx>
        <c:axId val="1300843631"/>
        <c:scaling>
          <c:orientation val="minMax"/>
        </c:scaling>
        <c:delete val="1"/>
        <c:axPos val="b"/>
        <c:majorTickMark val="out"/>
        <c:minorTickMark val="none"/>
        <c:tickLblPos val="nextTo"/>
        <c:crossAx val="13008373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47579688465E-2"/>
          <c:y val="0.19893458670323144"/>
          <c:w val="0.96127612492926384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-1.921698793838942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FC-49B1-9E2A-6F8ADAB87A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#,##0.0_);_(* \(#,##0.0\);_(* "-"??_);_(@_)</c:formatCode>
                <c:ptCount val="12"/>
                <c:pt idx="0">
                  <c:v>9.0800504796973041</c:v>
                </c:pt>
                <c:pt idx="1">
                  <c:v>12.399103828525828</c:v>
                </c:pt>
                <c:pt idx="2">
                  <c:v>17.56847677073786</c:v>
                </c:pt>
                <c:pt idx="3">
                  <c:v>27.088429712847891</c:v>
                </c:pt>
                <c:pt idx="4">
                  <c:v>31.301883595186411</c:v>
                </c:pt>
                <c:pt idx="5">
                  <c:v>30.662427093767299</c:v>
                </c:pt>
                <c:pt idx="6">
                  <c:v>27.373793500953646</c:v>
                </c:pt>
                <c:pt idx="7">
                  <c:v>28.281380710006729</c:v>
                </c:pt>
                <c:pt idx="8">
                  <c:v>43.563638038467808</c:v>
                </c:pt>
                <c:pt idx="9">
                  <c:v>47.116820184772969</c:v>
                </c:pt>
                <c:pt idx="10">
                  <c:v>52.05987202942859</c:v>
                </c:pt>
                <c:pt idx="11">
                  <c:v>53.517346659000331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0"/>
                  <c:y val="4.65614207465958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3.8433975876778857E-3"/>
                  <c:y val="-6.65163153522798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3.8433975876777447E-3"/>
                  <c:y val="3.99097892113679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0"/>
                  <c:y val="4.65614207465958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1.1530192763033657E-2"/>
                  <c:y val="-3.9909789211368021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#,##0.0_);_(* \(#,##0.0\);_(* "-"??_);_(@_)</c:formatCode>
                <c:ptCount val="12"/>
                <c:pt idx="0">
                  <c:v>4.8970805519999043</c:v>
                </c:pt>
                <c:pt idx="1">
                  <c:v>25.297877280999941</c:v>
                </c:pt>
                <c:pt idx="2">
                  <c:v>33.671126339999816</c:v>
                </c:pt>
                <c:pt idx="3">
                  <c:v>38.697109824999949</c:v>
                </c:pt>
                <c:pt idx="4">
                  <c:v>49.502314129043526</c:v>
                </c:pt>
                <c:pt idx="5">
                  <c:v>51.849814886043688</c:v>
                </c:pt>
                <c:pt idx="6">
                  <c:v>52.889332743043802</c:v>
                </c:pt>
                <c:pt idx="7">
                  <c:v>54.006002474043804</c:v>
                </c:pt>
                <c:pt idx="8">
                  <c:v>43.803847823043888</c:v>
                </c:pt>
                <c:pt idx="9">
                  <c:v>41.986559773043901</c:v>
                </c:pt>
                <c:pt idx="10">
                  <c:v>35.066269853180295</c:v>
                </c:pt>
                <c:pt idx="11">
                  <c:v>49.282664224180294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7939-4186-A812-0A26674D7B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9068735"/>
        <c:axId val="881042095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-1.7295289144550485E-2"/>
                  <c:y val="-3.32581576761399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54-4B67-B167-FFF9E994D945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#,##0.0_);_(* \(#,##0.0\);_(* "-"??_);_(@_)</c:formatCode>
                <c:ptCount val="12"/>
                <c:pt idx="0">
                  <c:v>2.4111937592640929</c:v>
                </c:pt>
                <c:pt idx="1">
                  <c:v>5.0457558744865567</c:v>
                </c:pt>
                <c:pt idx="2">
                  <c:v>8.0139287940543245</c:v>
                </c:pt>
                <c:pt idx="3">
                  <c:v>14.79432251584881</c:v>
                </c:pt>
                <c:pt idx="4">
                  <c:v>25.612612795112824</c:v>
                </c:pt>
                <c:pt idx="5">
                  <c:v>36.642358726153866</c:v>
                </c:pt>
                <c:pt idx="6">
                  <c:v>52.662901855349716</c:v>
                </c:pt>
                <c:pt idx="7">
                  <c:v>73.306058502538079</c:v>
                </c:pt>
                <c:pt idx="8">
                  <c:v>93.87934620006007</c:v>
                </c:pt>
                <c:pt idx="9">
                  <c:v>115.81892259927552</c:v>
                </c:pt>
                <c:pt idx="10">
                  <c:v>134.71510868893569</c:v>
                </c:pt>
                <c:pt idx="11">
                  <c:v>151.6240718549731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_);_(* \(#,##0.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88104209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068735"/>
        <c:crosses val="max"/>
        <c:crossBetween val="between"/>
      </c:valAx>
      <c:catAx>
        <c:axId val="769068735"/>
        <c:scaling>
          <c:orientation val="minMax"/>
        </c:scaling>
        <c:delete val="1"/>
        <c:axPos val="b"/>
        <c:majorTickMark val="out"/>
        <c:minorTickMark val="none"/>
        <c:tickLblPos val="nextTo"/>
        <c:crossAx val="8810420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9450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28" tIns="138728" rIns="138728" bIns="13872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7862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</p:spPr>
        <p:txBody>
          <a:bodyPr spcFirstLastPara="1" wrap="square" lIns="138728" tIns="138728" rIns="138728" bIns="13872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0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2AFB-DC0D-1EB4-DE83-50BCE528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ABDB2-50B2-A217-B635-5434492E7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F7EF0-5A2E-4E0F-C2F4-7962BFE65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76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AF5-B230-C20C-B6F9-4441060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77B5-DA70-7333-17C9-D4FDDB412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B07E-FBAB-E07F-9C62-6970DC39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3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57C8-0A45-74DD-E0DA-BFFC631A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413EF-5FC9-0ED1-F6FC-BE6F2AE74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BD2AE-574B-8527-8FA5-7E65D27C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2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B7FF-F0A5-0054-680D-FD837776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A455-E64F-A745-3CE2-3E63AF15F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4FB0E-B749-1D01-6D73-BDA4A45B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23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F664-9998-0D38-B5CB-F0805DE2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6A805-CF01-85B4-8656-E83A47B47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21351-3A5D-645D-B37B-797A2BEAC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81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00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086A-C3FA-74F1-AFE5-8C14F759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FA862-B527-4411-CB7C-DCE3B53A4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32CFC-C4F4-54D2-F19F-DACB4BE0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16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9993-AA81-B221-ACAB-5558EF9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E215-7EDD-345F-05BD-8E1966D7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F252-C894-D94D-4DF4-73D689CF2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4F4E-B4E9-B27A-8B4C-C9E24A5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CB041-3F04-B1E7-DF74-EE01F91D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0AFD9-E449-0CCE-CC09-C4AA4DDC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3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FBA0-8B0E-AD00-8ED8-BAE2BAC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E09B-D9E4-8BF1-BA77-72B153058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F8EC-CB5D-0E6C-9784-385A5788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khấu</a:t>
            </a:r>
            <a:r>
              <a:rPr lang="en-US"/>
              <a:t> hao &lt;-&gt; </a:t>
            </a:r>
            <a:r>
              <a:rPr lang="en-US" err="1"/>
              <a:t>thuê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8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D1C-3925-A8DC-CDC0-F48C4763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98C8-BC2B-0B1D-F7C9-0105E150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80AB-FD76-F002-F7AE-96FFE613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82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6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6916C-7009-04E1-731D-9E41C407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6116" y="211188"/>
            <a:ext cx="1195080" cy="1832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3148EE7-E1D9-202D-F123-9FB8B8BF279B}"/>
              </a:ext>
            </a:extLst>
          </p:cNvPr>
          <p:cNvSpPr txBox="1">
            <a:spLocks/>
          </p:cNvSpPr>
          <p:nvPr/>
        </p:nvSpPr>
        <p:spPr>
          <a:xfrm>
            <a:off x="107952" y="2996711"/>
            <a:ext cx="8978747" cy="18721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E32C53-F9F6-E860-9F82-A8EA53A25691}"/>
              </a:ext>
            </a:extLst>
          </p:cNvPr>
          <p:cNvSpPr/>
          <p:nvPr/>
        </p:nvSpPr>
        <p:spPr>
          <a:xfrm>
            <a:off x="0" y="1627910"/>
            <a:ext cx="9144000" cy="117326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70;p19">
            <a:extLst>
              <a:ext uri="{FF2B5EF4-FFF2-40B4-BE49-F238E27FC236}">
                <a16:creationId xmlns:a16="http://schemas.microsoft.com/office/drawing/2014/main" id="{6D0DFC0C-E3A7-AC85-8C7C-C6BD6BEC71AB}"/>
              </a:ext>
            </a:extLst>
          </p:cNvPr>
          <p:cNvSpPr txBox="1">
            <a:spLocks/>
          </p:cNvSpPr>
          <p:nvPr/>
        </p:nvSpPr>
        <p:spPr>
          <a:xfrm>
            <a:off x="1" y="1697182"/>
            <a:ext cx="9143999" cy="10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" sz="24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CÔNG TY CỔ PHẦN NHỰA TÁI CHẾ DUY TÂN</a:t>
            </a:r>
          </a:p>
          <a:p>
            <a:pPr algn="ctr">
              <a:spcBef>
                <a:spcPts val="600"/>
              </a:spcBef>
            </a:pPr>
            <a:r>
              <a:rPr lang="en" sz="24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BÁO CÁO THÁNG 12 NĂM 2025</a:t>
            </a:r>
            <a:endParaRPr lang="en-US" sz="240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Google Shape;111;p13">
            <a:extLst>
              <a:ext uri="{FF2B5EF4-FFF2-40B4-BE49-F238E27FC236}">
                <a16:creationId xmlns:a16="http://schemas.microsoft.com/office/drawing/2014/main" id="{0C454FAF-64C6-8169-39AC-7716333EF97F}"/>
              </a:ext>
            </a:extLst>
          </p:cNvPr>
          <p:cNvSpPr txBox="1">
            <a:spLocks/>
          </p:cNvSpPr>
          <p:nvPr/>
        </p:nvSpPr>
        <p:spPr>
          <a:xfrm>
            <a:off x="-13204" y="3940822"/>
            <a:ext cx="9157204" cy="80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600"/>
              </a:spcBef>
              <a:buFont typeface="Arial"/>
              <a:buNone/>
            </a:pPr>
            <a:r>
              <a:rPr lang="vi-VN" sz="1050" i="1">
                <a:latin typeface="Open Sans" panose="020B0606030504020204" pitchFamily="34" charset="0"/>
              </a:rPr>
              <a:t>Ngườ</a:t>
            </a:r>
            <a:r>
              <a:rPr lang="en-US" sz="1050" i="1" err="1">
                <a:latin typeface="Open Sans" panose="020B0606030504020204" pitchFamily="34" charset="0"/>
              </a:rPr>
              <a:t>i</a:t>
            </a:r>
            <a:r>
              <a:rPr lang="en-US" sz="1050" i="1">
                <a:latin typeface="Open Sans" panose="020B0606030504020204" pitchFamily="34" charset="0"/>
              </a:rPr>
              <a:t> </a:t>
            </a:r>
            <a:r>
              <a:rPr lang="en-US" sz="1050" i="1" err="1">
                <a:latin typeface="Open Sans" panose="020B0606030504020204" pitchFamily="34" charset="0"/>
              </a:rPr>
              <a:t>báo</a:t>
            </a:r>
            <a:r>
              <a:rPr lang="en-US" sz="1050" i="1">
                <a:latin typeface="Open Sans" panose="020B0606030504020204" pitchFamily="34" charset="0"/>
              </a:rPr>
              <a:t> </a:t>
            </a:r>
            <a:r>
              <a:rPr lang="en-US" sz="1050" i="1" err="1">
                <a:latin typeface="Open Sans" panose="020B0606030504020204" pitchFamily="34" charset="0"/>
              </a:rPr>
              <a:t>cáo</a:t>
            </a:r>
            <a:r>
              <a:rPr lang="en-US" sz="1050" i="1">
                <a:latin typeface="Open Sans" panose="020B0606030504020204" pitchFamily="34" charset="0"/>
              </a:rPr>
              <a:t>: </a:t>
            </a:r>
            <a:r>
              <a:rPr lang="en-US" sz="1050" b="1" i="1">
                <a:latin typeface="Open Sans" panose="020B0606030504020204" pitchFamily="34" charset="0"/>
              </a:rPr>
              <a:t>Huỳnh Ngọc Thạch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vi-VN" sz="1050" i="1">
                <a:latin typeface="Open Sans" panose="020B0606030504020204" pitchFamily="34" charset="0"/>
              </a:rPr>
              <a:t>Ng</a:t>
            </a:r>
            <a:r>
              <a:rPr lang="en-US" sz="1050" i="1" err="1">
                <a:latin typeface="Open Sans" panose="020B0606030504020204" pitchFamily="34" charset="0"/>
              </a:rPr>
              <a:t>ày</a:t>
            </a:r>
            <a:r>
              <a:rPr lang="en-US" sz="1050" i="1">
                <a:latin typeface="Open Sans" panose="020B0606030504020204" pitchFamily="34" charset="0"/>
              </a:rPr>
              <a:t> báo cáo: </a:t>
            </a:r>
            <a:r>
              <a:rPr lang="en-US" sz="1050" b="1" i="1">
                <a:latin typeface="Open Sans" panose="020B0606030504020204" pitchFamily="34" charset="0"/>
              </a:rPr>
              <a:t>…/…/2025</a:t>
            </a:r>
            <a:endParaRPr lang="vi-VN" sz="1050" b="1" i="1"/>
          </a:p>
          <a:p>
            <a:pPr marL="0" indent="0" algn="ctr">
              <a:spcBef>
                <a:spcPts val="600"/>
              </a:spcBef>
              <a:buFont typeface="Arial"/>
              <a:buNone/>
            </a:pPr>
            <a:endParaRPr lang="vi-VN" sz="105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3B4F-002D-409B-2342-EED09F17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0A85-2711-6FB8-2AC6-2C758E7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12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00D4A2-9541-EC66-5FEE-388C6A568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315"/>
            <a:ext cx="9144000" cy="442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3E62-F273-018C-E333-A3985A1B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E103-BE30-6BC1-5184-EF084CD4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12 – 3 TRẠM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09A86-7C1D-90F1-262D-77338620F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60317"/>
            <a:ext cx="9144000" cy="455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27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1069-A6E7-141D-0B07-AE4A4E1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98A6A7-30C3-9951-E884-FBCDACD14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254381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/>
                        <a:t>NGUYÊN NHÂN GỐC RỄ</a:t>
                      </a:r>
                    </a:p>
                    <a:p>
                      <a:pPr algn="ctr"/>
                      <a:endParaRPr lang="en-US" sz="1200" u="sng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Doanh </a:t>
                      </a:r>
                      <a:r>
                        <a:rPr lang="en-US" sz="1000" u="none" err="1"/>
                        <a:t>thu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thuần</a:t>
                      </a:r>
                      <a:r>
                        <a:rPr lang="en-US" sz="1000" u="none"/>
                        <a:t> T12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000" b="1" u="none"/>
                        <a:t>101</a:t>
                      </a:r>
                      <a:r>
                        <a:rPr lang="en-US" sz="1000" u="none"/>
                        <a:t>/228 tỷ (42.2%). Nguyên </a:t>
                      </a:r>
                      <a:r>
                        <a:rPr lang="en-US" sz="1000" u="none" err="1"/>
                        <a:t>nhân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không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là</a:t>
                      </a:r>
                      <a:r>
                        <a:rPr lang="en-US" sz="1000" u="none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u="none" err="1"/>
                        <a:t>Sản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lượng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bán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sản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phẩm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chính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chỉ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100" b="1" u="none"/>
                        <a:t>2.78</a:t>
                      </a:r>
                      <a:r>
                        <a:rPr lang="en-US" sz="1000" u="none"/>
                        <a:t>/5.94 </a:t>
                      </a:r>
                      <a:r>
                        <a:rPr lang="en-US" sz="1000" u="none" err="1"/>
                        <a:t>ngàn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tấn</a:t>
                      </a:r>
                      <a:r>
                        <a:rPr lang="en-US" sz="1000" u="none"/>
                        <a:t> (46.7%): </a:t>
                      </a:r>
                      <a:r>
                        <a:rPr lang="en-US" sz="1000" u="none" err="1"/>
                        <a:t>tác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động</a:t>
                      </a:r>
                      <a:r>
                        <a:rPr lang="en-US" sz="1000" u="none"/>
                        <a:t> </a:t>
                      </a:r>
                      <a:r>
                        <a:rPr lang="en-US" sz="1000" b="1" u="none" err="1"/>
                        <a:t>giảm</a:t>
                      </a:r>
                      <a:r>
                        <a:rPr lang="en-US" sz="1000" b="1" u="none"/>
                        <a:t> 101 tỷ. </a:t>
                      </a:r>
                      <a:r>
                        <a:rPr lang="en-US" sz="1000" b="0" u="none"/>
                        <a:t>Mặc dù khách Niagara hỗ trợ lấy hàng cuối năm nhưng các khách hàng châu Âu còn lo ngại ADD.</a:t>
                      </a:r>
                      <a:endParaRPr lang="en-US" sz="1000" b="1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 err="1"/>
                        <a:t>Giá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bán</a:t>
                      </a:r>
                      <a:r>
                        <a:rPr lang="en-US" sz="1000" b="1" u="none"/>
                        <a:t> EXW </a:t>
                      </a:r>
                      <a:r>
                        <a:rPr lang="en-US" sz="1000" b="1" u="none" err="1"/>
                        <a:t>trung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bình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các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ngành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hàng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đều</a:t>
                      </a:r>
                      <a:r>
                        <a:rPr lang="en-US" sz="1000" b="1" u="none"/>
                        <a:t> </a:t>
                      </a:r>
                      <a:r>
                        <a:rPr lang="en-US" sz="1000" b="1" u="none" err="1"/>
                        <a:t>giảm</a:t>
                      </a:r>
                      <a:r>
                        <a:rPr lang="en-US" sz="1000" b="1" u="none"/>
                        <a:t>: </a:t>
                      </a:r>
                      <a:r>
                        <a:rPr lang="en-US" sz="1000" u="none" err="1"/>
                        <a:t>tác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động</a:t>
                      </a:r>
                      <a:r>
                        <a:rPr lang="en-US" sz="1000" u="none"/>
                        <a:t> </a:t>
                      </a:r>
                      <a:r>
                        <a:rPr lang="en-US" sz="1000" b="1" u="none" err="1"/>
                        <a:t>giảm</a:t>
                      </a:r>
                      <a:r>
                        <a:rPr lang="en-US" sz="1000" b="1" u="none"/>
                        <a:t> 5 </a:t>
                      </a:r>
                      <a:r>
                        <a:rPr lang="en-US" sz="1000" b="1" u="none" err="1"/>
                        <a:t>tỷ</a:t>
                      </a:r>
                      <a:r>
                        <a:rPr lang="en-US" sz="1000" b="0" u="none"/>
                        <a:t> </a:t>
                      </a:r>
                      <a:r>
                        <a:rPr lang="en-US" sz="1000" b="0" i="1" u="none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000" b="0" i="1" u="none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Biểu</a:t>
                      </a:r>
                      <a:r>
                        <a:rPr lang="en-US" sz="1000" b="0" i="1" u="none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đồ</a:t>
                      </a:r>
                      <a:r>
                        <a:rPr lang="en-US" sz="1000" b="0" i="1" u="none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rPET</a:t>
                      </a:r>
                      <a:endParaRPr lang="en-US" sz="1000" b="0" i="1" u="none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u="none"/>
                        <a:t>+ </a:t>
                      </a:r>
                      <a:r>
                        <a:rPr lang="en-US" sz="1000" b="1" u="none"/>
                        <a:t>Kế hoạch </a:t>
                      </a:r>
                      <a:r>
                        <a:rPr lang="en-US" sz="1000" b="0" u="none"/>
                        <a:t>có lập bán xuất khẩu </a:t>
                      </a:r>
                      <a:r>
                        <a:rPr lang="en-US" sz="1000" b="1" u="none"/>
                        <a:t>giá CIF/DPP </a:t>
                      </a:r>
                      <a:r>
                        <a:rPr lang="en-US" sz="1000" b="0" u="none"/>
                        <a:t>cho một số khách hàng </a:t>
                      </a:r>
                      <a:r>
                        <a:rPr lang="en-US" sz="1000" b="0" i="1" u="none"/>
                        <a:t>nhưng thực tế không phát sinh </a:t>
                      </a:r>
                      <a:r>
                        <a:rPr lang="en-US" sz="1000" b="0" u="none"/>
                        <a:t>(Pepsi Bắc Mỹ, Ravago, Amcor, Outerinho …): tác động </a:t>
                      </a:r>
                      <a:r>
                        <a:rPr lang="en-US" sz="1000" b="1" u="none"/>
                        <a:t>giảm 10 tỷ</a:t>
                      </a:r>
                      <a:r>
                        <a:rPr lang="en-US" sz="1000" b="0" u="none"/>
                        <a:t>.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900" b="0" i="1" u="sng"/>
                        <a:t>Ghi chú: </a:t>
                      </a:r>
                      <a:r>
                        <a:rPr lang="en-US" sz="900" b="0" i="1" u="none"/>
                        <a:t>Tháng 12.25 thực tế có cut-off 594 tấn (bán cho Niagara) – Dthu 17.2 tỷ. Phần này sẽ được ghi nhận vào T01.26</a:t>
                      </a:r>
                      <a:endParaRPr lang="en-US" sz="1000" b="1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BD14D59-E52C-4AEC-E23F-A01EDF0C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GIẢI TRÌNH 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30BEDC-8830-AA2C-D6CE-032D13175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0195825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237680-819E-EC6E-D41F-B19E93EC7702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0EA6F-2D53-E4B7-293E-26704F295D36}"/>
              </a:ext>
            </a:extLst>
          </p:cNvPr>
          <p:cNvSpPr/>
          <p:nvPr/>
        </p:nvSpPr>
        <p:spPr>
          <a:xfrm>
            <a:off x="58195" y="269529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24E2B08-E421-0097-BABF-0E47D73A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869827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5E6761-BEB0-E07D-620F-3E30380E5176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1F701-DD65-569C-8158-7E7319F27F65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7820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E1A1-2B3E-8A44-EA21-6B32CBC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6F4F-DCC0-F9AC-B309-0D22409660BC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/>
              <a:t>Ghi</a:t>
            </a:r>
            <a:r>
              <a:rPr lang="en-US" sz="800" i="1" u="sng"/>
              <a:t> </a:t>
            </a:r>
            <a:r>
              <a:rPr lang="en-US" sz="800" i="1" u="sng" err="1"/>
              <a:t>chú</a:t>
            </a:r>
            <a:r>
              <a:rPr lang="en-US" sz="800" i="1"/>
              <a:t>: </a:t>
            </a:r>
            <a:r>
              <a:rPr lang="en-US" sz="800" i="1" err="1"/>
              <a:t>lấy</a:t>
            </a:r>
            <a:r>
              <a:rPr lang="en-US" sz="800" i="1"/>
              <a:t> </a:t>
            </a:r>
            <a:r>
              <a:rPr lang="en-US" sz="800" i="1" err="1"/>
              <a:t>hạt</a:t>
            </a:r>
            <a:r>
              <a:rPr lang="en-US" sz="800" i="1"/>
              <a:t> </a:t>
            </a:r>
            <a:r>
              <a:rPr lang="en-US" sz="800" i="1" err="1"/>
              <a:t>rPET</a:t>
            </a:r>
            <a:endParaRPr lang="en-US" sz="800" i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02BFD-E9DC-B759-EBCB-F4DA02934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925"/>
            <a:ext cx="9144000" cy="439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2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0A90-5405-EB02-E8A6-C76DA193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957F-5186-1C98-EE4C-9C59C2AC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D.THU 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0BE8B6-6083-B7AE-2EFA-0BF3D217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310218"/>
              </p:ext>
            </p:extLst>
          </p:nvPr>
        </p:nvGraphicFramePr>
        <p:xfrm>
          <a:off x="4648200" y="2627178"/>
          <a:ext cx="4407310" cy="228034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881462">
                  <a:extLst>
                    <a:ext uri="{9D8B030D-6E8A-4147-A177-3AD203B41FA5}">
                      <a16:colId xmlns:a16="http://schemas.microsoft.com/office/drawing/2014/main" val="1717908629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5591973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631587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167157807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7286103"/>
                    </a:ext>
                  </a:extLst>
                </a:gridCol>
              </a:tblGrid>
              <a:tr h="622083">
                <a:tc>
                  <a:txBody>
                    <a:bodyPr/>
                    <a:lstStyle/>
                    <a:p>
                      <a:pPr algn="ctr"/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Đơn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EXW 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(USD/</a:t>
                      </a:r>
                      <a:r>
                        <a:rPr lang="en-US" sz="900" b="1" i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tấn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Kế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hoạch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Thực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tế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%+/-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91827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rPET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$1,289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$1,238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-$51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-3.95%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171756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thổi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$1,337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$1,253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-$84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-6.25%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950092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ép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Aptos Narrow" panose="020B0004020202020204" pitchFamily="34" charset="0"/>
                        </a:rPr>
                        <a:t>$827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Aptos Narrow" panose="020B0004020202020204" pitchFamily="34" charset="0"/>
                        </a:rPr>
                        <a:t>$690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-$138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-16.66%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7803400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rPP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Aptos Narrow" panose="020B0004020202020204" pitchFamily="34" charset="0"/>
                        </a:rPr>
                        <a:t>$893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$762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-$131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-14.66%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1698325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Xơ</a:t>
                      </a:r>
                      <a:r>
                        <a:rPr lang="en-US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err="1">
                          <a:latin typeface="Aptos Narrow" panose="020B0004020202020204" pitchFamily="34" charset="0"/>
                        </a:rPr>
                        <a:t>sợi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$1,100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ptos Narrow" panose="020B0004020202020204" pitchFamily="34" charset="0"/>
                        </a:rPr>
                        <a:t>$705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-$395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FF0000"/>
                          </a:solidFill>
                          <a:latin typeface="Aptos Narrow" panose="020B0004020202020204" pitchFamily="34" charset="0"/>
                        </a:rPr>
                        <a:t>-35.92%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60094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E09BB78-9BBC-1235-F749-0E77DBE1A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855"/>
            <a:ext cx="9144000" cy="2277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F4B940-F93F-3DA6-9ECC-94411E526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1" y="2627178"/>
            <a:ext cx="4572000" cy="22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0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FDD3-7510-78FD-575E-2C825D4C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6F3F-20E5-63CB-1983-7C9780A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</a:rPr>
              <a:t>BIẾN ĐỘNG DOANH THU THEO YẾU TỐ &amp; NGÀNH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8C975-1F6E-4A51-7B7D-8AA3948B7BFF}"/>
              </a:ext>
            </a:extLst>
          </p:cNvPr>
          <p:cNvSpPr txBox="1"/>
          <p:nvPr/>
        </p:nvSpPr>
        <p:spPr>
          <a:xfrm>
            <a:off x="-23521" y="4769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Tác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2C88A7-B2A8-1610-421F-C84C66636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348"/>
            <a:ext cx="9144000" cy="452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9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C7B46-5433-74AF-79C5-EED6E3D5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BAB18-0938-5852-B406-5122DCBB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19" y="-6767"/>
            <a:ext cx="8460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LÃI GỘP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327C9-F5D3-FC0B-7B66-80421CBFE746}"/>
              </a:ext>
            </a:extLst>
          </p:cNvPr>
          <p:cNvSpPr txBox="1"/>
          <p:nvPr/>
        </p:nvSpPr>
        <p:spPr>
          <a:xfrm>
            <a:off x="-23521" y="4770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Lãi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gộp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đơn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vị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= (Doanh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EXW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trừ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cho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giá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vốn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kho</a:t>
            </a:r>
            <a:r>
              <a:rPr lang="en-US" sz="700" i="1">
                <a:latin typeface="Aptos Display" panose="020B0004020202020204" pitchFamily="34" charset="0"/>
              </a:rPr>
              <a:t>)/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lượng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bán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Tác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ghi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chú</a:t>
            </a:r>
            <a:r>
              <a:rPr lang="en-US" sz="700" i="1">
                <a:latin typeface="Aptos Display" panose="020B0004020202020204" pitchFamily="34" charset="0"/>
              </a:rPr>
              <a:t> LG EXW (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VND) </a:t>
            </a:r>
            <a:r>
              <a:rPr lang="en-US" sz="700" i="1" u="sng" err="1">
                <a:latin typeface="Aptos Display" panose="020B0004020202020204" pitchFamily="34" charset="0"/>
              </a:rPr>
              <a:t>đã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loại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trừ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chênh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lệch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giá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8FE31-EBAF-D4FD-0DB2-18D404ED1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778"/>
            <a:ext cx="9144000" cy="451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01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1FFD-18F0-A905-24F8-1C93BB5B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DB754C-E5FF-3F60-70E8-FEBE3F531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109727"/>
              </p:ext>
            </p:extLst>
          </p:nvPr>
        </p:nvGraphicFramePr>
        <p:xfrm>
          <a:off x="58194" y="46259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/>
                        <a:t>NGUYÊN NHÂN GỐC RỄ</a:t>
                      </a:r>
                    </a:p>
                    <a:p>
                      <a:pPr algn="ctr"/>
                      <a:endParaRPr lang="en-US" sz="1200" u="sng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Lợi </a:t>
                      </a:r>
                      <a:r>
                        <a:rPr lang="en-US" sz="1000" u="none" err="1"/>
                        <a:t>nhuận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sau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thuế</a:t>
                      </a:r>
                      <a:r>
                        <a:rPr lang="en-US" sz="1000" u="none"/>
                        <a:t> T12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000" b="1" u="none"/>
                        <a:t>14.2/</a:t>
                      </a:r>
                      <a:r>
                        <a:rPr lang="en-US" sz="1000" u="none"/>
                        <a:t>16.9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. Nguyên </a:t>
                      </a:r>
                      <a:r>
                        <a:rPr lang="en-US" sz="1000" u="none" err="1"/>
                        <a:t>nhân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không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000" u="none" err="1"/>
                        <a:t>là</a:t>
                      </a:r>
                      <a:r>
                        <a:rPr lang="en-US" sz="1000" u="none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950" u="none"/>
                        <a:t>+ </a:t>
                      </a:r>
                      <a:r>
                        <a:rPr lang="en-US" sz="950" u="none" err="1"/>
                        <a:t>Sản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lượng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bán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sản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phẩm</a:t>
                      </a:r>
                      <a:r>
                        <a:rPr lang="en-US" sz="950" u="none"/>
                        <a:t> chính </a:t>
                      </a:r>
                      <a:r>
                        <a:rPr lang="en-US" sz="950" u="none" err="1"/>
                        <a:t>đạt</a:t>
                      </a:r>
                      <a:r>
                        <a:rPr lang="en-US" sz="950" u="none"/>
                        <a:t> </a:t>
                      </a:r>
                      <a:r>
                        <a:rPr lang="en-US" sz="1000" b="1" u="none"/>
                        <a:t>2.78</a:t>
                      </a:r>
                      <a:r>
                        <a:rPr lang="en-US" sz="950" u="none"/>
                        <a:t>/5.94 </a:t>
                      </a:r>
                      <a:r>
                        <a:rPr lang="en-US" sz="950" u="none" err="1"/>
                        <a:t>ngàn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tấn</a:t>
                      </a:r>
                      <a:r>
                        <a:rPr lang="en-US" sz="950" u="none"/>
                        <a:t>: </a:t>
                      </a:r>
                      <a:r>
                        <a:rPr lang="en-US" sz="950" u="none" err="1"/>
                        <a:t>tác</a:t>
                      </a:r>
                      <a:r>
                        <a:rPr lang="en-US" sz="950" u="none"/>
                        <a:t> </a:t>
                      </a:r>
                      <a:r>
                        <a:rPr lang="en-US" sz="950" u="none" err="1"/>
                        <a:t>động</a:t>
                      </a:r>
                      <a:r>
                        <a:rPr lang="en-US" sz="950" u="none"/>
                        <a:t> </a:t>
                      </a:r>
                      <a:r>
                        <a:rPr lang="en-US" sz="950" b="1" u="none" err="1"/>
                        <a:t>giảm</a:t>
                      </a:r>
                      <a:r>
                        <a:rPr lang="en-US" sz="950" b="1" u="none"/>
                        <a:t> 16.2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95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0" u="none"/>
                        <a:t>Tuy nhiên,</a:t>
                      </a:r>
                      <a:r>
                        <a:rPr lang="en-US" sz="950" b="1" u="none"/>
                        <a:t> </a:t>
                      </a:r>
                      <a:r>
                        <a:rPr lang="en-US" sz="950" b="0" u="none"/>
                        <a:t>DTR có ghi nhận những </a:t>
                      </a:r>
                      <a:r>
                        <a:rPr lang="en-US" sz="950" b="1" u="none"/>
                        <a:t>bút toán điều chỉnh </a:t>
                      </a:r>
                      <a:r>
                        <a:rPr lang="en-US" sz="950" b="0" u="none"/>
                        <a:t>như: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950" b="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0" u="none"/>
                        <a:t>+ </a:t>
                      </a:r>
                      <a:r>
                        <a:rPr lang="en-US" sz="950" b="1" u="none"/>
                        <a:t>Điều chỉnh </a:t>
                      </a:r>
                      <a:r>
                        <a:rPr lang="en-US" sz="950" b="0" u="none"/>
                        <a:t>chi phí </a:t>
                      </a:r>
                      <a:r>
                        <a:rPr lang="en-US" sz="950" b="1" u="none"/>
                        <a:t>thuê xưởng, thuê máy </a:t>
                      </a:r>
                      <a:r>
                        <a:rPr lang="en-US" sz="950" b="0" u="none"/>
                        <a:t>theo </a:t>
                      </a:r>
                      <a:r>
                        <a:rPr lang="en-US" sz="950" b="0" i="1" u="none"/>
                        <a:t>yêu cầu kiểm toán</a:t>
                      </a:r>
                      <a:r>
                        <a:rPr lang="en-US" sz="950" b="0" u="none"/>
                        <a:t>: tác động </a:t>
                      </a:r>
                      <a:r>
                        <a:rPr lang="en-US" sz="950" b="1" u="none"/>
                        <a:t>tăng 10 tỷ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1" u="none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en-US" sz="1000" b="1" i="0" u="none">
                          <a:solidFill>
                            <a:schemeClr val="tx1"/>
                          </a:solidFill>
                        </a:rPr>
                        <a:t>Điều chỉnh chi phí lương </a:t>
                      </a:r>
                      <a:r>
                        <a:rPr lang="en-US" sz="1000" b="0" i="0" u="none">
                          <a:solidFill>
                            <a:schemeClr val="tx1"/>
                          </a:solidFill>
                        </a:rPr>
                        <a:t>các bộ phận liên quan đến dự án </a:t>
                      </a:r>
                      <a:r>
                        <a:rPr lang="en-US" sz="1000" b="1" i="0" u="none">
                          <a:solidFill>
                            <a:schemeClr val="tx1"/>
                          </a:solidFill>
                        </a:rPr>
                        <a:t>vào IO</a:t>
                      </a:r>
                      <a:r>
                        <a:rPr lang="en-US" sz="1000" b="0" i="0" u="none">
                          <a:solidFill>
                            <a:schemeClr val="tx1"/>
                          </a:solidFill>
                        </a:rPr>
                        <a:t>: tác động </a:t>
                      </a:r>
                      <a:r>
                        <a:rPr lang="en-US" sz="1000" b="1" i="0" u="none">
                          <a:solidFill>
                            <a:schemeClr val="tx1"/>
                          </a:solidFill>
                        </a:rPr>
                        <a:t>tăng 3.8 tỷ</a:t>
                      </a:r>
                      <a:endParaRPr lang="en-US" sz="1000" b="1" i="1" u="none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Số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liệu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tác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động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đã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tính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thuế</a:t>
                      </a:r>
                      <a:r>
                        <a:rPr lang="en-US" sz="1000" b="0" i="1" u="none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TNDN)</a:t>
                      </a:r>
                      <a:endParaRPr lang="en-US" sz="1000" b="0" i="0" u="none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FDE5E7-7896-7282-4466-39062B15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0D84FB5-511B-8165-6333-DC95CA4A2E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7328805"/>
              </p:ext>
            </p:extLst>
          </p:nvPr>
        </p:nvGraphicFramePr>
        <p:xfrm>
          <a:off x="58195" y="69491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417B495-6270-A9AF-8058-B3675D531042}"/>
              </a:ext>
            </a:extLst>
          </p:cNvPr>
          <p:cNvSpPr/>
          <p:nvPr/>
        </p:nvSpPr>
        <p:spPr>
          <a:xfrm>
            <a:off x="58195" y="47655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6A6C04-91EA-C523-DE43-9E8DF5124EE7}"/>
              </a:ext>
            </a:extLst>
          </p:cNvPr>
          <p:cNvSpPr/>
          <p:nvPr/>
        </p:nvSpPr>
        <p:spPr>
          <a:xfrm>
            <a:off x="58195" y="258361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5D34DAE-E6F6-848C-1C73-CCFD3D0F5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2422115"/>
              </p:ext>
            </p:extLst>
          </p:nvPr>
        </p:nvGraphicFramePr>
        <p:xfrm>
          <a:off x="20094" y="280169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88B3D74-C421-7BFA-EDEC-F96FB195D97E}"/>
              </a:ext>
            </a:extLst>
          </p:cNvPr>
          <p:cNvSpPr txBox="1"/>
          <p:nvPr/>
        </p:nvSpPr>
        <p:spPr>
          <a:xfrm>
            <a:off x="5896612" y="47526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4C7409-5B55-B71A-252B-5D90B1EF90D3}"/>
              </a:ext>
            </a:extLst>
          </p:cNvPr>
          <p:cNvSpPr txBox="1"/>
          <p:nvPr/>
        </p:nvSpPr>
        <p:spPr>
          <a:xfrm>
            <a:off x="5896613" y="259276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303971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AFA9-8F67-7E7E-1CC8-EA981403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99AB-999F-4AFF-78C8-117DA812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BIẾN ĐỘNG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8D789-AB75-CE1E-6AB8-BADB2A74196E}"/>
              </a:ext>
            </a:extLst>
          </p:cNvPr>
          <p:cNvSpPr txBox="1"/>
          <p:nvPr/>
        </p:nvSpPr>
        <p:spPr>
          <a:xfrm>
            <a:off x="-91000" y="4621946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LG EXW 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= Doanh thu thuần trừ cho các biến phí bán hàng (chi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khẩu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thuê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xe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hoa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hồng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và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pallet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hàng) và Giá vốn hàng bán</a:t>
            </a:r>
            <a:endParaRPr lang="en-US" sz="7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24F3D-5676-277A-873A-6852E3FF6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673"/>
            <a:ext cx="9144000" cy="42952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543BC1-F1E8-09F0-C187-B9EFCD23102B}"/>
              </a:ext>
            </a:extLst>
          </p:cNvPr>
          <p:cNvSpPr txBox="1"/>
          <p:nvPr/>
        </p:nvSpPr>
        <p:spPr>
          <a:xfrm>
            <a:off x="0" y="4724271"/>
            <a:ext cx="28664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>
                <a:latin typeface="Aptos Display" panose="020B0004020202020204" pitchFamily="34" charset="0"/>
              </a:rPr>
              <a:t>(*): Tổng chi phí ủng hộ tài trợ cả năm 2025 là 6.1 tỷ; KH25 là 8.6 tỷ</a:t>
            </a:r>
          </a:p>
        </p:txBody>
      </p:sp>
    </p:spTree>
    <p:extLst>
      <p:ext uri="{BB962C8B-B14F-4D97-AF65-F5344CB8AC3E}">
        <p14:creationId xmlns:p14="http://schemas.microsoft.com/office/powerpoint/2010/main" val="762985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D81-70D2-7F9F-B75C-EA1654DF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BFE-815C-615F-B644-76B304CE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26329" cy="395111"/>
          </a:xfrm>
        </p:spPr>
        <p:txBody>
          <a:bodyPr/>
          <a:lstStyle/>
          <a:p>
            <a:pPr algn="ctr"/>
            <a:r>
              <a:rPr lang="en-US" sz="1800" b="1">
                <a:solidFill>
                  <a:srgbClr val="119303"/>
                </a:solidFill>
              </a:rPr>
              <a:t>3.2. CHI PHÍ – </a:t>
            </a:r>
            <a:r>
              <a:rPr lang="en-US" sz="1800" b="1">
                <a:solidFill>
                  <a:schemeClr val="accent2">
                    <a:lumMod val="75000"/>
                  </a:schemeClr>
                </a:solidFill>
              </a:rPr>
              <a:t>TỔNG CHI PHÍ TRONG THÁNG 12 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E2252-842F-B8CD-C22C-65CAF6EF6E09}"/>
              </a:ext>
            </a:extLst>
          </p:cNvPr>
          <p:cNvSpPr txBox="1"/>
          <p:nvPr/>
        </p:nvSpPr>
        <p:spPr>
          <a:xfrm>
            <a:off x="-54593" y="4734539"/>
            <a:ext cx="650315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89CFDD-FCE1-F8AF-FE44-213E9002C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670"/>
            <a:ext cx="9144000" cy="466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7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4431-5FCB-FAC0-41C8-6F19602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5962-D058-F07F-DC04-EFA665BB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596"/>
            <a:ext cx="9143999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TRÊN 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BD8FB1-9AF3-5C4B-129F-A3637601F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794"/>
            <a:ext cx="9144000" cy="449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4B8-CE3A-010D-D81A-D65D79E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6372-A22E-C300-03BE-857E86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44000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TỶ TRỌNG CHI PHÍ TRÊN TẤN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2A6593-EF1A-CEC7-4297-1E59ED1B4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7173"/>
            <a:ext cx="9144000" cy="432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6FAC-1F56-D86C-172B-14C75A2A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65CEFF-EC41-A226-7607-B551F4DCD2E1}"/>
              </a:ext>
            </a:extLst>
          </p:cNvPr>
          <p:cNvSpPr/>
          <p:nvPr/>
        </p:nvSpPr>
        <p:spPr>
          <a:xfrm>
            <a:off x="0" y="4490571"/>
            <a:ext cx="9144000" cy="4031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chai B1 </a:t>
            </a:r>
            <a:r>
              <a:rPr lang="en-US" sz="1000" b="1" err="1">
                <a:solidFill>
                  <a:schemeClr val="tx1"/>
                </a:solidFill>
              </a:rPr>
              <a:t>tăng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từ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đầu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năm</a:t>
            </a:r>
            <a:r>
              <a:rPr lang="en-US" sz="1000">
                <a:solidFill>
                  <a:schemeClr val="tx1"/>
                </a:solidFill>
              </a:rPr>
              <a:t> nhưng </a:t>
            </a:r>
            <a:r>
              <a:rPr lang="en-US" sz="1000" err="1">
                <a:solidFill>
                  <a:schemeClr val="tx1"/>
                </a:solidFill>
              </a:rPr>
              <a:t>đã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giảm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lại</a:t>
            </a:r>
            <a:r>
              <a:rPr lang="en-US" sz="1000">
                <a:solidFill>
                  <a:schemeClr val="tx1"/>
                </a:solidFill>
              </a:rPr>
              <a:t> từ T08, </a:t>
            </a:r>
            <a:r>
              <a:rPr lang="en-US" sz="1000" b="1" err="1">
                <a:solidFill>
                  <a:schemeClr val="tx1"/>
                </a:solidFill>
              </a:rPr>
              <a:t>trung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bình</a:t>
            </a:r>
            <a:r>
              <a:rPr lang="en-US" sz="1000" b="1">
                <a:solidFill>
                  <a:schemeClr val="tx1"/>
                </a:solidFill>
              </a:rPr>
              <a:t> T12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14,844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17,400 đ/kg ~ </a:t>
            </a:r>
            <a:r>
              <a:rPr lang="en-US" sz="1000" i="1">
                <a:solidFill>
                  <a:schemeClr val="tx1"/>
                </a:solidFill>
              </a:rPr>
              <a:t>-2,556 đ/kg; -14.7%</a:t>
            </a:r>
            <a:r>
              <a:rPr lang="en-US" sz="1000">
                <a:solidFill>
                  <a:schemeClr val="tx1"/>
                </a:solidFill>
              </a:rPr>
              <a:t>). 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T12,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B1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17,434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17,229 đ/kg ~ </a:t>
            </a:r>
            <a:r>
              <a:rPr lang="en-US" sz="1000" i="1">
                <a:solidFill>
                  <a:schemeClr val="tx1"/>
                </a:solidFill>
              </a:rPr>
              <a:t>+205 đ/kg; +1.2%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8BC5-3373-4576-436B-0280D68C57A8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19E5DA-18D9-3147-64AD-EDD92E484021}"/>
              </a:ext>
            </a:extLst>
          </p:cNvPr>
          <p:cNvSpPr/>
          <p:nvPr/>
        </p:nvSpPr>
        <p:spPr>
          <a:xfrm>
            <a:off x="9208990" y="1152888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15/01/26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562D46-C905-22D6-51F8-5AD4702B2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779"/>
            <a:ext cx="9144000" cy="42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DAED6E-468F-A7BD-636D-B6B94CBDCE90}"/>
              </a:ext>
            </a:extLst>
          </p:cNvPr>
          <p:cNvSpPr/>
          <p:nvPr/>
        </p:nvSpPr>
        <p:spPr>
          <a:xfrm>
            <a:off x="0" y="4480790"/>
            <a:ext cx="9144000" cy="428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Vảy</a:t>
            </a:r>
            <a:r>
              <a:rPr lang="en-US" sz="1000" b="1">
                <a:solidFill>
                  <a:schemeClr val="tx1"/>
                </a:solidFill>
              </a:rPr>
              <a:t> B1 tăng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từ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đầu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năm</a:t>
            </a:r>
            <a:r>
              <a:rPr lang="en-US" sz="1000">
                <a:solidFill>
                  <a:schemeClr val="tx1"/>
                </a:solidFill>
              </a:rPr>
              <a:t> nhưng </a:t>
            </a:r>
            <a:r>
              <a:rPr lang="en-US" sz="1000" err="1">
                <a:solidFill>
                  <a:schemeClr val="tx1"/>
                </a:solidFill>
              </a:rPr>
              <a:t>đã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giảm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lại</a:t>
            </a:r>
            <a:r>
              <a:rPr lang="en-US" sz="1000">
                <a:solidFill>
                  <a:schemeClr val="tx1"/>
                </a:solidFill>
              </a:rPr>
              <a:t> từ T08, </a:t>
            </a:r>
            <a:r>
              <a:rPr lang="en-US" sz="1000" b="1" err="1">
                <a:solidFill>
                  <a:schemeClr val="tx1"/>
                </a:solidFill>
              </a:rPr>
              <a:t>đạt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trung</a:t>
            </a:r>
            <a:r>
              <a:rPr lang="en-US" sz="1000" b="1">
                <a:solidFill>
                  <a:schemeClr val="tx1"/>
                </a:solidFill>
              </a:rPr>
              <a:t> bìnhT12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15,969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19,300 đ/kg ~ </a:t>
            </a:r>
            <a:r>
              <a:rPr lang="en-US" sz="1000" i="1">
                <a:solidFill>
                  <a:schemeClr val="tx1"/>
                </a:solidFill>
              </a:rPr>
              <a:t>-3,331 đ/kg; -17.3%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T12,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Vảy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18,817</a:t>
            </a:r>
            <a:r>
              <a:rPr lang="en-US" sz="1000">
                <a:solidFill>
                  <a:schemeClr val="tx1"/>
                </a:solidFill>
              </a:rPr>
              <a:t> đ/kg 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19,147 đ/kg ~ </a:t>
            </a:r>
            <a:r>
              <a:rPr lang="en-US" sz="1000" i="1">
                <a:solidFill>
                  <a:schemeClr val="tx1"/>
                </a:solidFill>
              </a:rPr>
              <a:t>-330 đ/kg; -1.7%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6480B-76E8-2CA7-FA98-9974A68CEA81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D3F55-C554-FD72-4154-22A4412DC715}"/>
              </a:ext>
            </a:extLst>
          </p:cNvPr>
          <p:cNvSpPr/>
          <p:nvPr/>
        </p:nvSpPr>
        <p:spPr>
          <a:xfrm>
            <a:off x="9323630" y="1549478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15/01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09FDB0-B9CB-192E-8E16-BC40CBC7A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97"/>
            <a:ext cx="9144000" cy="41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1857-6F0B-7376-C9F1-0A030AE5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CD5CEB3-97F0-39C9-0F30-8387B4D02B67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ĐƠN GIÁ ĐIỆN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/kwh)</a:t>
            </a:r>
            <a:endParaRPr lang="en-US" sz="2000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989CD-431F-F687-095D-1327D5AF0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863"/>
            <a:ext cx="9144000" cy="454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91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F42D-3B7F-48EE-08D3-FABD9A01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37A9566-84CF-FBFE-1A57-9C1983CB30E8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CHỈ TIÊU TRÊN TẤN THÀNH PHẨM</a:t>
            </a:r>
            <a:endParaRPr lang="en-US" sz="2000" i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8D0D15-2AAD-F17F-50D8-29B97D4E1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485"/>
            <a:ext cx="9144000" cy="453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43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6AA78-6AB8-D053-B719-894A49D6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1D2FACB-AB93-6054-9B35-DD18DEF57CF0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LƯƠNG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2000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1DC63-06F4-1EA7-018C-159E2CB76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792"/>
            <a:ext cx="9144000" cy="453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29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7EC2-FBBC-37A0-23E3-10D38A6B4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6839EA4-D1DC-33AD-735F-4432DB2DFCA4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LƯƠNG/TẤN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2000" i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0F67A3-E925-D3EE-B647-A4DBD3FD7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701"/>
            <a:ext cx="9144000" cy="451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37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5373-5D56-01B8-436D-42E726B3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94AADFA-2C04-CB0C-1990-7E170ED72408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SỐ NHÂN VIÊN THEO BỘ PHẬN</a:t>
            </a:r>
            <a:endParaRPr lang="en-US" sz="2000" i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E429C-7A5C-6AE1-8AE4-41B919C07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583"/>
            <a:ext cx="9144000" cy="444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38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26FAFC-8C7B-64A9-F74B-A3039F971874}"/>
              </a:ext>
            </a:extLst>
          </p:cNvPr>
          <p:cNvSpPr/>
          <p:nvPr/>
        </p:nvSpPr>
        <p:spPr>
          <a:xfrm>
            <a:off x="0" y="4118274"/>
            <a:ext cx="9144000" cy="68705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>
                <a:solidFill>
                  <a:schemeClr val="tx1"/>
                </a:solidFill>
              </a:rPr>
              <a:t>Giải thích:</a:t>
            </a:r>
          </a:p>
          <a:p>
            <a:r>
              <a:rPr lang="vi-VN">
                <a:solidFill>
                  <a:schemeClr val="tx1"/>
                </a:solidFill>
              </a:rPr>
              <a:t>- </a:t>
            </a:r>
            <a:r>
              <a:rPr lang="en-US" err="1">
                <a:solidFill>
                  <a:schemeClr val="tx1"/>
                </a:solidFill>
              </a:rPr>
              <a:t>Tháng</a:t>
            </a:r>
            <a:r>
              <a:rPr lang="en-US">
                <a:solidFill>
                  <a:schemeClr val="tx1"/>
                </a:solidFill>
              </a:rPr>
              <a:t> 8-10, vẫn có những container xuất bán cho Suntory Bắc Ninh bằng đường bộ nên chi phí còn cao.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E3E43-2EB7-35C4-B710-23AF991DCF2D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CƯỚC VẬN CHUYỂN NỘI ĐỊA</a:t>
            </a:r>
            <a:endParaRPr lang="en-US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65F6D-49BC-C4F8-5461-DC42BBBD0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23" y="527649"/>
            <a:ext cx="9144000" cy="346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04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1C2E-FEC6-9F6D-9C60-EDC3135D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496D8A-4AB1-024B-2110-6F7C03065214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CƯỚC TÀU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E5F3A8-EE32-DFAC-1F8D-24FFF912F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383"/>
            <a:ext cx="9144000" cy="451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79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8F84-ADF0-6867-BA61-177E9C2E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5039040-2CA4-4DB2-C986-24CD5EF3F5EF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3.3</a:t>
            </a:r>
            <a:r>
              <a:rPr lang="vi-VN" sz="2000" b="1">
                <a:solidFill>
                  <a:srgbClr val="119303"/>
                </a:solidFill>
              </a:rPr>
              <a:t>. KẾ HOẠCH HÀNH ĐỘNG </a:t>
            </a:r>
            <a:r>
              <a:rPr lang="en-US" sz="2000" b="1">
                <a:solidFill>
                  <a:srgbClr val="119303"/>
                </a:solidFill>
              </a:rPr>
              <a:t>–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GIÁ TRỊ CẢI TIẾN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12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 THÁNG ĐẦU NĂM</a:t>
            </a:r>
            <a:endParaRPr lang="en-US" sz="2000" i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D2EB87-4454-DFED-AE7E-01577F63F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98369"/>
              </p:ext>
            </p:extLst>
          </p:nvPr>
        </p:nvGraphicFramePr>
        <p:xfrm>
          <a:off x="35337" y="530082"/>
          <a:ext cx="5983325" cy="1464110"/>
        </p:xfrm>
        <a:graphic>
          <a:graphicData uri="http://schemas.openxmlformats.org/drawingml/2006/table">
            <a:tbl>
              <a:tblPr>
                <a:tableStyleId>{6A077030-E235-474E-B3E8-3EB61F41259E}</a:tableStyleId>
              </a:tblPr>
              <a:tblGrid>
                <a:gridCol w="408474">
                  <a:extLst>
                    <a:ext uri="{9D8B030D-6E8A-4147-A177-3AD203B41FA5}">
                      <a16:colId xmlns:a16="http://schemas.microsoft.com/office/drawing/2014/main" val="536542625"/>
                    </a:ext>
                  </a:extLst>
                </a:gridCol>
                <a:gridCol w="4552569">
                  <a:extLst>
                    <a:ext uri="{9D8B030D-6E8A-4147-A177-3AD203B41FA5}">
                      <a16:colId xmlns:a16="http://schemas.microsoft.com/office/drawing/2014/main" val="2931250246"/>
                    </a:ext>
                  </a:extLst>
                </a:gridCol>
                <a:gridCol w="1022282">
                  <a:extLst>
                    <a:ext uri="{9D8B030D-6E8A-4147-A177-3AD203B41FA5}">
                      <a16:colId xmlns:a16="http://schemas.microsoft.com/office/drawing/2014/main" val="56905692"/>
                    </a:ext>
                  </a:extLst>
                </a:gridCol>
              </a:tblGrid>
              <a:tr h="33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STT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err="1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Nội</a:t>
                      </a:r>
                      <a:r>
                        <a:rPr lang="en-US" sz="1300" b="1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dung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err="1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b="1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4536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Mục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tiêu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cải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tiến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2025 (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tỷ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50,000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0492500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%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Mục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tiêu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/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doanh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thu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2025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2.4%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3351141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thực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hiện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lũy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kế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đến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T10/2025 (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tỷ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38,926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392740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%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thực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hiện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/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doanh</a:t>
                      </a: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u="none" strike="noStrike" err="1">
                          <a:effectLst/>
                          <a:latin typeface="Aptos Display" panose="020B0004020202020204" pitchFamily="34" charset="0"/>
                        </a:rPr>
                        <a:t>thu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Aptos Display" panose="020B0004020202020204" pitchFamily="34" charset="0"/>
                        </a:rPr>
                        <a:t>2.5%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7659080"/>
                  </a:ext>
                </a:extLst>
              </a:tr>
              <a:tr h="226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5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Đến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tháng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10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tỷ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lệ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%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hoàn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thành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mục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tiêu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300" b="1" u="none" strike="noStrike" err="1"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 2025: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  <a:latin typeface="Aptos Display" panose="020B0004020202020204" pitchFamily="34" charset="0"/>
                        </a:rPr>
                        <a:t>77.9%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92417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BB7BB0-CADD-AB4E-4E66-F0C62B85A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781106"/>
              </p:ext>
            </p:extLst>
          </p:nvPr>
        </p:nvGraphicFramePr>
        <p:xfrm>
          <a:off x="14865" y="2223606"/>
          <a:ext cx="9102882" cy="2545794"/>
        </p:xfrm>
        <a:graphic>
          <a:graphicData uri="http://schemas.openxmlformats.org/drawingml/2006/table">
            <a:tbl>
              <a:tblPr/>
              <a:tblGrid>
                <a:gridCol w="194770">
                  <a:extLst>
                    <a:ext uri="{9D8B030D-6E8A-4147-A177-3AD203B41FA5}">
                      <a16:colId xmlns:a16="http://schemas.microsoft.com/office/drawing/2014/main" val="2190533613"/>
                    </a:ext>
                  </a:extLst>
                </a:gridCol>
                <a:gridCol w="1614490">
                  <a:extLst>
                    <a:ext uri="{9D8B030D-6E8A-4147-A177-3AD203B41FA5}">
                      <a16:colId xmlns:a16="http://schemas.microsoft.com/office/drawing/2014/main" val="1205506433"/>
                    </a:ext>
                  </a:extLst>
                </a:gridCol>
                <a:gridCol w="470810">
                  <a:extLst>
                    <a:ext uri="{9D8B030D-6E8A-4147-A177-3AD203B41FA5}">
                      <a16:colId xmlns:a16="http://schemas.microsoft.com/office/drawing/2014/main" val="1774894779"/>
                    </a:ext>
                  </a:extLst>
                </a:gridCol>
                <a:gridCol w="573095">
                  <a:extLst>
                    <a:ext uri="{9D8B030D-6E8A-4147-A177-3AD203B41FA5}">
                      <a16:colId xmlns:a16="http://schemas.microsoft.com/office/drawing/2014/main" val="2746590539"/>
                    </a:ext>
                  </a:extLst>
                </a:gridCol>
                <a:gridCol w="543826">
                  <a:extLst>
                    <a:ext uri="{9D8B030D-6E8A-4147-A177-3AD203B41FA5}">
                      <a16:colId xmlns:a16="http://schemas.microsoft.com/office/drawing/2014/main" val="721843985"/>
                    </a:ext>
                  </a:extLst>
                </a:gridCol>
                <a:gridCol w="451004">
                  <a:extLst>
                    <a:ext uri="{9D8B030D-6E8A-4147-A177-3AD203B41FA5}">
                      <a16:colId xmlns:a16="http://schemas.microsoft.com/office/drawing/2014/main" val="2383482243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3478345667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176113189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1848105192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3351964617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2890988335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4227921369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3781636684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221502697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2262579697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856591724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1851265406"/>
                    </a:ext>
                  </a:extLst>
                </a:gridCol>
              </a:tblGrid>
              <a:tr h="4179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STT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err="1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Diễn</a:t>
                      </a: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1" i="0" u="none" strike="noStrike" err="1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giải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2023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LŨY KẾ</a:t>
                      </a:r>
                    </a:p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marL="5260" marR="5260" marT="526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T1/25</a:t>
                      </a:r>
                    </a:p>
                  </a:txBody>
                  <a:tcPr marL="5260" marR="5260" marT="526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T2/25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T3/25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T4/25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T5/25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T6/25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T7/25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T8/25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T9/25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T10/25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T11/25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T12/25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11666"/>
                  </a:ext>
                </a:extLst>
              </a:tr>
              <a:tr h="3199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Số ý tưởng cải tiến khả thi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267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250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79181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727376"/>
                          </a:solidFill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900" b="0" i="1" u="none" strike="noStrike">
                          <a:solidFill>
                            <a:srgbClr val="727376"/>
                          </a:solidFill>
                          <a:effectLst/>
                          <a:latin typeface="Aptos Display" panose="020B0004020202020204" pitchFamily="34" charset="0"/>
                        </a:rPr>
                        <a:t>- Trong đó số ý tưởng đem lại giá trị tiết kiệm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78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727376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44809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đã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thực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hiện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trđ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8,910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35,633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38,926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2,819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3,541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1,384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2,451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6,343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3,560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3,635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5,612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2,951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2,937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2,090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1,604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05511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kế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hoạch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trđ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22,804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50,000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2,980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2,990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4,459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3,365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3,355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6,159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3,415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3,510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4,614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3,365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3,420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8,368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902909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%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đã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thực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hiện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kế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hoạch</a:t>
                      </a:r>
                      <a:endParaRPr lang="en-US" sz="900" b="0" i="1" u="none" strike="noStrike">
                        <a:solidFill>
                          <a:srgbClr val="FF33CC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156.3%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77.9%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94.6%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118.4%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31.0%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72.9%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189.1%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57.8%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106.4%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159.9%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64.0%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87.3%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61.1%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19.2%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479636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Doanh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thu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(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trđ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)</a:t>
                      </a: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685,519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1,191,021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Atops display"/>
                        </a:rPr>
                        <a:t>1,539,203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114,463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187,999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150,253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125,430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152,067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119,135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137,991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168,443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84,710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108,929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88,348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101,435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023562"/>
                  </a:ext>
                </a:extLst>
              </a:tr>
              <a:tr h="2816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marL="5260" marR="5260" marT="52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%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Giá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trị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cải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tiến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tiết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kiệm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/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doanh</a:t>
                      </a:r>
                      <a:r>
                        <a:rPr lang="en-US" sz="900" b="0" i="1" u="none" strike="noStrike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sz="900" b="0" i="1" u="none" strike="noStrike" err="1">
                          <a:solidFill>
                            <a:srgbClr val="FF33CC"/>
                          </a:solidFill>
                          <a:effectLst/>
                          <a:latin typeface="Aptos Display" panose="020B0004020202020204" pitchFamily="34" charset="0"/>
                        </a:rPr>
                        <a:t>thu</a:t>
                      </a:r>
                      <a:endParaRPr lang="en-US" sz="900" b="0" i="1" u="none" strike="noStrike">
                        <a:solidFill>
                          <a:srgbClr val="FF33CC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260" marR="5260" marT="52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2.5%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2.5%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0.9%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4.2%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3.5%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2.4%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1" u="none" strike="noStrike">
                          <a:solidFill>
                            <a:srgbClr val="FF33CC"/>
                          </a:solidFill>
                          <a:effectLst/>
                          <a:latin typeface="Atops display"/>
                        </a:rPr>
                        <a:t>1.6%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430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724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7778-FDA3-2646-D0EB-B7CB040A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E809689-470C-089A-DB78-72E4FDFDB399}"/>
              </a:ext>
            </a:extLst>
          </p:cNvPr>
          <p:cNvSpPr txBox="1"/>
          <p:nvPr/>
        </p:nvSpPr>
        <p:spPr>
          <a:xfrm>
            <a:off x="0" y="247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3.3</a:t>
            </a:r>
            <a:r>
              <a:rPr lang="vi-VN" sz="2000" b="1">
                <a:solidFill>
                  <a:srgbClr val="119303"/>
                </a:solidFill>
              </a:rPr>
              <a:t>. KẾ HOẠCH HÀNH ĐỘNG </a:t>
            </a:r>
            <a:r>
              <a:rPr lang="en-US" sz="2000" b="1">
                <a:solidFill>
                  <a:srgbClr val="119303"/>
                </a:solidFill>
              </a:rPr>
              <a:t>–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GIÁ TRỊ CẢI TIẾN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12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 THÁNG ĐẦU NĂM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500" b="1" err="1">
                <a:solidFill>
                  <a:schemeClr val="accent2">
                    <a:lumMod val="75000"/>
                  </a:schemeClr>
                </a:solidFill>
              </a:rPr>
              <a:t>tt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 i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E789B4-3C60-ED46-1CE0-28250ECF6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000096"/>
              </p:ext>
            </p:extLst>
          </p:nvPr>
        </p:nvGraphicFramePr>
        <p:xfrm>
          <a:off x="25176" y="885815"/>
          <a:ext cx="9102906" cy="3378684"/>
        </p:xfrm>
        <a:graphic>
          <a:graphicData uri="http://schemas.openxmlformats.org/drawingml/2006/table">
            <a:tbl>
              <a:tblPr/>
              <a:tblGrid>
                <a:gridCol w="314487">
                  <a:extLst>
                    <a:ext uri="{9D8B030D-6E8A-4147-A177-3AD203B41FA5}">
                      <a16:colId xmlns:a16="http://schemas.microsoft.com/office/drawing/2014/main" val="888385041"/>
                    </a:ext>
                  </a:extLst>
                </a:gridCol>
                <a:gridCol w="1390138">
                  <a:extLst>
                    <a:ext uri="{9D8B030D-6E8A-4147-A177-3AD203B41FA5}">
                      <a16:colId xmlns:a16="http://schemas.microsoft.com/office/drawing/2014/main" val="1905473852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1572949946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1902124056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2498538126"/>
                    </a:ext>
                  </a:extLst>
                </a:gridCol>
                <a:gridCol w="522744">
                  <a:extLst>
                    <a:ext uri="{9D8B030D-6E8A-4147-A177-3AD203B41FA5}">
                      <a16:colId xmlns:a16="http://schemas.microsoft.com/office/drawing/2014/main" val="43615107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358733497"/>
                    </a:ext>
                  </a:extLst>
                </a:gridCol>
                <a:gridCol w="468317">
                  <a:extLst>
                    <a:ext uri="{9D8B030D-6E8A-4147-A177-3AD203B41FA5}">
                      <a16:colId xmlns:a16="http://schemas.microsoft.com/office/drawing/2014/main" val="3360032919"/>
                    </a:ext>
                  </a:extLst>
                </a:gridCol>
                <a:gridCol w="448423">
                  <a:extLst>
                    <a:ext uri="{9D8B030D-6E8A-4147-A177-3AD203B41FA5}">
                      <a16:colId xmlns:a16="http://schemas.microsoft.com/office/drawing/2014/main" val="802699820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3595372614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1757654074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2679522590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4089513924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3417488039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831076204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1127888349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96505482"/>
                    </a:ext>
                  </a:extLst>
                </a:gridCol>
                <a:gridCol w="458369">
                  <a:extLst>
                    <a:ext uri="{9D8B030D-6E8A-4147-A177-3AD203B41FA5}">
                      <a16:colId xmlns:a16="http://schemas.microsoft.com/office/drawing/2014/main" val="3536189668"/>
                    </a:ext>
                  </a:extLst>
                </a:gridCol>
              </a:tblGrid>
              <a:tr h="2094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STT</a:t>
                      </a:r>
                    </a:p>
                  </a:txBody>
                  <a:tcPr marL="5637" marR="5637" marT="56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Bộ phận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TT 24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KH 25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TT 25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%TT </a:t>
                      </a:r>
                      <a:r>
                        <a:rPr lang="en-US" sz="900" b="1" i="0" u="none" strike="noStrike" err="1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sv</a:t>
                      </a: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KH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1.25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9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10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11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12</a:t>
                      </a:r>
                    </a:p>
                  </a:txBody>
                  <a:tcPr marL="5637" marR="5637" marT="5637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15066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Kỹ Thuật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6,207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8,116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111.9%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2,686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1,818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94381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Phòng Mua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10,060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7,689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106.0%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1,471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1,514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59588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SX PET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2,456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5,672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162.1%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1,027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1,412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181746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SX HDPE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1,591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3,465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173.2%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62459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Quản Lý Chất Lượng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1,504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3,054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71.9%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391633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Kế hoạch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2,521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336.2%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742945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Kế Toán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6,637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2,214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52.1%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318455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Tự động hóa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2,454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1,881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35.8%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392543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R&amp;D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3,346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1,757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24.2%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309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110919"/>
                  </a:ext>
                </a:extLst>
              </a:tr>
              <a:tr h="2366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Cung ứng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1,379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4,750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920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19.4%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45190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624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49.9%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248147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Kinh doanh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497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66.3%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500437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VPGĐ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29.7%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925388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Nhân sự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44.0%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tops display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53108"/>
                  </a:ext>
                </a:extLst>
              </a:tr>
              <a:tr h="2094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CỘNG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35,633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38,926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77.9%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2,819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3,541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1,384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2,451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6,343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3,560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3,635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5,612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2,951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2,937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2,090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Atops display"/>
                        </a:rPr>
                        <a:t>1,604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060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9888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fad36eebef4f84df4a45514b7e4630e8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505b0edaeb28467f2ddb0f2c2f553b17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BF921B-5040-4D54-A3E7-8C229FB42018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c4b5fce3-9bbc-4429-8073-3ae7a9bcc677"/>
    <ds:schemaRef ds:uri="http://schemas.microsoft.com/office/2006/documentManagement/types"/>
    <ds:schemaRef ds:uri="http://purl.org/dc/terms/"/>
    <ds:schemaRef ds:uri="1401b2ec-7936-4f98-86ff-5ef737f58b9c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5162417-D525-4BB1-9667-5B16FD4D9C4E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5141</TotalTime>
  <Words>1648</Words>
  <Application>Microsoft Office PowerPoint</Application>
  <PresentationFormat>On-screen Show (16:9)</PresentationFormat>
  <Paragraphs>602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 Display</vt:lpstr>
      <vt:lpstr>Aptos Narrow</vt:lpstr>
      <vt:lpstr>Arial</vt:lpstr>
      <vt:lpstr>Atops display</vt:lpstr>
      <vt:lpstr>Muli</vt:lpstr>
      <vt:lpstr>Open Sans</vt:lpstr>
      <vt:lpstr>Times New Roman</vt:lpstr>
      <vt:lpstr>Wingdings</vt:lpstr>
      <vt:lpstr>Simple Light</vt:lpstr>
      <vt:lpstr>PowerPoint Presentation</vt:lpstr>
      <vt:lpstr>3.1. KẾT QUẢ HOẠT ĐỘNG KINH DOANH – LÃI LỖ THÁNG 12 – DTR</vt:lpstr>
      <vt:lpstr>3.1. KẾT QUẢ HOẠT ĐỘNG KINH DOANH – LÃI LỖ THÁNG 12 – 3 TRẠM</vt:lpstr>
      <vt:lpstr>3.1. KẾT QUẢ HOẠT ĐỘNG KINH DOANH – GIẢI TRÌNH DOANH THU</vt:lpstr>
      <vt:lpstr>3.1. KẾT QUẢ HOẠT ĐỘNG KINH DOANH – GIÁ BÁN</vt:lpstr>
      <vt:lpstr>3.1. KẾT QUẢ HOẠT ĐỘNG KINH DOANH – BIẾN ĐỘNG D.THU THEO YẾU TỐ</vt:lpstr>
      <vt:lpstr>3.1. KẾT QUẢ HOẠT ĐỘNG KINH DOANH – BIẾN ĐỘNG DOANH THU THEO YẾU TỐ &amp; NGÀNH</vt:lpstr>
      <vt:lpstr>3.1. KẾT QUẢ HOẠT ĐỘNG KINH DOANH – BIẾN ĐỘNG LÃI GỘP THEO YẾU TỐ</vt:lpstr>
      <vt:lpstr>3.1. KẾT QUẢ HOẠT ĐỘNG KINH DOANH – GIẢI TRÌNH LỢI NHUẬN SAU THUẾ</vt:lpstr>
      <vt:lpstr>3.1. KẾT QUẢ HOẠT ĐỘNG KINH DOANH – BIẾN ĐỘNG LỢI NHUẬN SAU THUẾ</vt:lpstr>
      <vt:lpstr>3.2. CHI PHÍ – TỔNG CHI PHÍ TRONG THÁNG 12 (triệu đồng)</vt:lpstr>
      <vt:lpstr>3.2. CHI PHÍ – CHI PHÍ TRÊN TẤN (triệu đồng/tấn)</vt:lpstr>
      <vt:lpstr>3.2. CHI PHÍ – TỶ TRỌNG CHI PHÍ TRÊN TẤN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Danh, Hoàng Duy</cp:lastModifiedBy>
  <cp:revision>10</cp:revision>
  <dcterms:modified xsi:type="dcterms:W3CDTF">2026-01-19T14:21:29Z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