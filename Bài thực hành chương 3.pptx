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7" r:id="rId13"/>
    <p:sldId id="278" r:id="rId14"/>
    <p:sldId id="272" r:id="rId15"/>
    <p:sldId id="271" r:id="rId16"/>
    <p:sldId id="273" r:id="rId17"/>
    <p:sldId id="274" r:id="rId18"/>
    <p:sldId id="275" r:id="rId19"/>
    <p:sldId id="276" r:id="rId20"/>
    <p:sldId id="279" r:id="rId21"/>
    <p:sldId id="281" r:id="rId22"/>
    <p:sldId id="260" r:id="rId23"/>
    <p:sldId id="282" r:id="rId24"/>
    <p:sldId id="256" r:id="rId25"/>
    <p:sldId id="258" r:id="rId26"/>
    <p:sldId id="257" r:id="rId27"/>
    <p:sldId id="25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B36D9-26B7-4359-8F36-3C5595B621DF}" v="37" dt="2026-03-27T16:00:53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27T16:02:17.100" v="259" actId="14100"/>
      <pc:docMkLst>
        <pc:docMk/>
      </pc:docMkLst>
      <pc:sldChg chg="addSp delSp modSp mod">
        <pc:chgData name="Cư, Lê Hoành" userId="8040f1d9-fc08-4340-919f-e31835b09669" providerId="ADAL" clId="{E6925CE3-7288-459F-A61A-926B9B87E3D0}" dt="2026-03-27T15:30:57.104" v="15" actId="14100"/>
        <pc:sldMkLst>
          <pc:docMk/>
          <pc:sldMk cId="1332158012" sldId="256"/>
        </pc:sldMkLst>
        <pc:picChg chg="add del mod">
          <ac:chgData name="Cư, Lê Hoành" userId="8040f1d9-fc08-4340-919f-e31835b09669" providerId="ADAL" clId="{E6925CE3-7288-459F-A61A-926B9B87E3D0}" dt="2026-03-27T15:28:50.213" v="11" actId="478"/>
          <ac:picMkLst>
            <pc:docMk/>
            <pc:sldMk cId="1332158012" sldId="256"/>
            <ac:picMk id="4" creationId="{C87A024C-9E45-CDEA-B7E5-1B73F00BC185}"/>
          </ac:picMkLst>
        </pc:picChg>
        <pc:picChg chg="add mod">
          <ac:chgData name="Cư, Lê Hoành" userId="8040f1d9-fc08-4340-919f-e31835b09669" providerId="ADAL" clId="{E6925CE3-7288-459F-A61A-926B9B87E3D0}" dt="2026-03-27T15:30:57.104" v="15" actId="14100"/>
          <ac:picMkLst>
            <pc:docMk/>
            <pc:sldMk cId="1332158012" sldId="256"/>
            <ac:picMk id="6" creationId="{6F585BD1-56F5-B846-AE25-8FB7543D8E93}"/>
          </ac:picMkLst>
        </pc:picChg>
      </pc:sldChg>
      <pc:sldChg chg="addSp modSp new mod">
        <pc:chgData name="Cư, Lê Hoành" userId="8040f1d9-fc08-4340-919f-e31835b09669" providerId="ADAL" clId="{E6925CE3-7288-459F-A61A-926B9B87E3D0}" dt="2026-03-27T15:32:08.917" v="31" actId="1035"/>
        <pc:sldMkLst>
          <pc:docMk/>
          <pc:sldMk cId="2484949261" sldId="257"/>
        </pc:sldMkLst>
        <pc:picChg chg="add mod">
          <ac:chgData name="Cư, Lê Hoành" userId="8040f1d9-fc08-4340-919f-e31835b09669" providerId="ADAL" clId="{E6925CE3-7288-459F-A61A-926B9B87E3D0}" dt="2026-03-27T15:32:08.917" v="31" actId="1035"/>
          <ac:picMkLst>
            <pc:docMk/>
            <pc:sldMk cId="2484949261" sldId="257"/>
            <ac:picMk id="5" creationId="{9F35626F-2145-9E2D-42A4-197ABA4B9E10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7T15:34:39.870" v="32" actId="1076"/>
        <pc:sldMkLst>
          <pc:docMk/>
          <pc:sldMk cId="3381526983" sldId="258"/>
        </pc:sldMkLst>
        <pc:picChg chg="add mod">
          <ac:chgData name="Cư, Lê Hoành" userId="8040f1d9-fc08-4340-919f-e31835b09669" providerId="ADAL" clId="{E6925CE3-7288-459F-A61A-926B9B87E3D0}" dt="2026-03-27T15:34:39.870" v="32" actId="1076"/>
          <ac:picMkLst>
            <pc:docMk/>
            <pc:sldMk cId="3381526983" sldId="258"/>
            <ac:picMk id="5" creationId="{36C9BC9B-C4BC-0B21-C6E7-3B60B0EF585F}"/>
          </ac:picMkLst>
        </pc:picChg>
        <pc:picChg chg="del">
          <ac:chgData name="Cư, Lê Hoành" userId="8040f1d9-fc08-4340-919f-e31835b09669" providerId="ADAL" clId="{E6925CE3-7288-459F-A61A-926B9B87E3D0}" dt="2026-03-27T15:31:03.885" v="17" actId="478"/>
          <ac:picMkLst>
            <pc:docMk/>
            <pc:sldMk cId="3381526983" sldId="258"/>
            <ac:picMk id="6" creationId="{AEDB2E10-38BC-F54E-686B-CDB0AE33AEAF}"/>
          </ac:picMkLst>
        </pc:picChg>
      </pc:sldChg>
      <pc:sldChg chg="modSp new mod">
        <pc:chgData name="Cư, Lê Hoành" userId="8040f1d9-fc08-4340-919f-e31835b09669" providerId="ADAL" clId="{E6925CE3-7288-459F-A61A-926B9B87E3D0}" dt="2026-03-27T15:40:53.318" v="71" actId="14100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27T15:40:53.318" v="71" actId="14100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27T15:40:30.980" v="34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modSp new mod ord">
        <pc:chgData name="Cư, Lê Hoành" userId="8040f1d9-fc08-4340-919f-e31835b09669" providerId="ADAL" clId="{E6925CE3-7288-459F-A61A-926B9B87E3D0}" dt="2026-03-27T15:48:11.046" v="170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7T15:48:11.046" v="170" actId="14100"/>
          <ac:picMkLst>
            <pc:docMk/>
            <pc:sldMk cId="2595667436" sldId="261"/>
            <ac:picMk id="5" creationId="{BD0A5DA2-3D51-6A8A-AE00-E230022CFB97}"/>
          </ac:picMkLst>
        </pc:picChg>
      </pc:sldChg>
      <pc:sldChg chg="addSp modSp new mod ord">
        <pc:chgData name="Cư, Lê Hoành" userId="8040f1d9-fc08-4340-919f-e31835b09669" providerId="ADAL" clId="{E6925CE3-7288-459F-A61A-926B9B87E3D0}" dt="2026-03-27T15:47:27.735" v="165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7T15:46:57.790" v="156" actId="14100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 modCrop">
          <ac:chgData name="Cư, Lê Hoành" userId="8040f1d9-fc08-4340-919f-e31835b09669" providerId="ADAL" clId="{E6925CE3-7288-459F-A61A-926B9B87E3D0}" dt="2026-03-27T15:47:20.686" v="163" actId="1076"/>
          <ac:picMkLst>
            <pc:docMk/>
            <pc:sldMk cId="2178069107" sldId="262"/>
            <ac:picMk id="5" creationId="{88E72C33-5A0B-D89C-B3EB-0ED5BC6A8050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48:39.573" v="173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7T15:48:39.573" v="173" actId="14100"/>
          <ac:picMkLst>
            <pc:docMk/>
            <pc:sldMk cId="937292570" sldId="263"/>
            <ac:picMk id="5" creationId="{720B7872-C2C8-DEE7-0C48-8BBB8CDDE0EB}"/>
          </ac:picMkLst>
        </pc:picChg>
      </pc:sldChg>
      <pc:sldChg chg="addSp add mod">
        <pc:chgData name="Cư, Lê Hoành" userId="8040f1d9-fc08-4340-919f-e31835b09669" providerId="ADAL" clId="{E6925CE3-7288-459F-A61A-926B9B87E3D0}" dt="2026-03-27T15:49:02.258" v="178" actId="22"/>
        <pc:sldMkLst>
          <pc:docMk/>
          <pc:sldMk cId="705115844" sldId="264"/>
        </pc:sldMkLst>
        <pc:picChg chg="add">
          <ac:chgData name="Cư, Lê Hoành" userId="8040f1d9-fc08-4340-919f-e31835b09669" providerId="ADAL" clId="{E6925CE3-7288-459F-A61A-926B9B87E3D0}" dt="2026-03-27T15:49:02.258" v="178" actId="22"/>
          <ac:picMkLst>
            <pc:docMk/>
            <pc:sldMk cId="705115844" sldId="264"/>
            <ac:picMk id="5" creationId="{67C5D804-C774-E315-9CAF-99D3B3360535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49:33.881" v="182" actId="1076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7T15:49:33.881" v="182" actId="1076"/>
          <ac:picMkLst>
            <pc:docMk/>
            <pc:sldMk cId="2763597222" sldId="265"/>
            <ac:picMk id="5" creationId="{37E150DF-DCCD-2C68-B3DF-784056003DBE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50:02.526" v="1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7T15:50:02.526" v="186" actId="14100"/>
          <ac:picMkLst>
            <pc:docMk/>
            <pc:sldMk cId="1091253433" sldId="266"/>
            <ac:picMk id="5" creationId="{CA807491-A347-B634-68FF-91567B24AEDD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50:32.942" v="1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7T15:50:32.942" v="189" actId="14100"/>
          <ac:picMkLst>
            <pc:docMk/>
            <pc:sldMk cId="440011101" sldId="267"/>
            <ac:picMk id="5" creationId="{DEC2A8BD-441E-EDD1-338A-680A4B93AAFA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5:51:17.499" v="1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7T15:51:17.499" v="192" actId="14100"/>
          <ac:picMkLst>
            <pc:docMk/>
            <pc:sldMk cId="2836577462" sldId="268"/>
            <ac:picMk id="5" creationId="{B5F011C4-0D1F-C321-683F-AEF61B6262BE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7T15:54:11.958" v="212" actId="22"/>
        <pc:sldMkLst>
          <pc:docMk/>
          <pc:sldMk cId="4259700254" sldId="269"/>
        </pc:sldMkLst>
        <pc:picChg chg="del">
          <ac:chgData name="Cư, Lê Hoành" userId="8040f1d9-fc08-4340-919f-e31835b09669" providerId="ADAL" clId="{E6925CE3-7288-459F-A61A-926B9B87E3D0}" dt="2026-03-27T15:51:42.312" v="194" actId="478"/>
          <ac:picMkLst>
            <pc:docMk/>
            <pc:sldMk cId="4259700254" sldId="269"/>
            <ac:picMk id="5" creationId="{1A51FA55-3853-E963-9B0B-5BB935BF4D84}"/>
          </ac:picMkLst>
        </pc:picChg>
        <pc:picChg chg="add">
          <ac:chgData name="Cư, Lê Hoành" userId="8040f1d9-fc08-4340-919f-e31835b09669" providerId="ADAL" clId="{E6925CE3-7288-459F-A61A-926B9B87E3D0}" dt="2026-03-27T15:54:11.958" v="212" actId="22"/>
          <ac:picMkLst>
            <pc:docMk/>
            <pc:sldMk cId="4259700254" sldId="269"/>
            <ac:picMk id="6" creationId="{20FC1D88-0665-8C81-4C68-46927C942D85}"/>
          </ac:picMkLst>
        </pc:picChg>
      </pc:sldChg>
      <pc:sldChg chg="add del">
        <pc:chgData name="Cư, Lê Hoành" userId="8040f1d9-fc08-4340-919f-e31835b09669" providerId="ADAL" clId="{E6925CE3-7288-459F-A61A-926B9B87E3D0}" dt="2026-03-27T15:51:51.871" v="204"/>
        <pc:sldMkLst>
          <pc:docMk/>
          <pc:sldMk cId="2056874808" sldId="270"/>
        </pc:sldMkLst>
      </pc:sldChg>
      <pc:sldChg chg="addSp add mod">
        <pc:chgData name="Cư, Lê Hoành" userId="8040f1d9-fc08-4340-919f-e31835b09669" providerId="ADAL" clId="{E6925CE3-7288-459F-A61A-926B9B87E3D0}" dt="2026-03-27T15:54:51.666" v="215" actId="22"/>
        <pc:sldMkLst>
          <pc:docMk/>
          <pc:sldMk cId="4151121620" sldId="270"/>
        </pc:sldMkLst>
        <pc:picChg chg="add">
          <ac:chgData name="Cư, Lê Hoành" userId="8040f1d9-fc08-4340-919f-e31835b09669" providerId="ADAL" clId="{E6925CE3-7288-459F-A61A-926B9B87E3D0}" dt="2026-03-27T15:54:51.666" v="215" actId="22"/>
          <ac:picMkLst>
            <pc:docMk/>
            <pc:sldMk cId="4151121620" sldId="270"/>
            <ac:picMk id="5" creationId="{F46B1030-1478-D72E-B927-487AFAC09AB0}"/>
          </ac:picMkLst>
        </pc:picChg>
      </pc:sldChg>
      <pc:sldChg chg="add del">
        <pc:chgData name="Cư, Lê Hoành" userId="8040f1d9-fc08-4340-919f-e31835b09669" providerId="ADAL" clId="{E6925CE3-7288-459F-A61A-926B9B87E3D0}" dt="2026-03-27T15:51:51.184" v="203"/>
        <pc:sldMkLst>
          <pc:docMk/>
          <pc:sldMk cId="115072490" sldId="271"/>
        </pc:sldMkLst>
      </pc:sldChg>
      <pc:sldChg chg="addSp add mod">
        <pc:chgData name="Cư, Lê Hoành" userId="8040f1d9-fc08-4340-919f-e31835b09669" providerId="ADAL" clId="{E6925CE3-7288-459F-A61A-926B9B87E3D0}" dt="2026-03-27T15:56:23.861" v="221" actId="22"/>
        <pc:sldMkLst>
          <pc:docMk/>
          <pc:sldMk cId="3954720226" sldId="271"/>
        </pc:sldMkLst>
        <pc:picChg chg="add">
          <ac:chgData name="Cư, Lê Hoành" userId="8040f1d9-fc08-4340-919f-e31835b09669" providerId="ADAL" clId="{E6925CE3-7288-459F-A61A-926B9B87E3D0}" dt="2026-03-27T15:56:23.861" v="221" actId="22"/>
          <ac:picMkLst>
            <pc:docMk/>
            <pc:sldMk cId="3954720226" sldId="271"/>
            <ac:picMk id="5" creationId="{2985D704-C580-4F79-F28A-9A8B993D551E}"/>
          </ac:picMkLst>
        </pc:picChg>
      </pc:sldChg>
      <pc:sldChg chg="add del">
        <pc:chgData name="Cư, Lê Hoành" userId="8040f1d9-fc08-4340-919f-e31835b09669" providerId="ADAL" clId="{E6925CE3-7288-459F-A61A-926B9B87E3D0}" dt="2026-03-27T15:51:50.538" v="202"/>
        <pc:sldMkLst>
          <pc:docMk/>
          <pc:sldMk cId="1246924377" sldId="272"/>
        </pc:sldMkLst>
      </pc:sldChg>
      <pc:sldChg chg="addSp add mod ord">
        <pc:chgData name="Cư, Lê Hoành" userId="8040f1d9-fc08-4340-919f-e31835b09669" providerId="ADAL" clId="{E6925CE3-7288-459F-A61A-926B9B87E3D0}" dt="2026-03-27T15:55:59.758" v="220"/>
        <pc:sldMkLst>
          <pc:docMk/>
          <pc:sldMk cId="1982465295" sldId="272"/>
        </pc:sldMkLst>
        <pc:picChg chg="add">
          <ac:chgData name="Cư, Lê Hoành" userId="8040f1d9-fc08-4340-919f-e31835b09669" providerId="ADAL" clId="{E6925CE3-7288-459F-A61A-926B9B87E3D0}" dt="2026-03-27T15:55:55.289" v="218" actId="22"/>
          <ac:picMkLst>
            <pc:docMk/>
            <pc:sldMk cId="1982465295" sldId="272"/>
            <ac:picMk id="5" creationId="{F2E1EDC6-11E6-77CD-0071-DD968A7D0540}"/>
          </ac:picMkLst>
        </pc:picChg>
      </pc:sldChg>
      <pc:sldChg chg="add del">
        <pc:chgData name="Cư, Lê Hoành" userId="8040f1d9-fc08-4340-919f-e31835b09669" providerId="ADAL" clId="{E6925CE3-7288-459F-A61A-926B9B87E3D0}" dt="2026-03-27T15:51:49.867" v="201"/>
        <pc:sldMkLst>
          <pc:docMk/>
          <pc:sldMk cId="395496337" sldId="273"/>
        </pc:sldMkLst>
      </pc:sldChg>
      <pc:sldChg chg="addSp add mod">
        <pc:chgData name="Cư, Lê Hoành" userId="8040f1d9-fc08-4340-919f-e31835b09669" providerId="ADAL" clId="{E6925CE3-7288-459F-A61A-926B9B87E3D0}" dt="2026-03-27T15:56:59.162" v="222" actId="22"/>
        <pc:sldMkLst>
          <pc:docMk/>
          <pc:sldMk cId="2072348857" sldId="273"/>
        </pc:sldMkLst>
        <pc:picChg chg="add">
          <ac:chgData name="Cư, Lê Hoành" userId="8040f1d9-fc08-4340-919f-e31835b09669" providerId="ADAL" clId="{E6925CE3-7288-459F-A61A-926B9B87E3D0}" dt="2026-03-27T15:56:59.162" v="222" actId="22"/>
          <ac:picMkLst>
            <pc:docMk/>
            <pc:sldMk cId="2072348857" sldId="273"/>
            <ac:picMk id="5" creationId="{9944EE23-6416-A2DE-F4D1-8386E0B716FF}"/>
          </ac:picMkLst>
        </pc:picChg>
      </pc:sldChg>
      <pc:sldChg chg="add del">
        <pc:chgData name="Cư, Lê Hoành" userId="8040f1d9-fc08-4340-919f-e31835b09669" providerId="ADAL" clId="{E6925CE3-7288-459F-A61A-926B9B87E3D0}" dt="2026-03-27T15:51:48.892" v="200"/>
        <pc:sldMkLst>
          <pc:docMk/>
          <pc:sldMk cId="1795625048" sldId="274"/>
        </pc:sldMkLst>
      </pc:sldChg>
      <pc:sldChg chg="addSp add mod">
        <pc:chgData name="Cư, Lê Hoành" userId="8040f1d9-fc08-4340-919f-e31835b09669" providerId="ADAL" clId="{E6925CE3-7288-459F-A61A-926B9B87E3D0}" dt="2026-03-27T15:57:18.265" v="223" actId="22"/>
        <pc:sldMkLst>
          <pc:docMk/>
          <pc:sldMk cId="2095534593" sldId="274"/>
        </pc:sldMkLst>
        <pc:picChg chg="add">
          <ac:chgData name="Cư, Lê Hoành" userId="8040f1d9-fc08-4340-919f-e31835b09669" providerId="ADAL" clId="{E6925CE3-7288-459F-A61A-926B9B87E3D0}" dt="2026-03-27T15:57:18.265" v="223" actId="22"/>
          <ac:picMkLst>
            <pc:docMk/>
            <pc:sldMk cId="2095534593" sldId="274"/>
            <ac:picMk id="5" creationId="{568A19D3-D868-E226-0988-7B1157AD688B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6:02:17.100" v="259" actId="14100"/>
        <pc:sldMkLst>
          <pc:docMk/>
          <pc:sldMk cId="3743665373" sldId="275"/>
        </pc:sldMkLst>
        <pc:picChg chg="add mod">
          <ac:chgData name="Cư, Lê Hoành" userId="8040f1d9-fc08-4340-919f-e31835b09669" providerId="ADAL" clId="{E6925CE3-7288-459F-A61A-926B9B87E3D0}" dt="2026-03-27T16:02:17.100" v="259" actId="14100"/>
          <ac:picMkLst>
            <pc:docMk/>
            <pc:sldMk cId="3743665373" sldId="275"/>
            <ac:picMk id="5" creationId="{0FD99792-5306-2C81-2F93-2B33206C9734}"/>
          </ac:picMkLst>
        </pc:picChg>
      </pc:sldChg>
      <pc:sldChg chg="addSp modSp add mod">
        <pc:chgData name="Cư, Lê Hoành" userId="8040f1d9-fc08-4340-919f-e31835b09669" providerId="ADAL" clId="{E6925CE3-7288-459F-A61A-926B9B87E3D0}" dt="2026-03-27T16:02:03.294" v="256" actId="1076"/>
        <pc:sldMkLst>
          <pc:docMk/>
          <pc:sldMk cId="550149988" sldId="276"/>
        </pc:sldMkLst>
        <pc:picChg chg="add mod">
          <ac:chgData name="Cư, Lê Hoành" userId="8040f1d9-fc08-4340-919f-e31835b09669" providerId="ADAL" clId="{E6925CE3-7288-459F-A61A-926B9B87E3D0}" dt="2026-03-27T16:02:03.294" v="256" actId="1076"/>
          <ac:picMkLst>
            <pc:docMk/>
            <pc:sldMk cId="550149988" sldId="276"/>
            <ac:picMk id="5" creationId="{E0E3F22D-25D9-3A8D-0B25-17C7D9217515}"/>
          </ac:picMkLst>
        </pc:picChg>
      </pc:sldChg>
      <pc:sldChg chg="addSp add mod">
        <pc:chgData name="Cư, Lê Hoành" userId="8040f1d9-fc08-4340-919f-e31835b09669" providerId="ADAL" clId="{E6925CE3-7288-459F-A61A-926B9B87E3D0}" dt="2026-03-27T15:55:15.156" v="216" actId="22"/>
        <pc:sldMkLst>
          <pc:docMk/>
          <pc:sldMk cId="2342016393" sldId="277"/>
        </pc:sldMkLst>
        <pc:picChg chg="add">
          <ac:chgData name="Cư, Lê Hoành" userId="8040f1d9-fc08-4340-919f-e31835b09669" providerId="ADAL" clId="{E6925CE3-7288-459F-A61A-926B9B87E3D0}" dt="2026-03-27T15:55:15.156" v="216" actId="22"/>
          <ac:picMkLst>
            <pc:docMk/>
            <pc:sldMk cId="2342016393" sldId="277"/>
            <ac:picMk id="5" creationId="{45D9FBA8-D59A-0196-82F8-B97A2D75B7DB}"/>
          </ac:picMkLst>
        </pc:picChg>
      </pc:sldChg>
      <pc:sldChg chg="addSp add mod">
        <pc:chgData name="Cư, Lê Hoành" userId="8040f1d9-fc08-4340-919f-e31835b09669" providerId="ADAL" clId="{E6925CE3-7288-459F-A61A-926B9B87E3D0}" dt="2026-03-27T15:55:34.832" v="217" actId="22"/>
        <pc:sldMkLst>
          <pc:docMk/>
          <pc:sldMk cId="988387336" sldId="278"/>
        </pc:sldMkLst>
        <pc:picChg chg="add">
          <ac:chgData name="Cư, Lê Hoành" userId="8040f1d9-fc08-4340-919f-e31835b09669" providerId="ADAL" clId="{E6925CE3-7288-459F-A61A-926B9B87E3D0}" dt="2026-03-27T15:55:34.832" v="217" actId="22"/>
          <ac:picMkLst>
            <pc:docMk/>
            <pc:sldMk cId="988387336" sldId="278"/>
            <ac:picMk id="5" creationId="{F6BC6521-3E51-135E-C73F-929834BF3FAE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7T16:01:40.984" v="252" actId="1076"/>
        <pc:sldMkLst>
          <pc:docMk/>
          <pc:sldMk cId="3014262360" sldId="279"/>
        </pc:sldMkLst>
        <pc:picChg chg="del">
          <ac:chgData name="Cư, Lê Hoành" userId="8040f1d9-fc08-4340-919f-e31835b09669" providerId="ADAL" clId="{E6925CE3-7288-459F-A61A-926B9B87E3D0}" dt="2026-03-27T15:58:03.042" v="227" actId="478"/>
          <ac:picMkLst>
            <pc:docMk/>
            <pc:sldMk cId="3014262360" sldId="279"/>
            <ac:picMk id="5" creationId="{D5394FBF-E902-757E-D9DE-3C54C56836AD}"/>
          </ac:picMkLst>
        </pc:picChg>
        <pc:picChg chg="add mod">
          <ac:chgData name="Cư, Lê Hoành" userId="8040f1d9-fc08-4340-919f-e31835b09669" providerId="ADAL" clId="{E6925CE3-7288-459F-A61A-926B9B87E3D0}" dt="2026-03-27T16:01:40.984" v="252" actId="1076"/>
          <ac:picMkLst>
            <pc:docMk/>
            <pc:sldMk cId="3014262360" sldId="279"/>
            <ac:picMk id="6" creationId="{2DB4C530-212E-CE41-B790-BCF371E4BE15}"/>
          </ac:picMkLst>
        </pc:picChg>
      </pc:sldChg>
      <pc:sldChg chg="modSp add mod ord">
        <pc:chgData name="Cư, Lê Hoành" userId="8040f1d9-fc08-4340-919f-e31835b09669" providerId="ADAL" clId="{E6925CE3-7288-459F-A61A-926B9B87E3D0}" dt="2026-03-27T15:59:38.038" v="241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7T15:59:14.709" v="239" actId="1076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7T15:59:38.038" v="241"/>
          <ac:spMkLst>
            <pc:docMk/>
            <pc:sldMk cId="1030800159" sldId="280"/>
            <ac:spMk id="3" creationId="{C0DF52DA-0B66-9314-1B6B-09FD0C9221E0}"/>
          </ac:spMkLst>
        </pc:sp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27T16:00:53.404" v="248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27T16:00:25.617" v="246" actId="1076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7T16:00:53.404" v="248"/>
          <ac:spMkLst>
            <pc:docMk/>
            <pc:sldMk cId="1208603177" sldId="282"/>
            <ac:spMk id="3" creationId="{5198B905-8C7A-4B5E-2654-32CA2C72D6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4471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10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tr.gitiho.com/studying/power-bi-thuc-chien-truc-quan-hoa-phan-tich-du-lieu-de-ra-quyet-dinh-hieu-qua/530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3DAF-2EE7-B948-6C9D-6669CDDD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064B-A81E-7204-C4B4-089C76B5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9532" y="434386"/>
            <a:ext cx="10310948" cy="924151"/>
          </a:xfrm>
        </p:spPr>
        <p:txBody>
          <a:bodyPr>
            <a:normAutofit fontScale="90000"/>
          </a:bodyPr>
          <a:lstStyle/>
          <a:p>
            <a:r>
              <a:rPr lang="en-US" dirty="0"/>
              <a:t>27.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F52DA-0B66-9314-1B6B-09FD0C92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788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0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4E07-D642-EE17-9839-529FF5FB4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19" y="188370"/>
            <a:ext cx="10162902" cy="824002"/>
          </a:xfrm>
        </p:spPr>
        <p:txBody>
          <a:bodyPr>
            <a:normAutofit fontScale="90000"/>
          </a:bodyPr>
          <a:lstStyle/>
          <a:p>
            <a:r>
              <a:rPr lang="en-US" dirty="0"/>
              <a:t>27. 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5F08-3A2E-B8DA-2EEF-CF9D005A8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4" y="1773238"/>
            <a:ext cx="9866811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72C33-5A0B-D89C-B3EB-0ED5BC6A8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22"/>
          <a:stretch>
            <a:fillRect/>
          </a:stretch>
        </p:blipFill>
        <p:spPr>
          <a:xfrm>
            <a:off x="931819" y="1012372"/>
            <a:ext cx="10829524" cy="496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9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CD74-874C-35B2-7CBF-0F24F33C51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2453-4DA8-7710-9801-AD6C02D6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A5DA2-3D51-6A8A-AE00-E230022C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492951"/>
            <a:ext cx="10613571" cy="59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6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BA2-C0CD-BCAA-A6CC-B5186EFD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0023-E0AD-742C-39CC-97AC6A2C5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08FAC-3308-7787-39D0-4A6F73315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B7872-C2C8-DEE7-0C48-8BBB8CDDE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7" y="304912"/>
            <a:ext cx="11299370" cy="653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92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0F5E-F683-8BCF-D96D-BE2C166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1356-AB5A-797D-9181-6500F85D2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BB489-946A-B52F-4B5B-0968CC797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5D804-C774-E315-9CAF-99D3B336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774" y="2016052"/>
            <a:ext cx="4902452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1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73B6B-9AE5-5CE4-3F33-0B6578771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DAC89-08F5-B910-AA26-6565FEB976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823AB-4973-D0E9-54F5-D21945D8C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150DF-DCCD-2C68-B3DF-784056003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7" y="217652"/>
            <a:ext cx="11440885" cy="642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9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F1C3-84D0-B04A-7E8D-528724EAD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66AFD-D299-BF73-C006-D307A59EED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59B23-D493-7966-DB23-6247C4D0B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07491-A347-B634-68FF-91567B24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230446"/>
            <a:ext cx="11451771" cy="655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5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7B51-F804-A372-BA29-6E3F446E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3D99-2138-D471-BAF5-1B4E9BA6B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4D63D-B7B5-817B-35DB-3CE1BF786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2A8BD-441E-EDD1-338A-680A4B93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79" y="177726"/>
            <a:ext cx="11645576" cy="660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1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2864-A10C-4175-27E9-C4F5A0C6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DB3-3896-2B80-3DCD-817DA9880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CE005-D0A5-E81F-3CE5-0B9CCB535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011C4-0D1F-C321-683F-AEF61B62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98" y="190427"/>
            <a:ext cx="11534902" cy="65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77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E2B5-A7E2-A9A7-2FE4-DF5E05D58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A7F2-4EBB-72EE-A3ED-59C602710B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EB259-758A-761D-6079-584B370A6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C1D88-0665-8C81-4C68-46927C94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847" y="2012877"/>
            <a:ext cx="4972306" cy="28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0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AEB66-0831-707D-5B3F-4CDAA5BF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B3223-8886-8361-2121-1CBD0D7A2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C9BC1-9649-76B3-8209-B1CA0864E5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B1030-1478-D72E-B927-487AFAC09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8" y="2035103"/>
            <a:ext cx="4946904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12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8CCA-72F4-571A-2159-2DA96151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A918A-6C65-41DC-DAF3-844EF28198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22E36-644A-623B-7909-4780485E9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9FBA8-D59A-0196-82F8-B97A2D75B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497" y="2012877"/>
            <a:ext cx="4985006" cy="28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1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5A59-0C78-4E12-4F27-645E118A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2F73-F06C-BCBA-7B86-8686B5D86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8520F-25FB-4616-3428-20C689566A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C6521-3E51-135E-C73F-929834BF3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949" y="2028753"/>
            <a:ext cx="489610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7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B1A6-02A9-46C7-8212-5D640F65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2D94-A4C1-0BCA-2D0F-7B20D18E12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6681B-FDBB-6DDD-F366-0C453DCDD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1EDC6-11E6-77CD-0071-DD968A7D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672" y="1965250"/>
            <a:ext cx="4978656" cy="29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65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C111-9F6A-7F2D-719E-3F7A296B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FD78-D074-8C98-C10F-7922CFBB2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CE96B7-B488-7125-F6AE-FD4E05CFEA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5D704-C580-4F79-F28A-9A8B993D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971" y="2022402"/>
            <a:ext cx="5004057" cy="28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20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63F1-43D4-4B03-32D0-CCE6EF7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6F68-4891-7002-E359-1F0F70846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536B5-9AD2-3078-CE9B-FF41D8E140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4EE23-6416-A2DE-F4D1-8386E0B7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073" y="2038278"/>
            <a:ext cx="4927853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48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EED5-A1BF-AA0F-22A4-AA078656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0FCE-A6E1-7CD2-77FF-1DB28192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4D574-7816-9C0E-2F7E-5B98DB707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8A19D3-D868-E226-0988-7B1157AD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548" y="2003351"/>
            <a:ext cx="4946904" cy="285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3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6CEB-1B38-7E50-EB38-3E12AD4A9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32D1-DD36-EF55-8D87-93AED4DE4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5AB33-0EB9-D75D-29EA-1083066C3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99792-5306-2C81-2F93-2B33206C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56" y="182880"/>
            <a:ext cx="11476561" cy="657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65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AD3A-278F-6987-975C-7AFB80E9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EEBA-2DBA-7070-CE56-B4C9E1293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08916-11C1-0B69-CB2B-210F1F89B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3F22D-25D9-3A8D-0B25-17C7D9217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3" y="150398"/>
            <a:ext cx="11486604" cy="65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49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9FAB-B8C4-7431-2759-9D2A462F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7DEF-4FD0-EB29-216F-5F7B302DE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E8542-82F8-63B5-1A49-5EA5D2E595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4C530-212E-CE41-B790-BCF371E4B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3" y="338787"/>
            <a:ext cx="11994953" cy="605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6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BC3D-7DDD-832A-43F4-3F84F115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0828-3B73-DEE9-A960-977028409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163DB-24A9-2E5E-0A7C-013DE6CF38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24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141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6F74-A19A-0C93-7B47-10BCAA19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68C0-F2EF-AD96-646E-430316CC1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623" y="623797"/>
            <a:ext cx="9144000" cy="976403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8B905-8C7A-4B5E-2654-32CA2C72D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5623" y="1773238"/>
            <a:ext cx="9144000" cy="1655762"/>
          </a:xfrm>
        </p:spPr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603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7313-D98D-5593-A49E-CCD0A17F27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B00FF-84B8-CBFD-1DEA-95FAE14B9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85BD1-56F5-B846-AE25-8FB7543D8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7476"/>
            <a:ext cx="9938657" cy="650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8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5C1-2828-6BFA-DA76-A845170B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553F-C469-1FAC-9CBE-5842075A4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7A018-D762-4857-83E3-E73DA229C3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9BC9B-C4BC-0B21-C6E7-3B60B0EF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" y="312269"/>
            <a:ext cx="11022583" cy="62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26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66D2-64E3-75CB-A74F-C9F5E7852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5626F-2145-9E2D-42A4-197ABA4B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7900"/>
            <a:ext cx="10776857" cy="667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/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0BF74-7DFE-EB46-C548-3EDBA46DC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Hệ </a:t>
            </a:r>
            <a:r>
              <a:rPr lang="en-US" dirty="0" err="1">
                <a:hlinkClick r:id="rId2"/>
              </a:rPr>
              <a:t>thống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đào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tạo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nội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bộ</a:t>
            </a:r>
            <a:r>
              <a:rPr lang="en-US" dirty="0">
                <a:hlinkClick r:id="rId2"/>
              </a:rPr>
              <a:t> CÔNG TY CỔ PHẦN NHỰA TÁI CHẾ DUY TÂN.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77</Words>
  <Application>Microsoft Office PowerPoint</Application>
  <PresentationFormat>Widescreen</PresentationFormat>
  <Paragraphs>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27. Tóm tắt một số kiến thức cơ bản </vt:lpstr>
      <vt:lpstr>27. Tóm tắt một số kiến thức cơ bản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 chương 3</vt:lpstr>
      <vt:lpstr>PowerPoint Presentation</vt:lpstr>
      <vt:lpstr>PowerPoint Presentation</vt:lpstr>
      <vt:lpstr>PowerPoint Presentation</vt:lpstr>
      <vt:lpstr>Sữa bài tập chương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</cp:revision>
  <dcterms:created xsi:type="dcterms:W3CDTF">2026-03-27T15:25:52Z</dcterms:created>
  <dcterms:modified xsi:type="dcterms:W3CDTF">2026-03-27T16:02:19Z</dcterms:modified>
</cp:coreProperties>
</file>