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ư, Lê Hoành" userId="8040f1d9-fc08-4340-919f-e31835b09669" providerId="ADAL" clId="{E6925CE3-7288-459F-A61A-926B9B87E3D0}"/>
    <pc:docChg chg="undo custSel delSld modSld">
      <pc:chgData name="Cư, Lê Hoành" userId="8040f1d9-fc08-4340-919f-e31835b09669" providerId="ADAL" clId="{E6925CE3-7288-459F-A61A-926B9B87E3D0}" dt="2026-03-28T08:48:22.210" v="127" actId="22"/>
      <pc:docMkLst>
        <pc:docMk/>
      </pc:docMkLst>
      <pc:sldChg chg="modSp mod">
        <pc:chgData name="Cư, Lê Hoành" userId="8040f1d9-fc08-4340-919f-e31835b09669" providerId="ADAL" clId="{E6925CE3-7288-459F-A61A-926B9B87E3D0}" dt="2026-03-28T07:46:44.417" v="72" actId="20577"/>
        <pc:sldMkLst>
          <pc:docMk/>
          <pc:sldMk cId="201683932" sldId="256"/>
        </pc:sldMkLst>
        <pc:spChg chg="mod">
          <ac:chgData name="Cư, Lê Hoành" userId="8040f1d9-fc08-4340-919f-e31835b09669" providerId="ADAL" clId="{E6925CE3-7288-459F-A61A-926B9B87E3D0}" dt="2026-03-28T07:46:44.417" v="72" actId="20577"/>
          <ac:spMkLst>
            <pc:docMk/>
            <pc:sldMk cId="201683932" sldId="256"/>
            <ac:spMk id="2" creationId="{83D80E80-6CB6-4586-DC8D-7E25182E2038}"/>
          </ac:spMkLst>
        </pc:spChg>
      </pc:sldChg>
      <pc:sldChg chg="addSp delSp modSp mod">
        <pc:chgData name="Cư, Lê Hoành" userId="8040f1d9-fc08-4340-919f-e31835b09669" providerId="ADAL" clId="{E6925CE3-7288-459F-A61A-926B9B87E3D0}" dt="2026-03-28T08:34:30.519" v="118" actId="14100"/>
        <pc:sldMkLst>
          <pc:docMk/>
          <pc:sldMk cId="318516159" sldId="257"/>
        </pc:sldMkLst>
        <pc:picChg chg="add del mod">
          <ac:chgData name="Cư, Lê Hoành" userId="8040f1d9-fc08-4340-919f-e31835b09669" providerId="ADAL" clId="{E6925CE3-7288-459F-A61A-926B9B87E3D0}" dt="2026-03-28T07:46:48.544" v="73" actId="478"/>
          <ac:picMkLst>
            <pc:docMk/>
            <pc:sldMk cId="318516159" sldId="257"/>
            <ac:picMk id="5" creationId="{BD7B2108-66BD-6133-F0DC-245EF395C281}"/>
          </ac:picMkLst>
        </pc:picChg>
        <pc:picChg chg="add mod">
          <ac:chgData name="Cư, Lê Hoành" userId="8040f1d9-fc08-4340-919f-e31835b09669" providerId="ADAL" clId="{E6925CE3-7288-459F-A61A-926B9B87E3D0}" dt="2026-03-28T08:34:30.519" v="118" actId="14100"/>
          <ac:picMkLst>
            <pc:docMk/>
            <pc:sldMk cId="318516159" sldId="257"/>
            <ac:picMk id="6" creationId="{EA0254B7-EEC9-C7D7-D3A8-6B98BF278CE1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25.827" v="117" actId="14100"/>
        <pc:sldMkLst>
          <pc:docMk/>
          <pc:sldMk cId="456285892" sldId="258"/>
        </pc:sldMkLst>
        <pc:picChg chg="add del mod">
          <ac:chgData name="Cư, Lê Hoành" userId="8040f1d9-fc08-4340-919f-e31835b09669" providerId="ADAL" clId="{E6925CE3-7288-459F-A61A-926B9B87E3D0}" dt="2026-03-28T07:46:51.327" v="74" actId="478"/>
          <ac:picMkLst>
            <pc:docMk/>
            <pc:sldMk cId="456285892" sldId="258"/>
            <ac:picMk id="5" creationId="{0D5CF5DD-66B2-019E-18C6-3F25E70AF358}"/>
          </ac:picMkLst>
        </pc:picChg>
        <pc:picChg chg="add mod">
          <ac:chgData name="Cư, Lê Hoành" userId="8040f1d9-fc08-4340-919f-e31835b09669" providerId="ADAL" clId="{E6925CE3-7288-459F-A61A-926B9B87E3D0}" dt="2026-03-28T08:34:25.827" v="117" actId="14100"/>
          <ac:picMkLst>
            <pc:docMk/>
            <pc:sldMk cId="456285892" sldId="258"/>
            <ac:picMk id="6" creationId="{EAA8E84F-295A-B82E-DFB3-B16E07151CAD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20.897" v="116" actId="14100"/>
        <pc:sldMkLst>
          <pc:docMk/>
          <pc:sldMk cId="1836343227" sldId="259"/>
        </pc:sldMkLst>
        <pc:spChg chg="mod">
          <ac:chgData name="Cư, Lê Hoành" userId="8040f1d9-fc08-4340-919f-e31835b09669" providerId="ADAL" clId="{E6925CE3-7288-459F-A61A-926B9B87E3D0}" dt="2026-03-27T16:33:27.527" v="31" actId="1076"/>
          <ac:spMkLst>
            <pc:docMk/>
            <pc:sldMk cId="1836343227" sldId="259"/>
            <ac:spMk id="2" creationId="{140307E3-8A78-DB63-3E2A-D44E30C22FA8}"/>
          </ac:spMkLst>
        </pc:spChg>
        <pc:picChg chg="add del mod">
          <ac:chgData name="Cư, Lê Hoành" userId="8040f1d9-fc08-4340-919f-e31835b09669" providerId="ADAL" clId="{E6925CE3-7288-459F-A61A-926B9B87E3D0}" dt="2026-03-28T07:46:54.067" v="75" actId="478"/>
          <ac:picMkLst>
            <pc:docMk/>
            <pc:sldMk cId="1836343227" sldId="259"/>
            <ac:picMk id="5" creationId="{9C3BD7EC-D169-081E-CC00-69D356E65FA8}"/>
          </ac:picMkLst>
        </pc:picChg>
        <pc:picChg chg="add mod">
          <ac:chgData name="Cư, Lê Hoành" userId="8040f1d9-fc08-4340-919f-e31835b09669" providerId="ADAL" clId="{E6925CE3-7288-459F-A61A-926B9B87E3D0}" dt="2026-03-28T08:34:20.897" v="116" actId="14100"/>
          <ac:picMkLst>
            <pc:docMk/>
            <pc:sldMk cId="1836343227" sldId="259"/>
            <ac:picMk id="6" creationId="{55FD6E88-AFDE-AB2C-4716-2EA045E6041F}"/>
          </ac:picMkLst>
        </pc:picChg>
      </pc:sldChg>
      <pc:sldChg chg="addSp modSp del mod">
        <pc:chgData name="Cư, Lê Hoành" userId="8040f1d9-fc08-4340-919f-e31835b09669" providerId="ADAL" clId="{E6925CE3-7288-459F-A61A-926B9B87E3D0}" dt="2026-03-28T07:46:58.837" v="76" actId="47"/>
        <pc:sldMkLst>
          <pc:docMk/>
          <pc:sldMk cId="4127198336" sldId="260"/>
        </pc:sldMkLst>
        <pc:picChg chg="add mod">
          <ac:chgData name="Cư, Lê Hoành" userId="8040f1d9-fc08-4340-919f-e31835b09669" providerId="ADAL" clId="{E6925CE3-7288-459F-A61A-926B9B87E3D0}" dt="2026-03-27T16:33:46.431" v="35" actId="14100"/>
          <ac:picMkLst>
            <pc:docMk/>
            <pc:sldMk cId="4127198336" sldId="260"/>
            <ac:picMk id="5" creationId="{97CF1BC5-731A-6F66-B7D5-EBE9B4F0486B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14.377" v="115" actId="14100"/>
        <pc:sldMkLst>
          <pc:docMk/>
          <pc:sldMk cId="1276565229" sldId="261"/>
        </pc:sldMkLst>
        <pc:picChg chg="add del mod">
          <ac:chgData name="Cư, Lê Hoành" userId="8040f1d9-fc08-4340-919f-e31835b09669" providerId="ADAL" clId="{E6925CE3-7288-459F-A61A-926B9B87E3D0}" dt="2026-03-28T07:47:01.722" v="77" actId="478"/>
          <ac:picMkLst>
            <pc:docMk/>
            <pc:sldMk cId="1276565229" sldId="261"/>
            <ac:picMk id="5" creationId="{F4F8AB0B-1E79-16AA-9727-8C89B196790C}"/>
          </ac:picMkLst>
        </pc:picChg>
        <pc:picChg chg="add mod">
          <ac:chgData name="Cư, Lê Hoành" userId="8040f1d9-fc08-4340-919f-e31835b09669" providerId="ADAL" clId="{E6925CE3-7288-459F-A61A-926B9B87E3D0}" dt="2026-03-28T08:34:14.377" v="115" actId="14100"/>
          <ac:picMkLst>
            <pc:docMk/>
            <pc:sldMk cId="1276565229" sldId="261"/>
            <ac:picMk id="6" creationId="{FB2C4E7F-3999-96AE-37AA-9B051944ED74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09.340" v="114" actId="14100"/>
        <pc:sldMkLst>
          <pc:docMk/>
          <pc:sldMk cId="1517593227" sldId="262"/>
        </pc:sldMkLst>
        <pc:picChg chg="add del mod">
          <ac:chgData name="Cư, Lê Hoành" userId="8040f1d9-fc08-4340-919f-e31835b09669" providerId="ADAL" clId="{E6925CE3-7288-459F-A61A-926B9B87E3D0}" dt="2026-03-28T08:19:18.353" v="80" actId="478"/>
          <ac:picMkLst>
            <pc:docMk/>
            <pc:sldMk cId="1517593227" sldId="262"/>
            <ac:picMk id="5" creationId="{D65CD62E-F070-2C0A-C1A8-994BDEA672E1}"/>
          </ac:picMkLst>
        </pc:picChg>
        <pc:picChg chg="add mod">
          <ac:chgData name="Cư, Lê Hoành" userId="8040f1d9-fc08-4340-919f-e31835b09669" providerId="ADAL" clId="{E6925CE3-7288-459F-A61A-926B9B87E3D0}" dt="2026-03-28T08:34:09.340" v="114" actId="14100"/>
          <ac:picMkLst>
            <pc:docMk/>
            <pc:sldMk cId="1517593227" sldId="262"/>
            <ac:picMk id="6" creationId="{0A051131-A631-1E64-A15A-07E1EC478BF9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02.956" v="112" actId="14100"/>
        <pc:sldMkLst>
          <pc:docMk/>
          <pc:sldMk cId="1417605080" sldId="263"/>
        </pc:sldMkLst>
        <pc:picChg chg="add del mod">
          <ac:chgData name="Cư, Lê Hoành" userId="8040f1d9-fc08-4340-919f-e31835b09669" providerId="ADAL" clId="{E6925CE3-7288-459F-A61A-926B9B87E3D0}" dt="2026-03-28T08:19:22.631" v="81" actId="478"/>
          <ac:picMkLst>
            <pc:docMk/>
            <pc:sldMk cId="1417605080" sldId="263"/>
            <ac:picMk id="5" creationId="{3EABD084-6566-0519-2355-94D9C38EF0D2}"/>
          </ac:picMkLst>
        </pc:picChg>
        <pc:picChg chg="add mod">
          <ac:chgData name="Cư, Lê Hoành" userId="8040f1d9-fc08-4340-919f-e31835b09669" providerId="ADAL" clId="{E6925CE3-7288-459F-A61A-926B9B87E3D0}" dt="2026-03-28T08:34:02.956" v="112" actId="14100"/>
          <ac:picMkLst>
            <pc:docMk/>
            <pc:sldMk cId="1417605080" sldId="263"/>
            <ac:picMk id="6" creationId="{4FDB2FBD-9CFD-00F8-61FD-2F4DDEB30912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3:14.883" v="108" actId="14100"/>
        <pc:sldMkLst>
          <pc:docMk/>
          <pc:sldMk cId="1675971799" sldId="264"/>
        </pc:sldMkLst>
        <pc:picChg chg="add del mod">
          <ac:chgData name="Cư, Lê Hoành" userId="8040f1d9-fc08-4340-919f-e31835b09669" providerId="ADAL" clId="{E6925CE3-7288-459F-A61A-926B9B87E3D0}" dt="2026-03-28T08:19:25.505" v="82" actId="478"/>
          <ac:picMkLst>
            <pc:docMk/>
            <pc:sldMk cId="1675971799" sldId="264"/>
            <ac:picMk id="5" creationId="{0BD2BEA1-2F88-B99E-DCB6-0DFDB4CFCFEF}"/>
          </ac:picMkLst>
        </pc:picChg>
        <pc:picChg chg="add mod">
          <ac:chgData name="Cư, Lê Hoành" userId="8040f1d9-fc08-4340-919f-e31835b09669" providerId="ADAL" clId="{E6925CE3-7288-459F-A61A-926B9B87E3D0}" dt="2026-03-28T08:33:14.883" v="108" actId="14100"/>
          <ac:picMkLst>
            <pc:docMk/>
            <pc:sldMk cId="1675971799" sldId="264"/>
            <ac:picMk id="6" creationId="{0B5DD9F2-271F-33CF-07AC-CB9772FA65FD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3:54.637" v="111" actId="14100"/>
        <pc:sldMkLst>
          <pc:docMk/>
          <pc:sldMk cId="1765955035" sldId="265"/>
        </pc:sldMkLst>
        <pc:picChg chg="add del mod">
          <ac:chgData name="Cư, Lê Hoành" userId="8040f1d9-fc08-4340-919f-e31835b09669" providerId="ADAL" clId="{E6925CE3-7288-459F-A61A-926B9B87E3D0}" dt="2026-03-28T08:19:28.250" v="83" actId="478"/>
          <ac:picMkLst>
            <pc:docMk/>
            <pc:sldMk cId="1765955035" sldId="265"/>
            <ac:picMk id="5" creationId="{017970E4-37C1-C3B3-3720-3B5B0011B4CD}"/>
          </ac:picMkLst>
        </pc:picChg>
        <pc:picChg chg="add mod">
          <ac:chgData name="Cư, Lê Hoành" userId="8040f1d9-fc08-4340-919f-e31835b09669" providerId="ADAL" clId="{E6925CE3-7288-459F-A61A-926B9B87E3D0}" dt="2026-03-28T08:33:54.637" v="111" actId="14100"/>
          <ac:picMkLst>
            <pc:docMk/>
            <pc:sldMk cId="1765955035" sldId="265"/>
            <ac:picMk id="6" creationId="{E6D10A79-1199-7D3C-DC42-86FEA73C9F44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19:31.161" v="84" actId="478"/>
        <pc:sldMkLst>
          <pc:docMk/>
          <pc:sldMk cId="731843277" sldId="266"/>
        </pc:sldMkLst>
        <pc:picChg chg="add del mod">
          <ac:chgData name="Cư, Lê Hoành" userId="8040f1d9-fc08-4340-919f-e31835b09669" providerId="ADAL" clId="{E6925CE3-7288-459F-A61A-926B9B87E3D0}" dt="2026-03-28T08:19:31.161" v="84" actId="478"/>
          <ac:picMkLst>
            <pc:docMk/>
            <pc:sldMk cId="731843277" sldId="266"/>
            <ac:picMk id="5" creationId="{70F05C98-F9C2-C168-911B-A060C2DECCBE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4:55.505" v="119" actId="22"/>
        <pc:sldMkLst>
          <pc:docMk/>
          <pc:sldMk cId="2793571153" sldId="267"/>
        </pc:sldMkLst>
        <pc:picChg chg="add del mod">
          <ac:chgData name="Cư, Lê Hoành" userId="8040f1d9-fc08-4340-919f-e31835b09669" providerId="ADAL" clId="{E6925CE3-7288-459F-A61A-926B9B87E3D0}" dt="2026-03-28T08:19:33.312" v="85" actId="478"/>
          <ac:picMkLst>
            <pc:docMk/>
            <pc:sldMk cId="2793571153" sldId="267"/>
            <ac:picMk id="5" creationId="{BF4C8800-1D55-B589-B155-3E4A842BF4FC}"/>
          </ac:picMkLst>
        </pc:picChg>
        <pc:picChg chg="add">
          <ac:chgData name="Cư, Lê Hoành" userId="8040f1d9-fc08-4340-919f-e31835b09669" providerId="ADAL" clId="{E6925CE3-7288-459F-A61A-926B9B87E3D0}" dt="2026-03-28T08:44:55.505" v="119" actId="22"/>
          <ac:picMkLst>
            <pc:docMk/>
            <pc:sldMk cId="2793571153" sldId="267"/>
            <ac:picMk id="6" creationId="{97DE7C14-2BC0-AAAD-75B1-5F79461B72DC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5:26.455" v="120" actId="22"/>
        <pc:sldMkLst>
          <pc:docMk/>
          <pc:sldMk cId="1961751893" sldId="268"/>
        </pc:sldMkLst>
        <pc:picChg chg="add del mod">
          <ac:chgData name="Cư, Lê Hoành" userId="8040f1d9-fc08-4340-919f-e31835b09669" providerId="ADAL" clId="{E6925CE3-7288-459F-A61A-926B9B87E3D0}" dt="2026-03-28T08:19:35.713" v="86" actId="478"/>
          <ac:picMkLst>
            <pc:docMk/>
            <pc:sldMk cId="1961751893" sldId="268"/>
            <ac:picMk id="5" creationId="{9D340A5E-4100-DDAF-349E-D09AA43A8910}"/>
          </ac:picMkLst>
        </pc:picChg>
        <pc:picChg chg="add">
          <ac:chgData name="Cư, Lê Hoành" userId="8040f1d9-fc08-4340-919f-e31835b09669" providerId="ADAL" clId="{E6925CE3-7288-459F-A61A-926B9B87E3D0}" dt="2026-03-28T08:45:26.455" v="120" actId="22"/>
          <ac:picMkLst>
            <pc:docMk/>
            <pc:sldMk cId="1961751893" sldId="268"/>
            <ac:picMk id="6" creationId="{B97EA168-2D27-E0F8-B989-06D2CB340190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5:45.954" v="121" actId="22"/>
        <pc:sldMkLst>
          <pc:docMk/>
          <pc:sldMk cId="2363755731" sldId="269"/>
        </pc:sldMkLst>
        <pc:picChg chg="add del mod">
          <ac:chgData name="Cư, Lê Hoành" userId="8040f1d9-fc08-4340-919f-e31835b09669" providerId="ADAL" clId="{E6925CE3-7288-459F-A61A-926B9B87E3D0}" dt="2026-03-28T08:19:38.006" v="87" actId="478"/>
          <ac:picMkLst>
            <pc:docMk/>
            <pc:sldMk cId="2363755731" sldId="269"/>
            <ac:picMk id="5" creationId="{1FC72D2C-CFB0-1F1C-C95B-D6FB0C2648EF}"/>
          </ac:picMkLst>
        </pc:picChg>
        <pc:picChg chg="add">
          <ac:chgData name="Cư, Lê Hoành" userId="8040f1d9-fc08-4340-919f-e31835b09669" providerId="ADAL" clId="{E6925CE3-7288-459F-A61A-926B9B87E3D0}" dt="2026-03-28T08:45:45.954" v="121" actId="22"/>
          <ac:picMkLst>
            <pc:docMk/>
            <pc:sldMk cId="2363755731" sldId="269"/>
            <ac:picMk id="6" creationId="{4B97ECF2-22FF-C13F-4B60-1E211C0E27EB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6:11.571" v="122" actId="22"/>
        <pc:sldMkLst>
          <pc:docMk/>
          <pc:sldMk cId="597492605" sldId="270"/>
        </pc:sldMkLst>
        <pc:picChg chg="add del mod">
          <ac:chgData name="Cư, Lê Hoành" userId="8040f1d9-fc08-4340-919f-e31835b09669" providerId="ADAL" clId="{E6925CE3-7288-459F-A61A-926B9B87E3D0}" dt="2026-03-28T08:19:40.830" v="88" actId="478"/>
          <ac:picMkLst>
            <pc:docMk/>
            <pc:sldMk cId="597492605" sldId="270"/>
            <ac:picMk id="5" creationId="{57E66915-0B17-8ADA-AF8A-558EC3126F9B}"/>
          </ac:picMkLst>
        </pc:picChg>
        <pc:picChg chg="add">
          <ac:chgData name="Cư, Lê Hoành" userId="8040f1d9-fc08-4340-919f-e31835b09669" providerId="ADAL" clId="{E6925CE3-7288-459F-A61A-926B9B87E3D0}" dt="2026-03-28T08:46:11.571" v="122" actId="22"/>
          <ac:picMkLst>
            <pc:docMk/>
            <pc:sldMk cId="597492605" sldId="270"/>
            <ac:picMk id="6" creationId="{A644852F-16EB-41FC-832C-44DDA7BD51D9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6:31.915" v="123" actId="22"/>
        <pc:sldMkLst>
          <pc:docMk/>
          <pc:sldMk cId="3386323168" sldId="271"/>
        </pc:sldMkLst>
        <pc:picChg chg="add del mod">
          <ac:chgData name="Cư, Lê Hoành" userId="8040f1d9-fc08-4340-919f-e31835b09669" providerId="ADAL" clId="{E6925CE3-7288-459F-A61A-926B9B87E3D0}" dt="2026-03-28T08:19:44.309" v="89" actId="478"/>
          <ac:picMkLst>
            <pc:docMk/>
            <pc:sldMk cId="3386323168" sldId="271"/>
            <ac:picMk id="5" creationId="{92546F98-FCC8-8733-AB97-A42A9433B4CD}"/>
          </ac:picMkLst>
        </pc:picChg>
        <pc:picChg chg="add">
          <ac:chgData name="Cư, Lê Hoành" userId="8040f1d9-fc08-4340-919f-e31835b09669" providerId="ADAL" clId="{E6925CE3-7288-459F-A61A-926B9B87E3D0}" dt="2026-03-28T08:46:31.915" v="123" actId="22"/>
          <ac:picMkLst>
            <pc:docMk/>
            <pc:sldMk cId="3386323168" sldId="271"/>
            <ac:picMk id="6" creationId="{EB17DB16-8430-9FC2-BE44-DAFDAA23C057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7:03.316" v="124" actId="22"/>
        <pc:sldMkLst>
          <pc:docMk/>
          <pc:sldMk cId="1879770684" sldId="272"/>
        </pc:sldMkLst>
        <pc:picChg chg="add del mod">
          <ac:chgData name="Cư, Lê Hoành" userId="8040f1d9-fc08-4340-919f-e31835b09669" providerId="ADAL" clId="{E6925CE3-7288-459F-A61A-926B9B87E3D0}" dt="2026-03-28T08:19:47.958" v="90" actId="478"/>
          <ac:picMkLst>
            <pc:docMk/>
            <pc:sldMk cId="1879770684" sldId="272"/>
            <ac:picMk id="5" creationId="{2DB5E63F-DEC3-0828-59B6-D2A830975570}"/>
          </ac:picMkLst>
        </pc:picChg>
        <pc:picChg chg="add">
          <ac:chgData name="Cư, Lê Hoành" userId="8040f1d9-fc08-4340-919f-e31835b09669" providerId="ADAL" clId="{E6925CE3-7288-459F-A61A-926B9B87E3D0}" dt="2026-03-28T08:47:03.316" v="124" actId="22"/>
          <ac:picMkLst>
            <pc:docMk/>
            <pc:sldMk cId="1879770684" sldId="272"/>
            <ac:picMk id="6" creationId="{E46B1DF6-1413-17D2-3990-2004F41B6B31}"/>
          </ac:picMkLst>
        </pc:picChg>
      </pc:sldChg>
      <pc:sldChg chg="addSp mod">
        <pc:chgData name="Cư, Lê Hoành" userId="8040f1d9-fc08-4340-919f-e31835b09669" providerId="ADAL" clId="{E6925CE3-7288-459F-A61A-926B9B87E3D0}" dt="2026-03-28T08:47:41.304" v="125" actId="22"/>
        <pc:sldMkLst>
          <pc:docMk/>
          <pc:sldMk cId="1085047058" sldId="273"/>
        </pc:sldMkLst>
        <pc:picChg chg="add">
          <ac:chgData name="Cư, Lê Hoành" userId="8040f1d9-fc08-4340-919f-e31835b09669" providerId="ADAL" clId="{E6925CE3-7288-459F-A61A-926B9B87E3D0}" dt="2026-03-28T08:47:41.304" v="125" actId="22"/>
          <ac:picMkLst>
            <pc:docMk/>
            <pc:sldMk cId="1085047058" sldId="273"/>
            <ac:picMk id="5" creationId="{DED52A04-A905-C84C-E583-0531A3276CB2}"/>
          </ac:picMkLst>
        </pc:picChg>
      </pc:sldChg>
      <pc:sldChg chg="addSp delSp mod">
        <pc:chgData name="Cư, Lê Hoành" userId="8040f1d9-fc08-4340-919f-e31835b09669" providerId="ADAL" clId="{E6925CE3-7288-459F-A61A-926B9B87E3D0}" dt="2026-03-28T08:48:05.534" v="126" actId="22"/>
        <pc:sldMkLst>
          <pc:docMk/>
          <pc:sldMk cId="3629018418" sldId="274"/>
        </pc:sldMkLst>
        <pc:picChg chg="add del">
          <ac:chgData name="Cư, Lê Hoành" userId="8040f1d9-fc08-4340-919f-e31835b09669" providerId="ADAL" clId="{E6925CE3-7288-459F-A61A-926B9B87E3D0}" dt="2026-03-28T08:19:52.181" v="91" actId="478"/>
          <ac:picMkLst>
            <pc:docMk/>
            <pc:sldMk cId="3629018418" sldId="274"/>
            <ac:picMk id="5" creationId="{E10F2AB2-FCCF-8AB6-44E3-B14A9FBC07DD}"/>
          </ac:picMkLst>
        </pc:picChg>
        <pc:picChg chg="add">
          <ac:chgData name="Cư, Lê Hoành" userId="8040f1d9-fc08-4340-919f-e31835b09669" providerId="ADAL" clId="{E6925CE3-7288-459F-A61A-926B9B87E3D0}" dt="2026-03-28T08:48:05.534" v="126" actId="22"/>
          <ac:picMkLst>
            <pc:docMk/>
            <pc:sldMk cId="3629018418" sldId="274"/>
            <ac:picMk id="6" creationId="{8E6CA740-81A8-0404-6DA7-F8EBFA335C5A}"/>
          </ac:picMkLst>
        </pc:picChg>
      </pc:sldChg>
      <pc:sldChg chg="addSp delSp mod">
        <pc:chgData name="Cư, Lê Hoành" userId="8040f1d9-fc08-4340-919f-e31835b09669" providerId="ADAL" clId="{E6925CE3-7288-459F-A61A-926B9B87E3D0}" dt="2026-03-28T08:48:22.210" v="127" actId="22"/>
        <pc:sldMkLst>
          <pc:docMk/>
          <pc:sldMk cId="292605160" sldId="275"/>
        </pc:sldMkLst>
        <pc:picChg chg="add del">
          <ac:chgData name="Cư, Lê Hoành" userId="8040f1d9-fc08-4340-919f-e31835b09669" providerId="ADAL" clId="{E6925CE3-7288-459F-A61A-926B9B87E3D0}" dt="2026-03-28T08:19:57.364" v="92" actId="478"/>
          <ac:picMkLst>
            <pc:docMk/>
            <pc:sldMk cId="292605160" sldId="275"/>
            <ac:picMk id="5" creationId="{2D134BD2-4442-F87F-9668-6E90021A5A25}"/>
          </ac:picMkLst>
        </pc:picChg>
        <pc:picChg chg="add">
          <ac:chgData name="Cư, Lê Hoành" userId="8040f1d9-fc08-4340-919f-e31835b09669" providerId="ADAL" clId="{E6925CE3-7288-459F-A61A-926B9B87E3D0}" dt="2026-03-28T08:48:22.210" v="127" actId="22"/>
          <ac:picMkLst>
            <pc:docMk/>
            <pc:sldMk cId="292605160" sldId="275"/>
            <ac:picMk id="6" creationId="{782B841D-2105-BF78-01C2-B5EBD4736D81}"/>
          </ac:picMkLst>
        </pc:picChg>
      </pc:sldChg>
      <pc:sldChg chg="addSp delSp mod">
        <pc:chgData name="Cư, Lê Hoành" userId="8040f1d9-fc08-4340-919f-e31835b09669" providerId="ADAL" clId="{E6925CE3-7288-459F-A61A-926B9B87E3D0}" dt="2026-03-28T08:19:59.676" v="93" actId="478"/>
        <pc:sldMkLst>
          <pc:docMk/>
          <pc:sldMk cId="333528702" sldId="276"/>
        </pc:sldMkLst>
        <pc:picChg chg="add del">
          <ac:chgData name="Cư, Lê Hoành" userId="8040f1d9-fc08-4340-919f-e31835b09669" providerId="ADAL" clId="{E6925CE3-7288-459F-A61A-926B9B87E3D0}" dt="2026-03-28T08:19:59.676" v="93" actId="478"/>
          <ac:picMkLst>
            <pc:docMk/>
            <pc:sldMk cId="333528702" sldId="276"/>
            <ac:picMk id="5" creationId="{176B446B-34A7-92D4-B07E-032B5296C9F5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5:41.516" v="60" actId="14100"/>
        <pc:sldMkLst>
          <pc:docMk/>
          <pc:sldMk cId="3802427862" sldId="281"/>
        </pc:sldMkLst>
        <pc:picChg chg="add mod">
          <ac:chgData name="Cư, Lê Hoành" userId="8040f1d9-fc08-4340-919f-e31835b09669" providerId="ADAL" clId="{E6925CE3-7288-459F-A61A-926B9B87E3D0}" dt="2026-03-27T17:15:41.516" v="60" actId="14100"/>
          <ac:picMkLst>
            <pc:docMk/>
            <pc:sldMk cId="3802427862" sldId="281"/>
            <ac:picMk id="5" creationId="{80D0CF1F-7807-B57B-A501-B7A2D62C59AE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6:22.346" v="63" actId="14100"/>
        <pc:sldMkLst>
          <pc:docMk/>
          <pc:sldMk cId="1689647086" sldId="282"/>
        </pc:sldMkLst>
        <pc:picChg chg="add mod">
          <ac:chgData name="Cư, Lê Hoành" userId="8040f1d9-fc08-4340-919f-e31835b09669" providerId="ADAL" clId="{E6925CE3-7288-459F-A61A-926B9B87E3D0}" dt="2026-03-27T17:16:22.346" v="63" actId="14100"/>
          <ac:picMkLst>
            <pc:docMk/>
            <pc:sldMk cId="1689647086" sldId="282"/>
            <ac:picMk id="5" creationId="{63797432-3A64-E238-6A24-CE420731D43F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7:01.943" v="66" actId="14100"/>
        <pc:sldMkLst>
          <pc:docMk/>
          <pc:sldMk cId="3361485729" sldId="283"/>
        </pc:sldMkLst>
        <pc:picChg chg="add mod">
          <ac:chgData name="Cư, Lê Hoành" userId="8040f1d9-fc08-4340-919f-e31835b09669" providerId="ADAL" clId="{E6925CE3-7288-459F-A61A-926B9B87E3D0}" dt="2026-03-27T17:17:01.943" v="66" actId="14100"/>
          <ac:picMkLst>
            <pc:docMk/>
            <pc:sldMk cId="3361485729" sldId="283"/>
            <ac:picMk id="5" creationId="{8338C45C-0F26-66AD-F423-573D8496C504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7:31.425" v="70" actId="1076"/>
        <pc:sldMkLst>
          <pc:docMk/>
          <pc:sldMk cId="2135992091" sldId="284"/>
        </pc:sldMkLst>
        <pc:picChg chg="add mod">
          <ac:chgData name="Cư, Lê Hoành" userId="8040f1d9-fc08-4340-919f-e31835b09669" providerId="ADAL" clId="{E6925CE3-7288-459F-A61A-926B9B87E3D0}" dt="2026-03-27T17:17:31.425" v="70" actId="1076"/>
          <ac:picMkLst>
            <pc:docMk/>
            <pc:sldMk cId="2135992091" sldId="284"/>
            <ac:picMk id="5" creationId="{DE3F3826-2EE5-A094-1534-E2C3ED636A3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10D60-557E-C3FB-ADBB-98E1C2340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63384-1EA1-B56F-7271-271EDA681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584B3-85D9-F49C-CDA4-9034CF7C4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CC9E5-2887-6285-B5B7-C0BEE449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D07B0-D2AC-CAE9-025C-E608CA0B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528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7D3E-2BC0-406E-7C23-5050E2DA1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83D98-9C19-F623-3E8F-BD6863D71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F56E0-62A4-AF22-279D-99D14EAF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50AC6-8738-CC59-CCB1-9FF6DD22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1CF74-ADA7-41FD-6932-B6A0D793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71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208B5-F05D-9F23-B08B-2A86B7C0A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B6DEF-DF7A-7BDD-4684-71929BC6E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FF84F-5838-4344-663E-B170D57EE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9ED36-6F81-42EF-A829-CC7D3B9D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44C0C-7462-FF63-CDB5-9B74D7B6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4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3B2FB-75E4-CEB8-F044-CBD3B116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CF30D-7B51-5477-3DB8-BF47B22C0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57D3A-3C81-746C-8726-51B34B690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B6D04-8EDA-8637-F5A7-A210BD23E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890E4-D698-9FC4-1D19-06EDD125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AD834-9F4F-3E72-961F-80681034F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40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807E-9CFE-EE30-5E1B-5E574AC65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DCCCC-AE08-D9D3-32B4-008D3FA66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A70CE-D60C-1B36-76B3-2446C4489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60E64-A0AB-4653-B9C1-19C96FAC7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2324B9-A071-319D-575F-2408F92F33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2B0864-CF9A-AC2C-EF12-5F2D03CF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D4C8BB-B6CB-778D-B541-14EA0BE3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492109-0955-FC25-A09F-05D6851C6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3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F1A17-BED7-7701-6B2B-F7A554274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85764-758E-17FB-0648-5D0B0E5BF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4F270-C541-36CC-2085-F3B06C5C2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1F22B-D15D-5C9E-A0C2-C31254167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40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4D6AB7-0ECC-295E-49CF-900C222C4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87AA2A-F91B-DDED-4B9E-437D21FD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F3D1F-B009-7B8E-33E9-B7FFB8EE6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8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8D371-939C-7295-2BFB-856883BB4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F32E-D3EB-051E-E247-56E14D651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2B519-779E-3912-2F2E-FB2073091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09401-E87D-CED6-54FF-C9C89B9F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2D515-B0A7-4F63-2FF9-5BBF3C83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B8A6C-8270-55DD-2A46-C99749535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818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A29A9-F500-D503-9EC6-18A36ABC8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3B098-423E-7DE0-ECAA-CF046332D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708FA-ECD5-25B7-A6B3-B6B2CB508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87997-4BBC-1D74-2260-BB91D4AE2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63FE2-88A3-B43B-0A99-0F259A7CE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2C35D-9625-A57E-0F37-A4E5C4EE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2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4D8C3-3F78-D9AD-1887-6843D4F2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D4DF3-45F4-E51D-BC99-79FC32A2F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873E8-5319-BCB8-E71E-288405840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FB0F9-FACF-CAFE-AC31-A2835A912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9939C-48DE-4A54-E540-7C67BC776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17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20C4C5-7B11-229A-2F39-D2EEEFE7B6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6A66A5-5988-055A-5BC6-4B9A8B092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64A90-49F0-DF35-7033-E216E2A9E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FCE2D-9D13-F763-52DF-A0E1B199E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C107C-6813-3F9C-4055-F3AEE92B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4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7B3010-F8A7-3557-FD36-5FBF9AC73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4ED49-F1BA-F677-D5D2-1B1821D42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54F4E-E92C-4301-CB03-1F8A7487EB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7E193-072B-4CC5-BB98-7FF6B11C22D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D3609-9E02-5582-0C80-66A2FF3F9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50820-C0C0-5652-D1F7-17DCC3712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4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80E80-6CB6-4586-DC8D-7E25182E20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90581-F8BA-C5B8-8F6B-BF21EEA3AB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83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C743F-DB2A-7F52-F1E8-0CC9EB7FEB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D99084-F861-8810-B77B-33CEECBCB7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0254B7-EEC9-C7D7-D3A8-6B98BF278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778" y="13175"/>
            <a:ext cx="9738234" cy="651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16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D6FB0-C91C-F708-2364-CADC8F154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477-4AB7-F693-CBD8-25063332DD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129A1-A8E2-7864-C077-06E7DFFAB0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A8E84F-295A-B82E-DFB3-B16E07151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91" y="1466"/>
            <a:ext cx="10594659" cy="660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85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71AD-DCED-9FBD-A43C-C63BB048A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307E3-8A78-DB63-3E2A-D44E30C22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3886" y="752248"/>
            <a:ext cx="91440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92B06A-110C-A757-7D18-FE18014AD1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FD6E88-AFDE-AB2C-4716-2EA045E60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194" y="52065"/>
            <a:ext cx="10138543" cy="673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4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7EDCC-1A7A-54CD-7809-5A5A0F4C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B1B65-9A69-E4BB-78AA-2F0CA321E9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4EA7E-8859-84D3-FE3C-988EA96607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2C4E7F-3999-96AE-37AA-9B051944E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869" y="111117"/>
            <a:ext cx="9516596" cy="656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565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31EB3-A3BF-B88B-5932-3352E8618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D6CF6-0DE9-67F1-1BB5-A2A50FD921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56CA6-B10E-42EF-8F64-C4C89C4A14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051131-A631-1E64-A15A-07E1EC478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63" y="61396"/>
            <a:ext cx="10713858" cy="679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593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CCC7B-2A5C-B4B3-7933-63A8AF294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AF1BC-5049-FFAA-25A6-38BB3C19BE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8B7FA5-6EEA-8F1E-7FA1-03ECED96F0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DB2FBD-9CFD-00F8-61FD-2F4DDEB30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71" y="-19757"/>
            <a:ext cx="9986174" cy="687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05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54FBD-CF3C-842F-DFF4-1E51411BB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247B1-A4A8-38FB-30D3-1C4A237DB6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4F49A0-AA21-BA3E-6E49-789FE18BE3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5DD9F2-271F-33CF-07AC-CB9772FA6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823" y="52287"/>
            <a:ext cx="9610088" cy="654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71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CD20C-3A41-3FCA-1C9D-734FAE6DD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498B5-0442-1FFA-61C9-DC045886E6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4C6B5-41EA-6B6F-CB44-088E1A9816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D10A79-1199-7D3C-DC42-86FEA73C9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03" y="531223"/>
            <a:ext cx="10538937" cy="520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55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0E500-B851-DF26-0364-66A64EDC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83C2E-FAE0-A109-7171-B9A5A4A3E0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59303-1EC3-FD63-5C7F-51F39A6BFA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43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F0C5A-0D83-1DBD-99D4-1C285A7CF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3E34D-91D4-04DA-637A-D151EF12EF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0BB1B-AFD8-E346-0631-CD09472B68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E7C14-2BC0-AAAD-75B1-5F79461B7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665" y="1781090"/>
            <a:ext cx="5232669" cy="329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71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6BC12-497B-0718-FCCE-F4F02520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AA9C1-32DF-1296-3E6E-CBFCDEE199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0EB4A-39F5-359B-8628-0991F78AC9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7EA168-2D27-E0F8-B989-06D2CB340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420" y="1330217"/>
            <a:ext cx="6039160" cy="419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51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9E3EB-8AEE-41ED-0330-B24668CA3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ADB4-7231-B8D1-D217-7E2ADB0B69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B4271-7A6B-7D78-DAD3-221AC8B7F7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97ECF2-22FF-C13F-4B60-1E211C0E2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522" y="1304816"/>
            <a:ext cx="5962956" cy="424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755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37A61-BDBB-B366-F825-B6B20F7E7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96552-729F-6174-5257-B9C6A01388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3F5E0-88C2-6031-89C9-258932FCBB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44852F-16EB-41FC-832C-44DDA7BD5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605" y="1765214"/>
            <a:ext cx="4654789" cy="332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492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4980D-791E-5494-6AF2-7A233871C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6FE1D-FA6B-F8CF-ADD0-3D5F4641F3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DBFBF-6A3D-A191-74F7-C46A6BF7C6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17DB16-8430-9FC2-BE44-DAFDAA23C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82" y="1781090"/>
            <a:ext cx="4572235" cy="329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323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7F4D9-2955-EA9C-E494-A736F25E1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A022-7665-607F-8DF2-FE9A45AB01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16E23-FCB6-1E16-43AE-9C830F1C1B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6B1DF6-1413-17D2-3990-2004F41B6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379" y="2285941"/>
            <a:ext cx="4699242" cy="228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770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ACB34-6C97-87EE-F6EA-B638A8E07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1CFE7-6B74-C309-ED85-141BEC9277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019B8-2E72-1D34-6C14-A6F71BEC42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D52A04-A905-C84C-E583-0531A3276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532" y="1774740"/>
            <a:ext cx="4584936" cy="330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047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F2E1B-B7EB-51B7-8FF9-245DB91A3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0A23-8990-4615-F94F-0EE5A47528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6915C-586A-3E11-8C76-33636279DE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6CA740-81A8-0404-6DA7-F8EBFA335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685" y="2409772"/>
            <a:ext cx="4470630" cy="203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18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12596-2235-DD12-EDD8-48116486C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B173-F44E-BF8C-F0B8-7921DAB8C4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E364F-9238-44B7-F464-A0A6A66E0E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2B841D-2105-BF78-01C2-B5EBD4736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255" y="2508202"/>
            <a:ext cx="4667490" cy="184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05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6636-6549-B07A-B0DA-A2BFEE24F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C2947-F22A-B78F-9CC7-0F315DF5D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9CA23-8914-17E9-91DD-497ED0390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8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DB154-3DBD-C590-79E1-076B725DF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E443F-0D08-E90B-6648-246BFD12D6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B79C11-460C-FF36-F5B5-95D4E9A5F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726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9A832-F7C0-113E-3AB1-F0D8A0996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1972-9D45-B104-2078-89DB3A7D1C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D641B-303D-6149-4256-49CF45E9E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83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FC3AB-28FD-7780-BF17-839BBB725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B850D-01CA-789B-F75A-74B0166BF1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D9529-D60F-87AB-1037-4D248D11C1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63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9C8A3-ED46-6DD4-890B-583B8A5E4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3523C-704C-DA3E-2D73-3B288F29B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86ABB-0864-C293-B791-BECB5A3AEB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193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A127C-2DD4-28E1-ECB7-5448F85C5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4864-0201-B650-DEAA-B02A341B05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FC899F-4B85-37D4-211F-3C9BA76057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0CF1F-7807-B57B-A501-B7A2D62C5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543" y="89109"/>
            <a:ext cx="9805888" cy="667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27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2D583-1713-DD00-A568-C7AF9DBBF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65490-5F26-1B14-B394-A1CA1B83F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719EA-C85B-CE1A-3675-0AC0C0ED20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797432-3A64-E238-6A24-CE420731D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1" y="369527"/>
            <a:ext cx="11059886" cy="610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470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C85AC-A0F8-CA89-85C7-AFFF5A7DD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1693-5A5F-C237-21F9-BED23FDF9A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A441C-F52B-8ED4-4BBD-83EB7D9959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38C45C-0F26-66AD-F423-573D8496C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57" y="31349"/>
            <a:ext cx="10395857" cy="666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85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46509-FB5E-6F8D-A958-CF1C89D11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879A7-D8EA-A59D-4DF0-5C8C331DC6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ADD09-1CBD-B792-E633-5E90DC0B2E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3F3826-2EE5-A094-1534-E2C3ED636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1" y="750434"/>
            <a:ext cx="12192231" cy="551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92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0A9F2-D7D4-05FE-427D-6A95996B1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FEBEB-7DA1-AA0E-D9D2-C15BB9FF75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D6C10-E807-317E-FE4E-FFBCACB14C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51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04C3F-19E5-8890-BB8A-CC4F103F0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C9EB3-8E87-9FFC-65C4-57D15F10AB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D0420-68AE-EB58-5A87-2BBC5A85FA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77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6</Words>
  <Application>Microsoft Office PowerPoint</Application>
  <PresentationFormat>Widescreen</PresentationFormat>
  <Paragraphs>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Làm bài kiểm tra chương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1</cp:revision>
  <dcterms:created xsi:type="dcterms:W3CDTF">2026-03-27T16:20:12Z</dcterms:created>
  <dcterms:modified xsi:type="dcterms:W3CDTF">2026-03-28T08:48:23Z</dcterms:modified>
</cp:coreProperties>
</file>