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87" r:id="rId4"/>
  </p:sldMasterIdLst>
  <p:notesMasterIdLst>
    <p:notesMasterId r:id="rId43"/>
  </p:notesMasterIdLst>
  <p:sldIdLst>
    <p:sldId id="261" r:id="rId5"/>
    <p:sldId id="294" r:id="rId6"/>
    <p:sldId id="295" r:id="rId7"/>
    <p:sldId id="296" r:id="rId8"/>
    <p:sldId id="298" r:id="rId9"/>
    <p:sldId id="299" r:id="rId10"/>
    <p:sldId id="300" r:id="rId11"/>
    <p:sldId id="301" r:id="rId12"/>
    <p:sldId id="302" r:id="rId13"/>
    <p:sldId id="303" r:id="rId14"/>
    <p:sldId id="304" r:id="rId15"/>
    <p:sldId id="305" r:id="rId16"/>
    <p:sldId id="306" r:id="rId17"/>
    <p:sldId id="307" r:id="rId18"/>
    <p:sldId id="308" r:id="rId19"/>
    <p:sldId id="309" r:id="rId20"/>
    <p:sldId id="310" r:id="rId21"/>
    <p:sldId id="311" r:id="rId22"/>
    <p:sldId id="312" r:id="rId23"/>
    <p:sldId id="313" r:id="rId24"/>
    <p:sldId id="314" r:id="rId25"/>
    <p:sldId id="315" r:id="rId26"/>
    <p:sldId id="316" r:id="rId27"/>
    <p:sldId id="317" r:id="rId28"/>
    <p:sldId id="318" r:id="rId29"/>
    <p:sldId id="319" r:id="rId30"/>
    <p:sldId id="320" r:id="rId31"/>
    <p:sldId id="321" r:id="rId32"/>
    <p:sldId id="322" r:id="rId33"/>
    <p:sldId id="323" r:id="rId34"/>
    <p:sldId id="324" r:id="rId35"/>
    <p:sldId id="326" r:id="rId36"/>
    <p:sldId id="325" r:id="rId37"/>
    <p:sldId id="297" r:id="rId38"/>
    <p:sldId id="266" r:id="rId39"/>
    <p:sldId id="268" r:id="rId40"/>
    <p:sldId id="267" r:id="rId41"/>
    <p:sldId id="293" r:id="rId42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19303"/>
    <a:srgbClr val="176534"/>
    <a:srgbClr val="006736"/>
    <a:srgbClr val="FFFFFF"/>
    <a:srgbClr val="70AD47"/>
    <a:srgbClr val="718AAE"/>
    <a:srgbClr val="0633B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BF5D2B4-464F-4BC2-8986-39C79B34E65C}" v="1" dt="2024-10-07T10:41:53.698"/>
  </p1510:revLst>
</p1510:revInfo>
</file>

<file path=ppt/tableStyles.xml><?xml version="1.0" encoding="utf-8"?>
<a:tblStyleLst xmlns:a="http://schemas.openxmlformats.org/drawingml/2006/main" def="{6A077030-E235-474E-B3E8-3EB61F41259E}">
  <a:tblStyle styleId="{6A077030-E235-474E-B3E8-3EB61F41259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6247" autoAdjust="0"/>
  </p:normalViewPr>
  <p:slideViewPr>
    <p:cSldViewPr snapToGrid="0">
      <p:cViewPr varScale="1">
        <p:scale>
          <a:sx n="78" d="100"/>
          <a:sy n="78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notesMaster" Target="notesMasters/notesMaster1.xml"/><Relationship Id="rId48" Type="http://schemas.microsoft.com/office/2016/11/relationships/changesInfo" Target="changesInfos/changesInfo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theme" Target="theme/theme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ân, Nguyễn Ngô Phi" userId="877657fd-b1c0-476b-8cc6-0b19eca8a85b" providerId="ADAL" clId="{CBF5D2B4-464F-4BC2-8986-39C79B34E65C}"/>
    <pc:docChg chg="addSld modSld">
      <pc:chgData name="Vân, Nguyễn Ngô Phi" userId="877657fd-b1c0-476b-8cc6-0b19eca8a85b" providerId="ADAL" clId="{CBF5D2B4-464F-4BC2-8986-39C79B34E65C}" dt="2024-10-07T10:41:53.698" v="0"/>
      <pc:docMkLst>
        <pc:docMk/>
      </pc:docMkLst>
      <pc:sldChg chg="add">
        <pc:chgData name="Vân, Nguyễn Ngô Phi" userId="877657fd-b1c0-476b-8cc6-0b19eca8a85b" providerId="ADAL" clId="{CBF5D2B4-464F-4BC2-8986-39C79B34E65C}" dt="2024-10-07T10:41:53.698" v="0"/>
        <pc:sldMkLst>
          <pc:docMk/>
          <pc:sldMk cId="2890928810" sldId="29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1594458500_0_1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1594458500_0_1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1" userDrawn="1">
  <p:cSld name="TITLE_1">
    <p:bg>
      <p:bgPr>
        <a:noFill/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">
  <p:cSld name="TITLE_AND_BODY_1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1"/>
          <p:cNvSpPr txBox="1">
            <a:spLocks noGrp="1"/>
          </p:cNvSpPr>
          <p:nvPr>
            <p:ph type="title"/>
          </p:nvPr>
        </p:nvSpPr>
        <p:spPr>
          <a:xfrm>
            <a:off x="370483" y="445025"/>
            <a:ext cx="8460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/>
          </a:p>
        </p:txBody>
      </p:sp>
      <p:sp>
        <p:nvSpPr>
          <p:cNvPr id="93" name="Google Shape;93;p11"/>
          <p:cNvSpPr txBox="1">
            <a:spLocks noGrp="1"/>
          </p:cNvSpPr>
          <p:nvPr>
            <p:ph type="body" idx="1"/>
          </p:nvPr>
        </p:nvSpPr>
        <p:spPr>
          <a:xfrm>
            <a:off x="370475" y="1348400"/>
            <a:ext cx="38913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 dirty="0"/>
          </a:p>
        </p:txBody>
      </p:sp>
      <p:sp>
        <p:nvSpPr>
          <p:cNvPr id="94" name="Google Shape;94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dirty="0"/>
          </a:p>
        </p:txBody>
      </p:sp>
      <p:sp>
        <p:nvSpPr>
          <p:cNvPr id="100" name="Google Shape;100;p11"/>
          <p:cNvSpPr txBox="1">
            <a:spLocks noGrp="1"/>
          </p:cNvSpPr>
          <p:nvPr>
            <p:ph type="subTitle" idx="2"/>
          </p:nvPr>
        </p:nvSpPr>
        <p:spPr>
          <a:xfrm>
            <a:off x="370483" y="941525"/>
            <a:ext cx="8460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 dirty="0"/>
          </a:p>
        </p:txBody>
      </p:sp>
      <p:sp>
        <p:nvSpPr>
          <p:cNvPr id="101" name="Google Shape;101;p11"/>
          <p:cNvSpPr txBox="1">
            <a:spLocks noGrp="1"/>
          </p:cNvSpPr>
          <p:nvPr>
            <p:ph type="body" idx="3"/>
          </p:nvPr>
        </p:nvSpPr>
        <p:spPr>
          <a:xfrm>
            <a:off x="4581150" y="1348400"/>
            <a:ext cx="38913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BB179A5-D0A4-9731-C600-FE4696F7F50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106280" y="4970072"/>
            <a:ext cx="614635" cy="134639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C258937-FB5A-DD24-8D91-AB27D66988BB}"/>
              </a:ext>
            </a:extLst>
          </p:cNvPr>
          <p:cNvSpPr/>
          <p:nvPr userDrawn="1"/>
        </p:nvSpPr>
        <p:spPr>
          <a:xfrm>
            <a:off x="789947" y="4924412"/>
            <a:ext cx="8354053" cy="219088"/>
          </a:xfrm>
          <a:prstGeom prst="rect">
            <a:avLst/>
          </a:prstGeom>
          <a:solidFill>
            <a:srgbClr val="11930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B6C5C14-108D-3A5F-167F-A724C51C184D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797124" y="4945068"/>
            <a:ext cx="1922262" cy="178418"/>
          </a:xfrm>
          <a:prstGeom prst="rect">
            <a:avLst/>
          </a:prstGeom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7" r:id="rId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hyperlink" Target="https://pms.duytangroup.com/HuongDanSuDung/#collapse42" TargetMode="Externa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616916C-7009-04E1-731D-9E41C40778B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80080" y="124848"/>
            <a:ext cx="1538586" cy="337035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13148EE7-E1D9-202D-F123-9FB8B8BF279B}"/>
              </a:ext>
            </a:extLst>
          </p:cNvPr>
          <p:cNvSpPr txBox="1">
            <a:spLocks/>
          </p:cNvSpPr>
          <p:nvPr/>
        </p:nvSpPr>
        <p:spPr>
          <a:xfrm>
            <a:off x="-284368" y="3003638"/>
            <a:ext cx="8978747" cy="187216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r" defTabSz="457200" rtl="0" eaLnBrk="1" latinLnBrk="0" hangingPunct="1">
              <a:spcBef>
                <a:spcPct val="0"/>
              </a:spcBef>
              <a:buNone/>
              <a:defRPr sz="54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90C226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7">
            <a:extLst>
              <a:ext uri="{FF2B5EF4-FFF2-40B4-BE49-F238E27FC236}">
                <a16:creationId xmlns:a16="http://schemas.microsoft.com/office/drawing/2014/main" id="{D1355A40-A4D8-41DA-75E3-929360C41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52710" y="4419844"/>
            <a:ext cx="683339" cy="541176"/>
          </a:xfrm>
        </p:spPr>
        <p:txBody>
          <a:bodyPr/>
          <a:lstStyle/>
          <a:p>
            <a:fld id="{D57F1E4F-1CFF-5643-939E-217C01CDF565}" type="slidenum">
              <a:rPr lang="en-US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</a:t>
            </a:fld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0E32C53-F9F6-E860-9F82-A8EA53A25691}"/>
              </a:ext>
            </a:extLst>
          </p:cNvPr>
          <p:cNvSpPr/>
          <p:nvPr/>
        </p:nvSpPr>
        <p:spPr>
          <a:xfrm>
            <a:off x="0" y="500041"/>
            <a:ext cx="9144000" cy="885293"/>
          </a:xfrm>
          <a:prstGeom prst="rect">
            <a:avLst/>
          </a:prstGeom>
          <a:solidFill>
            <a:srgbClr val="11930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Google Shape;170;p19">
            <a:extLst>
              <a:ext uri="{FF2B5EF4-FFF2-40B4-BE49-F238E27FC236}">
                <a16:creationId xmlns:a16="http://schemas.microsoft.com/office/drawing/2014/main" id="{F490F791-9E67-4BA6-AA08-00DFA87619EA}"/>
              </a:ext>
            </a:extLst>
          </p:cNvPr>
          <p:cNvSpPr txBox="1">
            <a:spLocks/>
          </p:cNvSpPr>
          <p:nvPr/>
        </p:nvSpPr>
        <p:spPr>
          <a:xfrm>
            <a:off x="2441690" y="1441527"/>
            <a:ext cx="3922535" cy="7028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pPr algn="ctr"/>
            <a:r>
              <a:rPr lang="en" sz="320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CHỦ ĐỀ</a:t>
            </a:r>
            <a:endParaRPr lang="en-US" sz="3200" dirty="0">
              <a:solidFill>
                <a:schemeClr val="bg1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6" name="Google Shape;170;p19">
            <a:extLst>
              <a:ext uri="{FF2B5EF4-FFF2-40B4-BE49-F238E27FC236}">
                <a16:creationId xmlns:a16="http://schemas.microsoft.com/office/drawing/2014/main" id="{6D0DFC0C-E3A7-AC85-8C7C-C6BD6BEC71AB}"/>
              </a:ext>
            </a:extLst>
          </p:cNvPr>
          <p:cNvSpPr txBox="1">
            <a:spLocks/>
          </p:cNvSpPr>
          <p:nvPr/>
        </p:nvSpPr>
        <p:spPr>
          <a:xfrm>
            <a:off x="451821" y="502729"/>
            <a:ext cx="3126753" cy="7028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r>
              <a:rPr lang="en" sz="2400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CHỦ ĐỀ: KPI</a:t>
            </a:r>
            <a:endParaRPr lang="en-US" sz="2400" dirty="0">
              <a:solidFill>
                <a:schemeClr val="bg1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8" name="Google Shape;111;p13">
            <a:extLst>
              <a:ext uri="{FF2B5EF4-FFF2-40B4-BE49-F238E27FC236}">
                <a16:creationId xmlns:a16="http://schemas.microsoft.com/office/drawing/2014/main" id="{FF4023C2-DCC9-C43C-B53B-430051B93C28}"/>
              </a:ext>
            </a:extLst>
          </p:cNvPr>
          <p:cNvSpPr txBox="1">
            <a:spLocks/>
          </p:cNvSpPr>
          <p:nvPr/>
        </p:nvSpPr>
        <p:spPr>
          <a:xfrm>
            <a:off x="451821" y="1308819"/>
            <a:ext cx="3101034" cy="10426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just">
              <a:spcBef>
                <a:spcPts val="600"/>
              </a:spcBef>
              <a:buFont typeface="Arial"/>
              <a:buNone/>
            </a:pPr>
            <a:r>
              <a:rPr lang="en-US" sz="1400" dirty="0" err="1">
                <a:latin typeface="Open Sans" panose="020B0606030504020204" pitchFamily="34" charset="0"/>
              </a:rPr>
              <a:t>Mô</a:t>
            </a:r>
            <a:r>
              <a:rPr lang="en-US" sz="1400" dirty="0">
                <a:latin typeface="Open Sans" panose="020B0606030504020204" pitchFamily="34" charset="0"/>
              </a:rPr>
              <a:t> </a:t>
            </a:r>
            <a:r>
              <a:rPr lang="en-US" sz="1400" dirty="0" err="1">
                <a:latin typeface="Open Sans" panose="020B0606030504020204" pitchFamily="34" charset="0"/>
              </a:rPr>
              <a:t>tả</a:t>
            </a:r>
            <a:r>
              <a:rPr lang="en-US" sz="1400" dirty="0">
                <a:latin typeface="Open Sans" panose="020B0606030504020204" pitchFamily="34" charset="0"/>
              </a:rPr>
              <a:t> </a:t>
            </a:r>
            <a:r>
              <a:rPr lang="en-US" sz="1400" dirty="0" err="1">
                <a:latin typeface="Open Sans" panose="020B0606030504020204" pitchFamily="34" charset="0"/>
              </a:rPr>
              <a:t>nội</a:t>
            </a:r>
            <a:r>
              <a:rPr lang="en-US" sz="1400" dirty="0">
                <a:latin typeface="Open Sans" panose="020B0606030504020204" pitchFamily="34" charset="0"/>
              </a:rPr>
              <a:t> dung </a:t>
            </a:r>
            <a:r>
              <a:rPr lang="en-US" sz="1400" dirty="0" err="1">
                <a:latin typeface="Open Sans" panose="020B0606030504020204" pitchFamily="34" charset="0"/>
              </a:rPr>
              <a:t>trình</a:t>
            </a:r>
            <a:r>
              <a:rPr lang="en-US" sz="1400" dirty="0">
                <a:latin typeface="Open Sans" panose="020B0606030504020204" pitchFamily="34" charset="0"/>
              </a:rPr>
              <a:t> </a:t>
            </a:r>
            <a:r>
              <a:rPr lang="en-US" sz="1400" dirty="0" err="1">
                <a:latin typeface="Open Sans" panose="020B0606030504020204" pitchFamily="34" charset="0"/>
              </a:rPr>
              <a:t>bày</a:t>
            </a:r>
            <a:r>
              <a:rPr lang="en-US" sz="1400" dirty="0">
                <a:latin typeface="Open Sans" panose="020B0606030504020204" pitchFamily="34" charset="0"/>
              </a:rPr>
              <a:t>……..</a:t>
            </a:r>
            <a:endParaRPr lang="vi-VN" sz="1400" dirty="0"/>
          </a:p>
        </p:txBody>
      </p:sp>
      <p:sp>
        <p:nvSpPr>
          <p:cNvPr id="9" name="Google Shape;111;p13">
            <a:extLst>
              <a:ext uri="{FF2B5EF4-FFF2-40B4-BE49-F238E27FC236}">
                <a16:creationId xmlns:a16="http://schemas.microsoft.com/office/drawing/2014/main" id="{0C454FAF-64C6-8169-39AC-7716333EF97F}"/>
              </a:ext>
            </a:extLst>
          </p:cNvPr>
          <p:cNvSpPr txBox="1">
            <a:spLocks/>
          </p:cNvSpPr>
          <p:nvPr/>
        </p:nvSpPr>
        <p:spPr>
          <a:xfrm>
            <a:off x="451821" y="1534660"/>
            <a:ext cx="2322734" cy="531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just">
              <a:spcBef>
                <a:spcPts val="600"/>
              </a:spcBef>
              <a:buFont typeface="Arial"/>
              <a:buNone/>
            </a:pPr>
            <a:r>
              <a:rPr lang="en-US" sz="1050" i="1">
                <a:latin typeface="Open Sans" panose="020B0606030504020204" pitchFamily="34" charset="0"/>
              </a:rPr>
              <a:t>Trình bày: </a:t>
            </a:r>
            <a:r>
              <a:rPr lang="en-US" sz="1050" b="1" i="1">
                <a:latin typeface="Open Sans" panose="020B0606030504020204" pitchFamily="34" charset="0"/>
              </a:rPr>
              <a:t>Nguyễn Văn A</a:t>
            </a:r>
            <a:endParaRPr lang="vi-VN" sz="1050" b="1" i="1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8D6E88D-2E19-4CA2-504F-AB76AA36A9C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009" r="2009"/>
          <a:stretch/>
        </p:blipFill>
        <p:spPr>
          <a:xfrm>
            <a:off x="4793877" y="1857831"/>
            <a:ext cx="4348264" cy="2546077"/>
          </a:xfrm>
          <a:prstGeom prst="rect">
            <a:avLst/>
          </a:prstGeom>
        </p:spPr>
      </p:pic>
      <p:sp>
        <p:nvSpPr>
          <p:cNvPr id="10" name="Google Shape;171;p19">
            <a:extLst>
              <a:ext uri="{FF2B5EF4-FFF2-40B4-BE49-F238E27FC236}">
                <a16:creationId xmlns:a16="http://schemas.microsoft.com/office/drawing/2014/main" id="{61BC10F6-2934-6652-DD1E-788997C93636}"/>
              </a:ext>
            </a:extLst>
          </p:cNvPr>
          <p:cNvSpPr txBox="1">
            <a:spLocks/>
          </p:cNvSpPr>
          <p:nvPr/>
        </p:nvSpPr>
        <p:spPr>
          <a:xfrm>
            <a:off x="6395402" y="4441564"/>
            <a:ext cx="1383998" cy="3922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191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Nixie One"/>
              <a:buChar char="▪"/>
              <a:defRPr sz="3000" b="0" i="0" u="none" strike="noStrike" cap="none">
                <a:solidFill>
                  <a:schemeClr val="accent1"/>
                </a:solidFill>
                <a:latin typeface="Nixie One"/>
                <a:ea typeface="Nixie One"/>
                <a:cs typeface="Nixie One"/>
                <a:sym typeface="Nixie One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ixie One"/>
              <a:buChar char="▫"/>
              <a:defRPr sz="2400" b="0" i="0" u="none" strike="noStrike" cap="none">
                <a:solidFill>
                  <a:schemeClr val="accent1"/>
                </a:solidFill>
                <a:latin typeface="Nixie One"/>
                <a:ea typeface="Nixie One"/>
                <a:cs typeface="Nixie One"/>
                <a:sym typeface="Nixie One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ixie One"/>
              <a:buChar char="■"/>
              <a:defRPr sz="2400" b="0" i="0" u="none" strike="noStrike" cap="none">
                <a:solidFill>
                  <a:schemeClr val="accent1"/>
                </a:solidFill>
                <a:latin typeface="Nixie One"/>
                <a:ea typeface="Nixie One"/>
                <a:cs typeface="Nixie One"/>
                <a:sym typeface="Nixie One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ixie One"/>
              <a:buChar char="●"/>
              <a:defRPr sz="1800" b="0" i="0" u="none" strike="noStrike" cap="none">
                <a:solidFill>
                  <a:schemeClr val="accent1"/>
                </a:solidFill>
                <a:latin typeface="Nixie One"/>
                <a:ea typeface="Nixie One"/>
                <a:cs typeface="Nixie One"/>
                <a:sym typeface="Nixie One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ixie One"/>
              <a:buChar char="○"/>
              <a:defRPr sz="1800" b="0" i="0" u="none" strike="noStrike" cap="none">
                <a:solidFill>
                  <a:schemeClr val="accent1"/>
                </a:solidFill>
                <a:latin typeface="Nixie One"/>
                <a:ea typeface="Nixie One"/>
                <a:cs typeface="Nixie One"/>
                <a:sym typeface="Nixie One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ixie One"/>
              <a:buChar char="■"/>
              <a:defRPr sz="1800" b="0" i="0" u="none" strike="noStrike" cap="none">
                <a:solidFill>
                  <a:schemeClr val="accent1"/>
                </a:solidFill>
                <a:latin typeface="Nixie One"/>
                <a:ea typeface="Nixie One"/>
                <a:cs typeface="Nixie One"/>
                <a:sym typeface="Nixie On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ixie One"/>
              <a:buChar char="●"/>
              <a:defRPr sz="1800" b="0" i="0" u="none" strike="noStrike" cap="none">
                <a:solidFill>
                  <a:schemeClr val="accent1"/>
                </a:solidFill>
                <a:latin typeface="Nixie One"/>
                <a:ea typeface="Nixie One"/>
                <a:cs typeface="Nixie One"/>
                <a:sym typeface="Nixie On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ixie One"/>
              <a:buChar char="○"/>
              <a:defRPr sz="1800" b="0" i="0" u="none" strike="noStrike" cap="none">
                <a:solidFill>
                  <a:schemeClr val="accent1"/>
                </a:solidFill>
                <a:latin typeface="Nixie One"/>
                <a:ea typeface="Nixie One"/>
                <a:cs typeface="Nixie One"/>
                <a:sym typeface="Nixie On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ixie One"/>
              <a:buChar char="■"/>
              <a:defRPr sz="1800" b="0" i="0" u="none" strike="noStrike" cap="none">
                <a:solidFill>
                  <a:schemeClr val="accent1"/>
                </a:solidFill>
                <a:latin typeface="Nixie One"/>
                <a:ea typeface="Nixie One"/>
                <a:cs typeface="Nixie One"/>
                <a:sym typeface="Nixie One"/>
              </a:defRPr>
            </a:lvl9pPr>
          </a:lstStyle>
          <a:p>
            <a:pPr marL="0" indent="0">
              <a:buFont typeface="Nixie One"/>
              <a:buNone/>
            </a:pPr>
            <a:r>
              <a:rPr lang="en-US" sz="1200" i="1">
                <a:solidFill>
                  <a:schemeClr val="tx1">
                    <a:lumMod val="50000"/>
                    <a:lumOff val="50000"/>
                  </a:schemeClr>
                </a:solidFill>
              </a:rPr>
              <a:t>Hình </a:t>
            </a:r>
            <a:r>
              <a:rPr lang="en-US" sz="1200" i="1" err="1">
                <a:solidFill>
                  <a:schemeClr val="tx1">
                    <a:lumMod val="50000"/>
                    <a:lumOff val="50000"/>
                  </a:schemeClr>
                </a:solidFill>
              </a:rPr>
              <a:t>ảnh</a:t>
            </a:r>
            <a:r>
              <a:rPr lang="en-US" sz="1200" i="1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200" i="1" err="1">
                <a:solidFill>
                  <a:schemeClr val="tx1">
                    <a:lumMod val="50000"/>
                    <a:lumOff val="50000"/>
                  </a:schemeClr>
                </a:solidFill>
              </a:rPr>
              <a:t>minh</a:t>
            </a:r>
            <a:r>
              <a:rPr lang="en-US" sz="1200" i="1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sz="1200" i="1" err="1">
                <a:solidFill>
                  <a:schemeClr val="tx1">
                    <a:lumMod val="50000"/>
                    <a:lumOff val="50000"/>
                  </a:schemeClr>
                </a:solidFill>
              </a:rPr>
              <a:t>họa</a:t>
            </a:r>
            <a:endParaRPr lang="en-US" sz="1200" i="1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076380-873C-12C9-9A2F-E81FF782AF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D3C923-9BC5-53BE-1988-E25B8BD1CCC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</a:t>
            </a:fld>
            <a:endParaRPr lang="en"/>
          </a:p>
        </p:txBody>
      </p:sp>
      <p:sp>
        <p:nvSpPr>
          <p:cNvPr id="3" name="Google Shape;170;p19">
            <a:extLst>
              <a:ext uri="{FF2B5EF4-FFF2-40B4-BE49-F238E27FC236}">
                <a16:creationId xmlns:a16="http://schemas.microsoft.com/office/drawing/2014/main" id="{F38A7FEA-43F0-67D6-005B-1E9488DA68BA}"/>
              </a:ext>
            </a:extLst>
          </p:cNvPr>
          <p:cNvSpPr txBox="1">
            <a:spLocks/>
          </p:cNvSpPr>
          <p:nvPr/>
        </p:nvSpPr>
        <p:spPr>
          <a:xfrm>
            <a:off x="791936" y="416379"/>
            <a:ext cx="7617278" cy="4082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r>
              <a:rPr lang="en-US" sz="4000" dirty="0">
                <a:solidFill>
                  <a:srgbClr val="119503"/>
                </a:solidFill>
                <a:latin typeface="+mn-lt"/>
                <a:cs typeface="Arial" panose="020B0604020202020204" pitchFamily="34" charset="0"/>
              </a:rPr>
              <a:t> </a:t>
            </a: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18CE15B-C787-6D15-4DD8-67482CA9189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313" t="86" r="3438" b="614"/>
          <a:stretch>
            <a:fillRect/>
          </a:stretch>
        </p:blipFill>
        <p:spPr>
          <a:xfrm>
            <a:off x="0" y="137383"/>
            <a:ext cx="8858250" cy="4834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51700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E41434-24FF-FB73-8931-4D2BF8E435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1C8063-B683-E8D2-78AA-6B18E0E89DD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</a:t>
            </a:fld>
            <a:endParaRPr lang="en"/>
          </a:p>
        </p:txBody>
      </p:sp>
      <p:sp>
        <p:nvSpPr>
          <p:cNvPr id="3" name="Google Shape;170;p19">
            <a:extLst>
              <a:ext uri="{FF2B5EF4-FFF2-40B4-BE49-F238E27FC236}">
                <a16:creationId xmlns:a16="http://schemas.microsoft.com/office/drawing/2014/main" id="{3FEF3A30-F053-D747-4022-6954CBC3AB80}"/>
              </a:ext>
            </a:extLst>
          </p:cNvPr>
          <p:cNvSpPr txBox="1">
            <a:spLocks/>
          </p:cNvSpPr>
          <p:nvPr/>
        </p:nvSpPr>
        <p:spPr>
          <a:xfrm>
            <a:off x="791936" y="416379"/>
            <a:ext cx="7617278" cy="4082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r>
              <a:rPr lang="en-US" sz="4000" dirty="0">
                <a:solidFill>
                  <a:srgbClr val="119503"/>
                </a:solidFill>
                <a:latin typeface="+mn-lt"/>
                <a:cs typeface="Arial" panose="020B0604020202020204" pitchFamily="34" charset="0"/>
              </a:rPr>
              <a:t> 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74B09A8-2169-541F-3A89-AE33A2DDC2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4" y="210254"/>
            <a:ext cx="9021158" cy="4722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11807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6B91EF-6693-CF5F-F9B0-DB633EA45D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C477FD-DEC4-23FC-9D50-0673BB109B9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4</a:t>
            </a:fld>
            <a:endParaRPr lang="en"/>
          </a:p>
        </p:txBody>
      </p:sp>
      <p:sp>
        <p:nvSpPr>
          <p:cNvPr id="3" name="Google Shape;170;p19">
            <a:extLst>
              <a:ext uri="{FF2B5EF4-FFF2-40B4-BE49-F238E27FC236}">
                <a16:creationId xmlns:a16="http://schemas.microsoft.com/office/drawing/2014/main" id="{1AD067E1-2E73-63BB-DC58-B4A79D5880B4}"/>
              </a:ext>
            </a:extLst>
          </p:cNvPr>
          <p:cNvSpPr txBox="1">
            <a:spLocks/>
          </p:cNvSpPr>
          <p:nvPr/>
        </p:nvSpPr>
        <p:spPr>
          <a:xfrm>
            <a:off x="791936" y="416379"/>
            <a:ext cx="7617278" cy="4082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r>
              <a:rPr lang="en-US" sz="4000" dirty="0">
                <a:solidFill>
                  <a:srgbClr val="119503"/>
                </a:solidFill>
                <a:latin typeface="+mn-lt"/>
                <a:cs typeface="Arial" panose="020B0604020202020204" pitchFamily="34" charset="0"/>
              </a:rPr>
              <a:t> 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3732965-EEAE-CB8B-77A3-8F7C3E81D9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288" y="8041"/>
            <a:ext cx="8784394" cy="4994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66860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BE63EB-974E-8268-FF98-019D02B99A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99DCFE-B2C1-001C-2771-3113E85562A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5</a:t>
            </a:fld>
            <a:endParaRPr lang="en"/>
          </a:p>
        </p:txBody>
      </p:sp>
      <p:sp>
        <p:nvSpPr>
          <p:cNvPr id="3" name="Google Shape;170;p19">
            <a:extLst>
              <a:ext uri="{FF2B5EF4-FFF2-40B4-BE49-F238E27FC236}">
                <a16:creationId xmlns:a16="http://schemas.microsoft.com/office/drawing/2014/main" id="{CDB8CB2A-1A46-DD24-C0FD-A1D3CDE5B2B1}"/>
              </a:ext>
            </a:extLst>
          </p:cNvPr>
          <p:cNvSpPr txBox="1">
            <a:spLocks/>
          </p:cNvSpPr>
          <p:nvPr/>
        </p:nvSpPr>
        <p:spPr>
          <a:xfrm>
            <a:off x="791936" y="416379"/>
            <a:ext cx="7617278" cy="4082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r>
              <a:rPr lang="en-US" sz="4000" dirty="0">
                <a:solidFill>
                  <a:srgbClr val="119503"/>
                </a:solidFill>
                <a:latin typeface="+mn-lt"/>
                <a:cs typeface="Arial" panose="020B0604020202020204" pitchFamily="34" charset="0"/>
              </a:rPr>
              <a:t> </a:t>
            </a: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8328951-E8C8-ABF2-EE4A-489C5885B9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23" y="54027"/>
            <a:ext cx="9021158" cy="4746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19497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1D087A-68A6-4A5F-34C4-390B2E3D78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18EB30-B8FD-BB66-9910-90B5C0F652D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6</a:t>
            </a:fld>
            <a:endParaRPr lang="en"/>
          </a:p>
        </p:txBody>
      </p:sp>
      <p:sp>
        <p:nvSpPr>
          <p:cNvPr id="3" name="Google Shape;170;p19">
            <a:extLst>
              <a:ext uri="{FF2B5EF4-FFF2-40B4-BE49-F238E27FC236}">
                <a16:creationId xmlns:a16="http://schemas.microsoft.com/office/drawing/2014/main" id="{BBEE40B1-677C-A50D-8537-AF10EB2D5B4D}"/>
              </a:ext>
            </a:extLst>
          </p:cNvPr>
          <p:cNvSpPr txBox="1">
            <a:spLocks/>
          </p:cNvSpPr>
          <p:nvPr/>
        </p:nvSpPr>
        <p:spPr>
          <a:xfrm>
            <a:off x="791936" y="416379"/>
            <a:ext cx="7617278" cy="4082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r>
              <a:rPr lang="en-US" sz="4000" dirty="0">
                <a:solidFill>
                  <a:srgbClr val="119503"/>
                </a:solidFill>
                <a:latin typeface="+mn-lt"/>
                <a:cs typeface="Arial" panose="020B0604020202020204" pitchFamily="34" charset="0"/>
              </a:rPr>
              <a:t> 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0FF8EEF-E129-9EFC-5D14-98FD036049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98" y="208189"/>
            <a:ext cx="8327572" cy="4727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33304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F8D6B0-3360-1269-AF7F-791FBE8AC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35EB96-2885-EFD6-E19C-22A4D01222A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7</a:t>
            </a:fld>
            <a:endParaRPr lang="en"/>
          </a:p>
        </p:txBody>
      </p:sp>
      <p:sp>
        <p:nvSpPr>
          <p:cNvPr id="3" name="Google Shape;170;p19">
            <a:extLst>
              <a:ext uri="{FF2B5EF4-FFF2-40B4-BE49-F238E27FC236}">
                <a16:creationId xmlns:a16="http://schemas.microsoft.com/office/drawing/2014/main" id="{4A11F602-230C-A51B-3D38-C7705738AA82}"/>
              </a:ext>
            </a:extLst>
          </p:cNvPr>
          <p:cNvSpPr txBox="1">
            <a:spLocks/>
          </p:cNvSpPr>
          <p:nvPr/>
        </p:nvSpPr>
        <p:spPr>
          <a:xfrm>
            <a:off x="791936" y="416379"/>
            <a:ext cx="7617278" cy="4082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r>
              <a:rPr lang="en-US" sz="4000" dirty="0">
                <a:solidFill>
                  <a:srgbClr val="119503"/>
                </a:solidFill>
                <a:latin typeface="+mn-lt"/>
                <a:cs typeface="Arial" panose="020B0604020202020204" pitchFamily="34" charset="0"/>
              </a:rPr>
              <a:t> 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C83E13C-55AD-8268-1697-5A769003F9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8070" y="0"/>
            <a:ext cx="7298873" cy="4899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42925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C67EA0-9859-2F47-CC83-8F72C0DCCD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B92BCD-FFAA-91F7-28FB-DC62412520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8</a:t>
            </a:fld>
            <a:endParaRPr lang="en"/>
          </a:p>
        </p:txBody>
      </p:sp>
      <p:sp>
        <p:nvSpPr>
          <p:cNvPr id="3" name="Google Shape;170;p19">
            <a:extLst>
              <a:ext uri="{FF2B5EF4-FFF2-40B4-BE49-F238E27FC236}">
                <a16:creationId xmlns:a16="http://schemas.microsoft.com/office/drawing/2014/main" id="{ACB00174-3119-F9EF-81BF-12DD82B4CE61}"/>
              </a:ext>
            </a:extLst>
          </p:cNvPr>
          <p:cNvSpPr txBox="1">
            <a:spLocks/>
          </p:cNvSpPr>
          <p:nvPr/>
        </p:nvSpPr>
        <p:spPr>
          <a:xfrm>
            <a:off x="791936" y="416379"/>
            <a:ext cx="7617278" cy="4082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r>
              <a:rPr lang="en-US" sz="4000" dirty="0">
                <a:solidFill>
                  <a:srgbClr val="119503"/>
                </a:solidFill>
                <a:latin typeface="+mn-lt"/>
                <a:cs typeface="Arial" panose="020B0604020202020204" pitchFamily="34" charset="0"/>
              </a:rPr>
              <a:t> 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37B9BBB-2ED8-3845-02A5-9835FA10C4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55" y="0"/>
            <a:ext cx="9083889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22690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288D45-11BA-F227-B594-439A2E0F3D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E335F9-EC82-F191-8E4A-0433A33A255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9</a:t>
            </a:fld>
            <a:endParaRPr lang="en"/>
          </a:p>
        </p:txBody>
      </p:sp>
      <p:sp>
        <p:nvSpPr>
          <p:cNvPr id="3" name="Google Shape;170;p19">
            <a:extLst>
              <a:ext uri="{FF2B5EF4-FFF2-40B4-BE49-F238E27FC236}">
                <a16:creationId xmlns:a16="http://schemas.microsoft.com/office/drawing/2014/main" id="{3B50F6F2-D94D-618C-6D5B-7169317032B9}"/>
              </a:ext>
            </a:extLst>
          </p:cNvPr>
          <p:cNvSpPr txBox="1">
            <a:spLocks/>
          </p:cNvSpPr>
          <p:nvPr/>
        </p:nvSpPr>
        <p:spPr>
          <a:xfrm>
            <a:off x="791936" y="416379"/>
            <a:ext cx="7617278" cy="4082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r>
              <a:rPr lang="en-US" sz="4000" dirty="0">
                <a:solidFill>
                  <a:srgbClr val="119503"/>
                </a:solidFill>
                <a:latin typeface="+mn-lt"/>
                <a:cs typeface="Arial" panose="020B0604020202020204" pitchFamily="34" charset="0"/>
              </a:rPr>
              <a:t> </a:t>
            </a:r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E854232-2D27-DF8E-AF52-767CC10FC8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051" y="0"/>
            <a:ext cx="6097898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4734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F61FA9-29DA-E4EC-6593-A7544A9D69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07C1A2-7B35-7935-71C7-F5194694CD0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10</a:t>
            </a:fld>
            <a:endParaRPr lang="en"/>
          </a:p>
        </p:txBody>
      </p:sp>
      <p:sp>
        <p:nvSpPr>
          <p:cNvPr id="3" name="Google Shape;170;p19">
            <a:extLst>
              <a:ext uri="{FF2B5EF4-FFF2-40B4-BE49-F238E27FC236}">
                <a16:creationId xmlns:a16="http://schemas.microsoft.com/office/drawing/2014/main" id="{785FF4A4-6E3C-AF50-5C3F-131F6BB366B2}"/>
              </a:ext>
            </a:extLst>
          </p:cNvPr>
          <p:cNvSpPr txBox="1">
            <a:spLocks/>
          </p:cNvSpPr>
          <p:nvPr/>
        </p:nvSpPr>
        <p:spPr>
          <a:xfrm>
            <a:off x="791936" y="416379"/>
            <a:ext cx="7617278" cy="4082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r>
              <a:rPr lang="en-US" sz="4000" dirty="0">
                <a:solidFill>
                  <a:srgbClr val="119503"/>
                </a:solidFill>
                <a:latin typeface="+mn-lt"/>
                <a:cs typeface="Arial" panose="020B0604020202020204" pitchFamily="34" charset="0"/>
              </a:rPr>
              <a:t> 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EA1A7DA-817D-01EB-164B-30993315F5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2707" y="0"/>
            <a:ext cx="5678585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5361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5A418E-C496-D4DE-0461-665B8E577B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F2F69F-8773-022D-4B28-522D43A031A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11</a:t>
            </a:fld>
            <a:endParaRPr lang="en"/>
          </a:p>
        </p:txBody>
      </p:sp>
      <p:sp>
        <p:nvSpPr>
          <p:cNvPr id="3" name="Google Shape;170;p19">
            <a:extLst>
              <a:ext uri="{FF2B5EF4-FFF2-40B4-BE49-F238E27FC236}">
                <a16:creationId xmlns:a16="http://schemas.microsoft.com/office/drawing/2014/main" id="{0102127F-D4DB-F380-6B35-033F5694A01F}"/>
              </a:ext>
            </a:extLst>
          </p:cNvPr>
          <p:cNvSpPr txBox="1">
            <a:spLocks/>
          </p:cNvSpPr>
          <p:nvPr/>
        </p:nvSpPr>
        <p:spPr>
          <a:xfrm>
            <a:off x="791936" y="416379"/>
            <a:ext cx="7617278" cy="4082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r>
              <a:rPr lang="en-US" sz="4000" dirty="0">
                <a:solidFill>
                  <a:srgbClr val="119503"/>
                </a:solidFill>
                <a:latin typeface="+mn-lt"/>
                <a:cs typeface="Arial" panose="020B0604020202020204" pitchFamily="34" charset="0"/>
              </a:rPr>
              <a:t> 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6DBAA6F-2BC5-4211-4A68-749885B3E8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663" y="0"/>
            <a:ext cx="6992673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79281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3F8A61-68A0-C3B7-462B-31873658D5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C8C0A7-D53C-7E14-A6B5-50725EBE58A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12</a:t>
            </a:fld>
            <a:endParaRPr lang="en"/>
          </a:p>
        </p:txBody>
      </p:sp>
      <p:sp>
        <p:nvSpPr>
          <p:cNvPr id="3" name="Google Shape;170;p19">
            <a:extLst>
              <a:ext uri="{FF2B5EF4-FFF2-40B4-BE49-F238E27FC236}">
                <a16:creationId xmlns:a16="http://schemas.microsoft.com/office/drawing/2014/main" id="{04F9DF6B-2D6E-14B1-383C-3B00AD6ADE34}"/>
              </a:ext>
            </a:extLst>
          </p:cNvPr>
          <p:cNvSpPr txBox="1">
            <a:spLocks/>
          </p:cNvSpPr>
          <p:nvPr/>
        </p:nvSpPr>
        <p:spPr>
          <a:xfrm>
            <a:off x="791936" y="416379"/>
            <a:ext cx="7617278" cy="4082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r>
              <a:rPr lang="en-US" sz="4000" dirty="0">
                <a:solidFill>
                  <a:srgbClr val="119503"/>
                </a:solidFill>
                <a:latin typeface="+mn-lt"/>
                <a:cs typeface="Arial" panose="020B0604020202020204" pitchFamily="34" charset="0"/>
              </a:rPr>
              <a:t> 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17B18E1-2D18-3059-F2C8-D46FCD1654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602" y="0"/>
            <a:ext cx="6870795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91562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D16D57-4C26-9D1B-B4D9-B98B29F044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7071E8-7CF1-C446-D940-FC16EA43704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13</a:t>
            </a:fld>
            <a:endParaRPr lang="en"/>
          </a:p>
        </p:txBody>
      </p:sp>
      <p:sp>
        <p:nvSpPr>
          <p:cNvPr id="3" name="Google Shape;170;p19">
            <a:extLst>
              <a:ext uri="{FF2B5EF4-FFF2-40B4-BE49-F238E27FC236}">
                <a16:creationId xmlns:a16="http://schemas.microsoft.com/office/drawing/2014/main" id="{A5D7C9E3-F3D3-4975-8364-E4FA8134FBCB}"/>
              </a:ext>
            </a:extLst>
          </p:cNvPr>
          <p:cNvSpPr txBox="1">
            <a:spLocks/>
          </p:cNvSpPr>
          <p:nvPr/>
        </p:nvSpPr>
        <p:spPr>
          <a:xfrm>
            <a:off x="791936" y="416379"/>
            <a:ext cx="7617278" cy="4082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r>
              <a:rPr lang="en-US" sz="4000" dirty="0">
                <a:solidFill>
                  <a:srgbClr val="119503"/>
                </a:solidFill>
                <a:latin typeface="+mn-lt"/>
                <a:cs typeface="Arial" panose="020B0604020202020204" pitchFamily="34" charset="0"/>
              </a:rPr>
              <a:t> 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3F1D011-94D4-5387-3D1A-D7EB52C5FD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201" y="0"/>
            <a:ext cx="7445598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03142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F7E5B6-E979-4D2A-34A0-358231907F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2CC354-A914-BE95-2DF8-410AECF83DB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14</a:t>
            </a:fld>
            <a:endParaRPr lang="en"/>
          </a:p>
        </p:txBody>
      </p:sp>
      <p:sp>
        <p:nvSpPr>
          <p:cNvPr id="3" name="Google Shape;170;p19">
            <a:extLst>
              <a:ext uri="{FF2B5EF4-FFF2-40B4-BE49-F238E27FC236}">
                <a16:creationId xmlns:a16="http://schemas.microsoft.com/office/drawing/2014/main" id="{8FEBF41E-E291-01B4-2575-970B62DD8D30}"/>
              </a:ext>
            </a:extLst>
          </p:cNvPr>
          <p:cNvSpPr txBox="1">
            <a:spLocks/>
          </p:cNvSpPr>
          <p:nvPr/>
        </p:nvSpPr>
        <p:spPr>
          <a:xfrm>
            <a:off x="791936" y="416379"/>
            <a:ext cx="7617278" cy="4082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r>
              <a:rPr lang="en-US" sz="4000" dirty="0">
                <a:solidFill>
                  <a:srgbClr val="119503"/>
                </a:solidFill>
                <a:latin typeface="+mn-lt"/>
                <a:cs typeface="Arial" panose="020B0604020202020204" pitchFamily="34" charset="0"/>
              </a:rPr>
              <a:t> 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EF4146B-B5CD-F085-8147-EA92DE9CAC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272" y="0"/>
            <a:ext cx="7019456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6703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6037B3-6992-ED9E-2DD8-7C1E36FA0C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538C09-F803-7D3D-B19D-078C958A82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15</a:t>
            </a:fld>
            <a:endParaRPr lang="en"/>
          </a:p>
        </p:txBody>
      </p:sp>
      <p:sp>
        <p:nvSpPr>
          <p:cNvPr id="3" name="Google Shape;170;p19">
            <a:extLst>
              <a:ext uri="{FF2B5EF4-FFF2-40B4-BE49-F238E27FC236}">
                <a16:creationId xmlns:a16="http://schemas.microsoft.com/office/drawing/2014/main" id="{E24F5848-1D86-3324-91E1-34FD547BD168}"/>
              </a:ext>
            </a:extLst>
          </p:cNvPr>
          <p:cNvSpPr txBox="1">
            <a:spLocks/>
          </p:cNvSpPr>
          <p:nvPr/>
        </p:nvSpPr>
        <p:spPr>
          <a:xfrm>
            <a:off x="791936" y="416379"/>
            <a:ext cx="7617278" cy="4082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r>
              <a:rPr lang="en-US" sz="4000" dirty="0">
                <a:solidFill>
                  <a:srgbClr val="119503"/>
                </a:solidFill>
                <a:latin typeface="+mn-lt"/>
                <a:cs typeface="Arial" panose="020B0604020202020204" pitchFamily="34" charset="0"/>
              </a:rPr>
              <a:t> 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3C46CE3-3C90-E3E7-84A9-106553B8FC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358" y="0"/>
            <a:ext cx="723928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79315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FA81D6-EB4C-2873-B21A-28E8A9EEA0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6C2F2F-30A2-8A0E-BD7E-08B65079580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16</a:t>
            </a:fld>
            <a:endParaRPr lang="en"/>
          </a:p>
        </p:txBody>
      </p:sp>
      <p:sp>
        <p:nvSpPr>
          <p:cNvPr id="3" name="Google Shape;170;p19">
            <a:extLst>
              <a:ext uri="{FF2B5EF4-FFF2-40B4-BE49-F238E27FC236}">
                <a16:creationId xmlns:a16="http://schemas.microsoft.com/office/drawing/2014/main" id="{F9F29849-D3C0-6D8D-B411-F919936793EF}"/>
              </a:ext>
            </a:extLst>
          </p:cNvPr>
          <p:cNvSpPr txBox="1">
            <a:spLocks/>
          </p:cNvSpPr>
          <p:nvPr/>
        </p:nvSpPr>
        <p:spPr>
          <a:xfrm>
            <a:off x="791936" y="416379"/>
            <a:ext cx="7617278" cy="4082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r>
              <a:rPr lang="en-US" sz="4000" dirty="0">
                <a:solidFill>
                  <a:srgbClr val="119503"/>
                </a:solidFill>
                <a:latin typeface="+mn-lt"/>
                <a:cs typeface="Arial" panose="020B0604020202020204" pitchFamily="34" charset="0"/>
              </a:rPr>
              <a:t> 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1A2B7D3-28FF-DE12-10DB-BCD0E8BBE5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183" y="0"/>
            <a:ext cx="755963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72679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7F4012-44A6-45A8-ECB3-7D3E32DEDE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D5568E-F78F-FBB6-A43E-0455172F1D9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17</a:t>
            </a:fld>
            <a:endParaRPr lang="en"/>
          </a:p>
        </p:txBody>
      </p:sp>
      <p:sp>
        <p:nvSpPr>
          <p:cNvPr id="3" name="Google Shape;170;p19">
            <a:extLst>
              <a:ext uri="{FF2B5EF4-FFF2-40B4-BE49-F238E27FC236}">
                <a16:creationId xmlns:a16="http://schemas.microsoft.com/office/drawing/2014/main" id="{F735A02E-5FE5-B11B-8E81-E4304EA3FE2D}"/>
              </a:ext>
            </a:extLst>
          </p:cNvPr>
          <p:cNvSpPr txBox="1">
            <a:spLocks/>
          </p:cNvSpPr>
          <p:nvPr/>
        </p:nvSpPr>
        <p:spPr>
          <a:xfrm>
            <a:off x="791936" y="416379"/>
            <a:ext cx="7617278" cy="4082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r>
              <a:rPr lang="en-US" sz="4000" dirty="0">
                <a:solidFill>
                  <a:srgbClr val="119503"/>
                </a:solidFill>
                <a:latin typeface="+mn-lt"/>
                <a:cs typeface="Arial" panose="020B0604020202020204" pitchFamily="34" charset="0"/>
              </a:rPr>
              <a:t> </a:t>
            </a:r>
          </a:p>
        </p:txBody>
      </p:sp>
      <p:pic>
        <p:nvPicPr>
          <p:cNvPr id="5" name="Picture 4" descr="A screenshot of a chat&#10;&#10;AI-generated content may be incorrect.">
            <a:extLst>
              <a:ext uri="{FF2B5EF4-FFF2-40B4-BE49-F238E27FC236}">
                <a16:creationId xmlns:a16="http://schemas.microsoft.com/office/drawing/2014/main" id="{864E0D73-7CFC-5AAA-9B7B-A126FF93D1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79595"/>
            <a:ext cx="9144000" cy="3584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20102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DD5DDE-2BF0-DD6C-93EC-12004643DD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870A96-6AD3-F896-8F17-247669BBC34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18</a:t>
            </a:fld>
            <a:endParaRPr lang="en"/>
          </a:p>
        </p:txBody>
      </p:sp>
      <p:sp>
        <p:nvSpPr>
          <p:cNvPr id="3" name="Google Shape;170;p19">
            <a:extLst>
              <a:ext uri="{FF2B5EF4-FFF2-40B4-BE49-F238E27FC236}">
                <a16:creationId xmlns:a16="http://schemas.microsoft.com/office/drawing/2014/main" id="{75C42147-1AEA-6DED-87A1-CFDCEE137404}"/>
              </a:ext>
            </a:extLst>
          </p:cNvPr>
          <p:cNvSpPr txBox="1">
            <a:spLocks/>
          </p:cNvSpPr>
          <p:nvPr/>
        </p:nvSpPr>
        <p:spPr>
          <a:xfrm>
            <a:off x="791936" y="416379"/>
            <a:ext cx="7617278" cy="4082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r>
              <a:rPr lang="en-US" sz="4000" dirty="0">
                <a:solidFill>
                  <a:srgbClr val="119503"/>
                </a:solidFill>
                <a:latin typeface="+mn-lt"/>
                <a:cs typeface="Arial" panose="020B0604020202020204" pitchFamily="34" charset="0"/>
              </a:rPr>
              <a:t> 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3B79271-0178-87AC-10D6-56E886F5F6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0704" y="0"/>
            <a:ext cx="6122592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78745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B08AF2-6F42-2586-8EF4-1CDBA06897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3ACA7F-F75D-03B1-F61F-D8082798B0C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19</a:t>
            </a:fld>
            <a:endParaRPr lang="en"/>
          </a:p>
        </p:txBody>
      </p:sp>
      <p:sp>
        <p:nvSpPr>
          <p:cNvPr id="3" name="Google Shape;170;p19">
            <a:extLst>
              <a:ext uri="{FF2B5EF4-FFF2-40B4-BE49-F238E27FC236}">
                <a16:creationId xmlns:a16="http://schemas.microsoft.com/office/drawing/2014/main" id="{F2C9F7B1-ECDA-2182-3570-18A1D5E4D9BC}"/>
              </a:ext>
            </a:extLst>
          </p:cNvPr>
          <p:cNvSpPr txBox="1">
            <a:spLocks/>
          </p:cNvSpPr>
          <p:nvPr/>
        </p:nvSpPr>
        <p:spPr>
          <a:xfrm>
            <a:off x="791936" y="416379"/>
            <a:ext cx="7617278" cy="4082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r>
              <a:rPr lang="en-US" sz="4000" dirty="0">
                <a:solidFill>
                  <a:srgbClr val="119503"/>
                </a:solidFill>
                <a:latin typeface="+mn-lt"/>
                <a:cs typeface="Arial" panose="020B0604020202020204" pitchFamily="34" charset="0"/>
              </a:rPr>
              <a:t> 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C117E5D-140A-E32A-1E1E-145608AA21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468" y="0"/>
            <a:ext cx="7053063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63409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97C900-405B-CE64-95E4-50A4952F5A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DA2338-5131-2760-32E7-7F70E83AAB0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20</a:t>
            </a:fld>
            <a:endParaRPr lang="en"/>
          </a:p>
        </p:txBody>
      </p:sp>
      <p:sp>
        <p:nvSpPr>
          <p:cNvPr id="3" name="Google Shape;170;p19">
            <a:extLst>
              <a:ext uri="{FF2B5EF4-FFF2-40B4-BE49-F238E27FC236}">
                <a16:creationId xmlns:a16="http://schemas.microsoft.com/office/drawing/2014/main" id="{F99A232D-FE40-A2CF-729E-FF5462D12BF5}"/>
              </a:ext>
            </a:extLst>
          </p:cNvPr>
          <p:cNvSpPr txBox="1">
            <a:spLocks/>
          </p:cNvSpPr>
          <p:nvPr/>
        </p:nvSpPr>
        <p:spPr>
          <a:xfrm>
            <a:off x="791936" y="416379"/>
            <a:ext cx="7617278" cy="4082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r>
              <a:rPr lang="en-US" sz="4000" dirty="0">
                <a:solidFill>
                  <a:srgbClr val="119503"/>
                </a:solidFill>
                <a:latin typeface="+mn-lt"/>
                <a:cs typeface="Arial" panose="020B0604020202020204" pitchFamily="34" charset="0"/>
              </a:rPr>
              <a:t> 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4A80692-797B-8190-D7DD-C57C52E911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916" y="0"/>
            <a:ext cx="7540168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17196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6423F7-FA99-C5A3-AC61-EBC90BD1C5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008E8B-B0C1-5FC1-C6C6-2AC8777DF11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21</a:t>
            </a:fld>
            <a:endParaRPr lang="en"/>
          </a:p>
        </p:txBody>
      </p:sp>
      <p:sp>
        <p:nvSpPr>
          <p:cNvPr id="3" name="Google Shape;170;p19">
            <a:extLst>
              <a:ext uri="{FF2B5EF4-FFF2-40B4-BE49-F238E27FC236}">
                <a16:creationId xmlns:a16="http://schemas.microsoft.com/office/drawing/2014/main" id="{5098CCB3-9A37-02C7-EC69-11C8B5499258}"/>
              </a:ext>
            </a:extLst>
          </p:cNvPr>
          <p:cNvSpPr txBox="1">
            <a:spLocks/>
          </p:cNvSpPr>
          <p:nvPr/>
        </p:nvSpPr>
        <p:spPr>
          <a:xfrm>
            <a:off x="791936" y="416379"/>
            <a:ext cx="7617278" cy="4082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r>
              <a:rPr lang="en-US" sz="4000" dirty="0">
                <a:solidFill>
                  <a:srgbClr val="119503"/>
                </a:solidFill>
                <a:latin typeface="+mn-lt"/>
                <a:cs typeface="Arial" panose="020B0604020202020204" pitchFamily="34" charset="0"/>
              </a:rPr>
              <a:t> 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4665968-BAAA-9863-7A4E-4E8D4AB930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028"/>
            <a:ext cx="9144000" cy="4973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11930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3F190C-C9B2-B673-D7F6-EF1129C8CC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A9416C-021F-2D04-75AB-B3F32B617CF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22</a:t>
            </a:fld>
            <a:endParaRPr lang="en"/>
          </a:p>
        </p:txBody>
      </p:sp>
      <p:sp>
        <p:nvSpPr>
          <p:cNvPr id="3" name="Google Shape;170;p19">
            <a:extLst>
              <a:ext uri="{FF2B5EF4-FFF2-40B4-BE49-F238E27FC236}">
                <a16:creationId xmlns:a16="http://schemas.microsoft.com/office/drawing/2014/main" id="{1B950EDA-93EE-C435-17E3-8B0D8ABCCD15}"/>
              </a:ext>
            </a:extLst>
          </p:cNvPr>
          <p:cNvSpPr txBox="1">
            <a:spLocks/>
          </p:cNvSpPr>
          <p:nvPr/>
        </p:nvSpPr>
        <p:spPr>
          <a:xfrm>
            <a:off x="791936" y="416379"/>
            <a:ext cx="7617278" cy="4082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r>
              <a:rPr lang="en-US" sz="4000" dirty="0">
                <a:solidFill>
                  <a:srgbClr val="119503"/>
                </a:solidFill>
                <a:latin typeface="+mn-lt"/>
                <a:cs typeface="Arial" panose="020B0604020202020204" pitchFamily="34" charset="0"/>
              </a:rPr>
              <a:t> 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2A95466-5392-37C5-AF1A-736B10E2F4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7543" y="0"/>
            <a:ext cx="6708913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63585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31BA54-3E7B-CD76-9E35-D403157939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54BF9D-B151-2C69-BE03-CC93F0C095A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23</a:t>
            </a:fld>
            <a:endParaRPr lang="en"/>
          </a:p>
        </p:txBody>
      </p:sp>
      <p:sp>
        <p:nvSpPr>
          <p:cNvPr id="3" name="Google Shape;170;p19">
            <a:extLst>
              <a:ext uri="{FF2B5EF4-FFF2-40B4-BE49-F238E27FC236}">
                <a16:creationId xmlns:a16="http://schemas.microsoft.com/office/drawing/2014/main" id="{831C0E2A-CBF2-F04D-3176-16715BA11728}"/>
              </a:ext>
            </a:extLst>
          </p:cNvPr>
          <p:cNvSpPr txBox="1">
            <a:spLocks/>
          </p:cNvSpPr>
          <p:nvPr/>
        </p:nvSpPr>
        <p:spPr>
          <a:xfrm>
            <a:off x="791936" y="416379"/>
            <a:ext cx="7617278" cy="4082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r>
              <a:rPr lang="en-US" sz="4000" dirty="0">
                <a:solidFill>
                  <a:srgbClr val="119503"/>
                </a:solidFill>
                <a:latin typeface="+mn-lt"/>
                <a:cs typeface="Arial" panose="020B0604020202020204" pitchFamily="34" charset="0"/>
              </a:rPr>
              <a:t> 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889040A-B099-82E0-FD92-F771AADD89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5268" y="0"/>
            <a:ext cx="6713463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42896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0E4C41-0144-EA46-7F88-A9383BB1C3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702C1F-E645-8CF3-C38F-20FE0B1EF5F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24</a:t>
            </a:fld>
            <a:endParaRPr lang="en"/>
          </a:p>
        </p:txBody>
      </p:sp>
      <p:sp>
        <p:nvSpPr>
          <p:cNvPr id="3" name="Google Shape;170;p19">
            <a:extLst>
              <a:ext uri="{FF2B5EF4-FFF2-40B4-BE49-F238E27FC236}">
                <a16:creationId xmlns:a16="http://schemas.microsoft.com/office/drawing/2014/main" id="{A3E0A873-EA29-6EEA-079E-EEE7B9AC0B9D}"/>
              </a:ext>
            </a:extLst>
          </p:cNvPr>
          <p:cNvSpPr txBox="1">
            <a:spLocks/>
          </p:cNvSpPr>
          <p:nvPr/>
        </p:nvSpPr>
        <p:spPr>
          <a:xfrm>
            <a:off x="791936" y="416379"/>
            <a:ext cx="7617278" cy="4082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r>
              <a:rPr lang="en-US" sz="4000" dirty="0">
                <a:solidFill>
                  <a:srgbClr val="119503"/>
                </a:solidFill>
                <a:latin typeface="+mn-lt"/>
                <a:cs typeface="Arial" panose="020B0604020202020204" pitchFamily="34" charset="0"/>
              </a:rPr>
              <a:t> 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8E54CEF-89ED-6D56-B03D-EE0D4CDBE4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746" y="0"/>
            <a:ext cx="7532508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710031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D4AEAA-E1DA-BFC8-097D-EDDAD07617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1408C7-7274-BB7D-6A0D-C26E52727B5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25</a:t>
            </a:fld>
            <a:endParaRPr lang="en"/>
          </a:p>
        </p:txBody>
      </p:sp>
      <p:sp>
        <p:nvSpPr>
          <p:cNvPr id="3" name="Google Shape;170;p19">
            <a:extLst>
              <a:ext uri="{FF2B5EF4-FFF2-40B4-BE49-F238E27FC236}">
                <a16:creationId xmlns:a16="http://schemas.microsoft.com/office/drawing/2014/main" id="{ACD9DF29-9F64-6AFE-6B6E-E67DBE7C5618}"/>
              </a:ext>
            </a:extLst>
          </p:cNvPr>
          <p:cNvSpPr txBox="1">
            <a:spLocks/>
          </p:cNvSpPr>
          <p:nvPr/>
        </p:nvSpPr>
        <p:spPr>
          <a:xfrm>
            <a:off x="791936" y="416379"/>
            <a:ext cx="7617278" cy="4082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r>
              <a:rPr lang="en-US" sz="4000" dirty="0">
                <a:solidFill>
                  <a:srgbClr val="119503"/>
                </a:solidFill>
                <a:latin typeface="+mn-lt"/>
                <a:cs typeface="Arial" panose="020B0604020202020204" pitchFamily="34" charset="0"/>
              </a:rPr>
              <a:t> 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165A4A1-67E8-D2DD-DD72-A272603A80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275" y="0"/>
            <a:ext cx="7701449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30966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1FA9A7-67FA-762A-B56C-765E0789C7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7106EB-8D46-2A24-E13A-7438B0D4876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26</a:t>
            </a:fld>
            <a:endParaRPr lang="en"/>
          </a:p>
        </p:txBody>
      </p:sp>
      <p:sp>
        <p:nvSpPr>
          <p:cNvPr id="3" name="Google Shape;170;p19">
            <a:extLst>
              <a:ext uri="{FF2B5EF4-FFF2-40B4-BE49-F238E27FC236}">
                <a16:creationId xmlns:a16="http://schemas.microsoft.com/office/drawing/2014/main" id="{E0354321-7B0E-AD36-01C7-9100E5B822F3}"/>
              </a:ext>
            </a:extLst>
          </p:cNvPr>
          <p:cNvSpPr txBox="1">
            <a:spLocks/>
          </p:cNvSpPr>
          <p:nvPr/>
        </p:nvSpPr>
        <p:spPr>
          <a:xfrm>
            <a:off x="791936" y="416379"/>
            <a:ext cx="7617278" cy="4082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r>
              <a:rPr lang="en-US" sz="4000" dirty="0">
                <a:solidFill>
                  <a:srgbClr val="119503"/>
                </a:solidFill>
                <a:latin typeface="+mn-lt"/>
                <a:cs typeface="Arial" panose="020B0604020202020204" pitchFamily="34" charset="0"/>
              </a:rPr>
              <a:t> 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24B92CC-7F4C-DC8D-8EB0-C7C89C770A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217" y="0"/>
            <a:ext cx="7503565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044060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D438E9-774B-38BA-96DA-C6611E170F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31D734-63FE-4222-072E-CCCC750FB1E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27</a:t>
            </a:fld>
            <a:endParaRPr lang="en"/>
          </a:p>
        </p:txBody>
      </p:sp>
      <p:sp>
        <p:nvSpPr>
          <p:cNvPr id="3" name="Google Shape;170;p19">
            <a:extLst>
              <a:ext uri="{FF2B5EF4-FFF2-40B4-BE49-F238E27FC236}">
                <a16:creationId xmlns:a16="http://schemas.microsoft.com/office/drawing/2014/main" id="{AD7DF9BF-C709-157C-AC7D-3FD0D9781E11}"/>
              </a:ext>
            </a:extLst>
          </p:cNvPr>
          <p:cNvSpPr txBox="1">
            <a:spLocks/>
          </p:cNvSpPr>
          <p:nvPr/>
        </p:nvSpPr>
        <p:spPr>
          <a:xfrm>
            <a:off x="791936" y="416379"/>
            <a:ext cx="7617278" cy="4082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r>
              <a:rPr lang="en-US" sz="4000" dirty="0">
                <a:solidFill>
                  <a:srgbClr val="119503"/>
                </a:solidFill>
                <a:latin typeface="+mn-lt"/>
                <a:cs typeface="Arial" panose="020B0604020202020204" pitchFamily="34" charset="0"/>
              </a:rPr>
              <a:t> </a:t>
            </a: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D0293FE-AD0D-F0FE-7EA4-B63A9CCBAD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464" y="0"/>
            <a:ext cx="7629071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129492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D36239-857A-3668-A125-44AFBD7C47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8AE475-ECF2-D0DD-D2CB-CBB7F513233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28</a:t>
            </a:fld>
            <a:endParaRPr lang="en"/>
          </a:p>
        </p:txBody>
      </p:sp>
      <p:sp>
        <p:nvSpPr>
          <p:cNvPr id="3" name="Google Shape;170;p19">
            <a:extLst>
              <a:ext uri="{FF2B5EF4-FFF2-40B4-BE49-F238E27FC236}">
                <a16:creationId xmlns:a16="http://schemas.microsoft.com/office/drawing/2014/main" id="{058059E3-A497-92C1-C18A-F3B118C0D84D}"/>
              </a:ext>
            </a:extLst>
          </p:cNvPr>
          <p:cNvSpPr txBox="1">
            <a:spLocks/>
          </p:cNvSpPr>
          <p:nvPr/>
        </p:nvSpPr>
        <p:spPr>
          <a:xfrm>
            <a:off x="791936" y="416379"/>
            <a:ext cx="7617278" cy="4082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r>
              <a:rPr lang="en-US" sz="4000" dirty="0">
                <a:solidFill>
                  <a:srgbClr val="119503"/>
                </a:solidFill>
                <a:latin typeface="+mn-lt"/>
                <a:cs typeface="Arial" panose="020B0604020202020204" pitchFamily="34" charset="0"/>
              </a:rPr>
              <a:t> </a:t>
            </a:r>
          </a:p>
        </p:txBody>
      </p:sp>
      <p:pic>
        <p:nvPicPr>
          <p:cNvPr id="5" name="Picture 4" descr="A diagram with numbers and pie chart&#10;&#10;AI-generated content may be incorrect.">
            <a:extLst>
              <a:ext uri="{FF2B5EF4-FFF2-40B4-BE49-F238E27FC236}">
                <a16:creationId xmlns:a16="http://schemas.microsoft.com/office/drawing/2014/main" id="{BFC85575-E74E-71A8-1610-B92A03A645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410" y="0"/>
            <a:ext cx="766518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046753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05B3F3-D3EF-E9A8-DF56-00288D44A6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800ECA-D4EF-0CBF-3453-09670A37D86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29</a:t>
            </a:fld>
            <a:endParaRPr lang="en"/>
          </a:p>
        </p:txBody>
      </p:sp>
      <p:sp>
        <p:nvSpPr>
          <p:cNvPr id="3" name="Google Shape;170;p19">
            <a:extLst>
              <a:ext uri="{FF2B5EF4-FFF2-40B4-BE49-F238E27FC236}">
                <a16:creationId xmlns:a16="http://schemas.microsoft.com/office/drawing/2014/main" id="{AE6175AD-027C-5D97-8A7D-A6FAB6055E6D}"/>
              </a:ext>
            </a:extLst>
          </p:cNvPr>
          <p:cNvSpPr txBox="1">
            <a:spLocks/>
          </p:cNvSpPr>
          <p:nvPr/>
        </p:nvSpPr>
        <p:spPr>
          <a:xfrm>
            <a:off x="791936" y="416379"/>
            <a:ext cx="7617278" cy="4082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r>
              <a:rPr lang="en-US" sz="4000" dirty="0">
                <a:solidFill>
                  <a:srgbClr val="119503"/>
                </a:solidFill>
                <a:latin typeface="+mn-lt"/>
                <a:cs typeface="Arial" panose="020B0604020202020204" pitchFamily="34" charset="0"/>
              </a:rPr>
              <a:t> 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D497C82-1B77-14CB-B598-642C7B5324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706" y="0"/>
            <a:ext cx="7590588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503004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1F0857-45E5-7FF6-039F-1304097DC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2B0756-F25A-BA08-0C16-0EAA648A3D4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30</a:t>
            </a:fld>
            <a:endParaRPr lang="en"/>
          </a:p>
        </p:txBody>
      </p:sp>
      <p:sp>
        <p:nvSpPr>
          <p:cNvPr id="3" name="Google Shape;170;p19">
            <a:extLst>
              <a:ext uri="{FF2B5EF4-FFF2-40B4-BE49-F238E27FC236}">
                <a16:creationId xmlns:a16="http://schemas.microsoft.com/office/drawing/2014/main" id="{541C5C4C-9CBF-8925-A4D8-30ADC0D8AD06}"/>
              </a:ext>
            </a:extLst>
          </p:cNvPr>
          <p:cNvSpPr txBox="1">
            <a:spLocks/>
          </p:cNvSpPr>
          <p:nvPr/>
        </p:nvSpPr>
        <p:spPr>
          <a:xfrm>
            <a:off x="791936" y="416379"/>
            <a:ext cx="7617278" cy="4082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r>
              <a:rPr lang="en-US" sz="4000" dirty="0">
                <a:solidFill>
                  <a:srgbClr val="119503"/>
                </a:solidFill>
                <a:latin typeface="+mn-lt"/>
                <a:cs typeface="Arial" panose="020B0604020202020204" pitchFamily="34" charset="0"/>
              </a:rPr>
              <a:t> </a:t>
            </a:r>
          </a:p>
        </p:txBody>
      </p:sp>
      <p:pic>
        <p:nvPicPr>
          <p:cNvPr id="5" name="Picture 4" descr="A screenshot of a web page&#10;&#10;AI-generated content may be incorrect.">
            <a:extLst>
              <a:ext uri="{FF2B5EF4-FFF2-40B4-BE49-F238E27FC236}">
                <a16:creationId xmlns:a16="http://schemas.microsoft.com/office/drawing/2014/main" id="{A128FBF4-3E33-9E37-8B46-F9266569FF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3812" y="0"/>
            <a:ext cx="6616376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826088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2DDB1F-8379-F42D-3C1C-A5B5FB7CAB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C1A658-A15E-E4C5-C40A-7F05B555C83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31</a:t>
            </a:fld>
            <a:endParaRPr lang="en"/>
          </a:p>
        </p:txBody>
      </p:sp>
      <p:sp>
        <p:nvSpPr>
          <p:cNvPr id="3" name="Google Shape;170;p19">
            <a:extLst>
              <a:ext uri="{FF2B5EF4-FFF2-40B4-BE49-F238E27FC236}">
                <a16:creationId xmlns:a16="http://schemas.microsoft.com/office/drawing/2014/main" id="{F41C5E00-A89E-179D-A7CC-BC1547993287}"/>
              </a:ext>
            </a:extLst>
          </p:cNvPr>
          <p:cNvSpPr txBox="1">
            <a:spLocks/>
          </p:cNvSpPr>
          <p:nvPr/>
        </p:nvSpPr>
        <p:spPr>
          <a:xfrm>
            <a:off x="791936" y="416379"/>
            <a:ext cx="7617278" cy="4082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r>
              <a:rPr lang="en-US" sz="4000" dirty="0">
                <a:solidFill>
                  <a:srgbClr val="119503"/>
                </a:solidFill>
                <a:latin typeface="+mn-lt"/>
                <a:cs typeface="Arial" panose="020B0604020202020204" pitchFamily="34" charset="0"/>
              </a:rPr>
              <a:t> </a:t>
            </a:r>
          </a:p>
        </p:txBody>
      </p:sp>
      <p:pic>
        <p:nvPicPr>
          <p:cNvPr id="5" name="Picture 4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8DB165C2-D0AF-5781-E68B-E1AEB97939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819" y="0"/>
            <a:ext cx="7756362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286825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FDD849-64DC-C7BF-B376-46F0315B74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1BE04C-0B58-A69F-8708-7F66D7EAF4D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32</a:t>
            </a:fld>
            <a:endParaRPr lang="en"/>
          </a:p>
        </p:txBody>
      </p:sp>
      <p:sp>
        <p:nvSpPr>
          <p:cNvPr id="3" name="Google Shape;170;p19">
            <a:extLst>
              <a:ext uri="{FF2B5EF4-FFF2-40B4-BE49-F238E27FC236}">
                <a16:creationId xmlns:a16="http://schemas.microsoft.com/office/drawing/2014/main" id="{093F7A4A-AAF6-F235-5B0D-9FB8BB9E0774}"/>
              </a:ext>
            </a:extLst>
          </p:cNvPr>
          <p:cNvSpPr txBox="1">
            <a:spLocks/>
          </p:cNvSpPr>
          <p:nvPr/>
        </p:nvSpPr>
        <p:spPr>
          <a:xfrm>
            <a:off x="791936" y="416379"/>
            <a:ext cx="7617278" cy="4082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r>
              <a:rPr lang="en-US" sz="4000" dirty="0">
                <a:solidFill>
                  <a:srgbClr val="119503"/>
                </a:solidFill>
                <a:latin typeface="+mn-lt"/>
                <a:cs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5019919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23CA64-D3A2-A5E6-6164-3322424C9A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2CEEC8-CD27-5877-AFD9-0B51D768F19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33</a:t>
            </a:fld>
            <a:endParaRPr lang="en"/>
          </a:p>
        </p:txBody>
      </p:sp>
      <p:sp>
        <p:nvSpPr>
          <p:cNvPr id="3" name="Google Shape;170;p19">
            <a:extLst>
              <a:ext uri="{FF2B5EF4-FFF2-40B4-BE49-F238E27FC236}">
                <a16:creationId xmlns:a16="http://schemas.microsoft.com/office/drawing/2014/main" id="{970E9911-A1E5-A260-5593-621B68E7C83A}"/>
              </a:ext>
            </a:extLst>
          </p:cNvPr>
          <p:cNvSpPr txBox="1">
            <a:spLocks/>
          </p:cNvSpPr>
          <p:nvPr/>
        </p:nvSpPr>
        <p:spPr>
          <a:xfrm>
            <a:off x="791936" y="416379"/>
            <a:ext cx="7617278" cy="4082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r>
              <a:rPr lang="en-US" sz="4000" dirty="0">
                <a:solidFill>
                  <a:srgbClr val="119503"/>
                </a:solidFill>
                <a:latin typeface="+mn-lt"/>
                <a:cs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6550383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126FA2-419F-B847-36E5-214F7D3DEB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429DE5-5A0A-24E9-2302-BC17F36B914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34</a:t>
            </a:fld>
            <a:endParaRPr lang="en"/>
          </a:p>
        </p:txBody>
      </p:sp>
      <p:sp>
        <p:nvSpPr>
          <p:cNvPr id="3" name="Google Shape;170;p19">
            <a:extLst>
              <a:ext uri="{FF2B5EF4-FFF2-40B4-BE49-F238E27FC236}">
                <a16:creationId xmlns:a16="http://schemas.microsoft.com/office/drawing/2014/main" id="{12EB3986-0BE5-B6AB-8A0E-41D110A382B2}"/>
              </a:ext>
            </a:extLst>
          </p:cNvPr>
          <p:cNvSpPr txBox="1">
            <a:spLocks/>
          </p:cNvSpPr>
          <p:nvPr/>
        </p:nvSpPr>
        <p:spPr>
          <a:xfrm>
            <a:off x="791936" y="416379"/>
            <a:ext cx="7617278" cy="4082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r>
              <a:rPr lang="en-US" sz="4000" dirty="0">
                <a:solidFill>
                  <a:srgbClr val="119503"/>
                </a:solidFill>
                <a:latin typeface="+mn-lt"/>
                <a:cs typeface="Arial" panose="020B0604020202020204" pitchFamily="34" charset="0"/>
              </a:rPr>
              <a:t> </a:t>
            </a: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9888ADC-FE10-747A-24DE-D23B7FF780A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313" t="86" r="3438" b="614"/>
          <a:stretch>
            <a:fillRect/>
          </a:stretch>
        </p:blipFill>
        <p:spPr>
          <a:xfrm>
            <a:off x="0" y="137383"/>
            <a:ext cx="8858250" cy="4834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205648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1E90BB-D9F0-B7E7-7B76-250D366B2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B20039-81B5-D012-8E32-281CEE81DB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D02AE7-001A-B56A-EC5D-98C1D8AC89D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35</a:t>
            </a:fld>
            <a:endParaRPr lang="en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A8B6787F-EB90-215F-21DC-219ED24C963E}"/>
              </a:ext>
            </a:extLst>
          </p:cNvPr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r>
              <a:rPr lang="en-US" b="1" dirty="0">
                <a:hlinkClick r:id="rId2"/>
              </a:rPr>
              <a:t>01. </a:t>
            </a:r>
            <a:r>
              <a:rPr lang="en-US" b="1" dirty="0" err="1">
                <a:hlinkClick r:id="rId2"/>
              </a:rPr>
              <a:t>Đăng</a:t>
            </a:r>
            <a:r>
              <a:rPr lang="en-US" b="1" dirty="0">
                <a:hlinkClick r:id="rId2"/>
              </a:rPr>
              <a:t> </a:t>
            </a:r>
            <a:r>
              <a:rPr lang="en-US" b="1" dirty="0" err="1">
                <a:hlinkClick r:id="rId2"/>
              </a:rPr>
              <a:t>ký</a:t>
            </a:r>
            <a:r>
              <a:rPr lang="en-US" b="1" dirty="0">
                <a:hlinkClick r:id="rId2"/>
              </a:rPr>
              <a:t> KPIs - </a:t>
            </a:r>
            <a:r>
              <a:rPr lang="en-US" b="1" dirty="0" err="1">
                <a:hlinkClick r:id="rId2"/>
              </a:rPr>
              <a:t>Phân</a:t>
            </a:r>
            <a:r>
              <a:rPr lang="en-US" b="1" dirty="0">
                <a:hlinkClick r:id="rId2"/>
              </a:rPr>
              <a:t> </a:t>
            </a:r>
            <a:r>
              <a:rPr lang="en-US" b="1" dirty="0" err="1">
                <a:hlinkClick r:id="rId2"/>
              </a:rPr>
              <a:t>bổ</a:t>
            </a:r>
            <a:r>
              <a:rPr lang="en-US" b="1" dirty="0">
                <a:hlinkClick r:id="rId2"/>
              </a:rPr>
              <a:t> </a:t>
            </a:r>
            <a:r>
              <a:rPr lang="en-US" b="1" dirty="0" err="1">
                <a:hlinkClick r:id="rId2"/>
              </a:rPr>
              <a:t>chỉ</a:t>
            </a:r>
            <a:r>
              <a:rPr lang="en-US" b="1" dirty="0">
                <a:hlinkClick r:id="rId2"/>
              </a:rPr>
              <a:t> </a:t>
            </a:r>
            <a:r>
              <a:rPr lang="en-US" b="1" dirty="0" err="1">
                <a:hlinkClick r:id="rId2"/>
              </a:rPr>
              <a:t>tiêu</a:t>
            </a:r>
            <a:r>
              <a:rPr lang="en-US" b="1" dirty="0">
                <a:hlinkClick r:id="rId2"/>
              </a:rPr>
              <a:t> - </a:t>
            </a:r>
            <a:r>
              <a:rPr lang="en-US" b="1" dirty="0" err="1">
                <a:hlinkClick r:id="rId2"/>
              </a:rPr>
              <a:t>Cập</a:t>
            </a:r>
            <a:r>
              <a:rPr lang="en-US" b="1" dirty="0">
                <a:hlinkClick r:id="rId2"/>
              </a:rPr>
              <a:t> </a:t>
            </a:r>
            <a:r>
              <a:rPr lang="en-US" b="1" dirty="0" err="1">
                <a:hlinkClick r:id="rId2"/>
              </a:rPr>
              <a:t>nhật</a:t>
            </a:r>
            <a:r>
              <a:rPr lang="en-US" b="1" dirty="0">
                <a:hlinkClick r:id="rId2"/>
              </a:rPr>
              <a:t> </a:t>
            </a:r>
            <a:r>
              <a:rPr lang="en-US" b="1" dirty="0" err="1">
                <a:hlinkClick r:id="rId2"/>
              </a:rPr>
              <a:t>báo</a:t>
            </a:r>
            <a:r>
              <a:rPr lang="en-US" b="1" dirty="0">
                <a:hlinkClick r:id="rId2"/>
              </a:rPr>
              <a:t> </a:t>
            </a:r>
            <a:r>
              <a:rPr lang="en-US" b="1" dirty="0" err="1">
                <a:hlinkClick r:id="rId2"/>
              </a:rPr>
              <a:t>cáo</a:t>
            </a:r>
            <a:r>
              <a:rPr lang="en-US" b="1" dirty="0">
                <a:hlinkClick r:id="rId2"/>
              </a:rPr>
              <a:t> KPIs </a:t>
            </a:r>
            <a:r>
              <a:rPr lang="en-US" b="1" dirty="0" err="1">
                <a:hlinkClick r:id="rId2"/>
              </a:rPr>
              <a:t>định</a:t>
            </a:r>
            <a:r>
              <a:rPr lang="en-US" b="1" dirty="0">
                <a:hlinkClick r:id="rId2"/>
              </a:rPr>
              <a:t> </a:t>
            </a:r>
            <a:r>
              <a:rPr lang="en-US" b="1" dirty="0" err="1">
                <a:hlinkClick r:id="rId2"/>
              </a:rPr>
              <a:t>kỳ</a:t>
            </a:r>
            <a:r>
              <a:rPr lang="en-US" b="1" dirty="0">
                <a:hlinkClick r:id="rId2"/>
              </a:rPr>
              <a:t> - </a:t>
            </a:r>
            <a:r>
              <a:rPr lang="en-US" b="1" dirty="0" err="1">
                <a:hlinkClick r:id="rId2"/>
              </a:rPr>
              <a:t>Thêm</a:t>
            </a:r>
            <a:r>
              <a:rPr lang="en-US" b="1" dirty="0">
                <a:hlinkClick r:id="rId2"/>
              </a:rPr>
              <a:t> </a:t>
            </a:r>
            <a:r>
              <a:rPr lang="en-US" b="1" dirty="0" err="1">
                <a:hlinkClick r:id="rId2"/>
              </a:rPr>
              <a:t>phiếu</a:t>
            </a:r>
            <a:r>
              <a:rPr lang="en-US" b="1" dirty="0">
                <a:hlinkClick r:id="rId2"/>
              </a:rPr>
              <a:t> </a:t>
            </a:r>
            <a:r>
              <a:rPr lang="en-US" b="1" dirty="0" err="1">
                <a:hlinkClick r:id="rId2"/>
              </a:rPr>
              <a:t>đánh</a:t>
            </a:r>
            <a:r>
              <a:rPr lang="en-US" b="1" dirty="0">
                <a:hlinkClick r:id="rId2"/>
              </a:rPr>
              <a:t> </a:t>
            </a:r>
            <a:r>
              <a:rPr lang="en-US" b="1" dirty="0" err="1">
                <a:hlinkClick r:id="rId2"/>
              </a:rPr>
              <a:t>giá</a:t>
            </a:r>
            <a:endParaRPr lang="en-US" b="1" dirty="0"/>
          </a:p>
          <a:p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D55B66B-0DDF-3A35-9E35-3C7866A4608C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9770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22FB1-F46D-EEDF-5761-2EF890DE77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2A3A66-9B42-1CD0-9745-24FC0C8D86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676004-99B4-DA88-CF60-27C0EA63F4C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36</a:t>
            </a:fld>
            <a:endParaRPr lang="en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22BE4E50-5320-B3BA-309A-4713B3446A2A}"/>
              </a:ext>
            </a:extLst>
          </p:cNvPr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FE0C2D2-69F9-4014-CAB1-62F22934BEC1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08144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03DF1-0F55-6358-1439-00F88FE73A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4D11AA-6991-49B2-3711-5606944F80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A1BCD4-78D0-5500-B1D7-ABF2154D5CC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37</a:t>
            </a:fld>
            <a:endParaRPr lang="en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2123E710-89AB-9EDF-0CCA-F410AFC520A9}"/>
              </a:ext>
            </a:extLst>
          </p:cNvPr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DF101DC-A8EC-AA28-3CCE-8222DB2E1974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670670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F38860-EFE9-6180-0E08-A44D6FAC4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B7B028-6892-BD6C-39BE-8AF1BEB5AC9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38</a:t>
            </a:fld>
            <a:endParaRPr lang="en"/>
          </a:p>
        </p:txBody>
      </p:sp>
      <p:sp>
        <p:nvSpPr>
          <p:cNvPr id="3" name="Google Shape;170;p19">
            <a:extLst>
              <a:ext uri="{FF2B5EF4-FFF2-40B4-BE49-F238E27FC236}">
                <a16:creationId xmlns:a16="http://schemas.microsoft.com/office/drawing/2014/main" id="{B1C41EA9-A2A1-1C9F-53B5-9642B415AD09}"/>
              </a:ext>
            </a:extLst>
          </p:cNvPr>
          <p:cNvSpPr txBox="1">
            <a:spLocks/>
          </p:cNvSpPr>
          <p:nvPr/>
        </p:nvSpPr>
        <p:spPr>
          <a:xfrm>
            <a:off x="2981210" y="1439284"/>
            <a:ext cx="4658170" cy="1000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r>
              <a:rPr lang="en-US" sz="4000">
                <a:solidFill>
                  <a:srgbClr val="119503"/>
                </a:solidFill>
                <a:latin typeface="+mn-lt"/>
                <a:cs typeface="Arial" panose="020B0604020202020204" pitchFamily="34" charset="0"/>
              </a:rPr>
              <a:t>Thank you!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886CACB-5E89-8E16-EF6A-0F9A97E082D3}"/>
              </a:ext>
            </a:extLst>
          </p:cNvPr>
          <p:cNvSpPr/>
          <p:nvPr/>
        </p:nvSpPr>
        <p:spPr>
          <a:xfrm flipV="1">
            <a:off x="2696134" y="2348536"/>
            <a:ext cx="1988712" cy="45719"/>
          </a:xfrm>
          <a:prstGeom prst="rect">
            <a:avLst/>
          </a:prstGeom>
          <a:solidFill>
            <a:srgbClr val="11950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119503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BF8DB09-69C5-1F0B-351A-D9A2C7AE3114}"/>
              </a:ext>
            </a:extLst>
          </p:cNvPr>
          <p:cNvSpPr/>
          <p:nvPr/>
        </p:nvSpPr>
        <p:spPr>
          <a:xfrm flipV="1">
            <a:off x="4893388" y="2348534"/>
            <a:ext cx="1588094" cy="45719"/>
          </a:xfrm>
          <a:prstGeom prst="rect">
            <a:avLst/>
          </a:prstGeom>
          <a:solidFill>
            <a:srgbClr val="11950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11950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0928810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0067ac-558b-40e7-9138-0b9aee47b278" xsi:nil="true"/>
    <lcf76f155ced4ddcb4097134ff3c332f xmlns="f04b59c5-9cbf-40fa-8244-689da476070e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A08A5461D5136488EFED6F0716767A1" ma:contentTypeVersion="" ma:contentTypeDescription="Create a new document." ma:contentTypeScope="" ma:versionID="2dbc3778270c1ff7dfb6315f63e90fc2">
  <xsd:schema xmlns:xsd="http://www.w3.org/2001/XMLSchema" xmlns:xs="http://www.w3.org/2001/XMLSchema" xmlns:p="http://schemas.microsoft.com/office/2006/metadata/properties" xmlns:ns2="F04B59C5-9CBF-40FA-8244-689DA476070E" xmlns:ns3="be0067ac-558b-40e7-9138-0b9aee47b278" xmlns:ns4="f04b59c5-9cbf-40fa-8244-689da476070e" targetNamespace="http://schemas.microsoft.com/office/2006/metadata/properties" ma:root="true" ma:fieldsID="03519d00a16ec9200a6cf5151e6ff43f" ns2:_="" ns3:_="" ns4:_="">
    <xsd:import namespace="F04B59C5-9CBF-40FA-8244-689DA476070E"/>
    <xsd:import namespace="be0067ac-558b-40e7-9138-0b9aee47b278"/>
    <xsd:import namespace="f04b59c5-9cbf-40fa-8244-689da476070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3:SharedWithUsers" minOccurs="0"/>
                <xsd:element ref="ns3:SharedWithDetails" minOccurs="0"/>
                <xsd:element ref="ns2:MediaLengthInSeconds" minOccurs="0"/>
                <xsd:element ref="ns4:MediaServiceObjectDetectorVersions" minOccurs="0"/>
                <xsd:element ref="ns4:MediaServiceGenerationTime" minOccurs="0"/>
                <xsd:element ref="ns4:MediaServiceEventHashCode" minOccurs="0"/>
                <xsd:element ref="ns4:lcf76f155ced4ddcb4097134ff3c332f" minOccurs="0"/>
                <xsd:element ref="ns3:TaxCatchAll" minOccurs="0"/>
                <xsd:element ref="ns4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4B59C5-9CBF-40FA-8244-689DA476070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5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0067ac-558b-40e7-9138-0b9aee47b278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D62C9A0A-5D06-4385-AAC4-8FBE5A21DD63}" ma:internalName="TaxCatchAll" ma:showField="CatchAllData" ma:web="{ac963a9c-3b1b-4dfd-b0d2-aeb8a08bf505}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4b59c5-9cbf-40fa-8244-689da476070e" elementFormDefault="qualified">
    <xsd:import namespace="http://schemas.microsoft.com/office/2006/documentManagement/types"/>
    <xsd:import namespace="http://schemas.microsoft.com/office/infopath/2007/PartnerControls"/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3eac797d-9452-442f-b5f7-665479590df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747E9B3-05ED-4B08-9DC7-5C13D6E01AD6}">
  <ds:schemaRefs>
    <ds:schemaRef ds:uri="http://schemas.microsoft.com/office/2006/metadata/properties"/>
    <ds:schemaRef ds:uri="http://schemas.microsoft.com/office/infopath/2007/PartnerControls"/>
    <ds:schemaRef ds:uri="be0067ac-558b-40e7-9138-0b9aee47b278"/>
    <ds:schemaRef ds:uri="f04b59c5-9cbf-40fa-8244-689da476070e"/>
  </ds:schemaRefs>
</ds:datastoreItem>
</file>

<file path=customXml/itemProps2.xml><?xml version="1.0" encoding="utf-8"?>
<ds:datastoreItem xmlns:ds="http://schemas.openxmlformats.org/officeDocument/2006/customXml" ds:itemID="{78875CFE-AAB5-4A98-AA79-8E1FB58DE09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9ACF979-4602-445D-AE14-962EFE17B2F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04B59C5-9CBF-40FA-8244-689DA476070E"/>
    <ds:schemaRef ds:uri="be0067ac-558b-40e7-9138-0b9aee47b278"/>
    <ds:schemaRef ds:uri="f04b59c5-9cbf-40fa-8244-689da476070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1571</TotalTime>
  <Words>120</Words>
  <Application>Microsoft Office PowerPoint</Application>
  <PresentationFormat>On-screen Show (16:9)</PresentationFormat>
  <Paragraphs>78</Paragraphs>
  <Slides>38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4" baseType="lpstr">
      <vt:lpstr>Arial</vt:lpstr>
      <vt:lpstr>Muli</vt:lpstr>
      <vt:lpstr>Nixie One</vt:lpstr>
      <vt:lpstr>Open Sans</vt:lpstr>
      <vt:lpstr>Times New Roman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Our Focus</dc:title>
  <dc:creator>Nghĩa, Trần Công</dc:creator>
  <cp:lastModifiedBy>Cư, Lê Hoành</cp:lastModifiedBy>
  <cp:revision>61</cp:revision>
  <dcterms:modified xsi:type="dcterms:W3CDTF">2025-12-09T06:34:08Z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0x0101008A08A5461D5136488EFED6F0716767A1</vt:lpwstr>
  </property>
</Properties>
</file>