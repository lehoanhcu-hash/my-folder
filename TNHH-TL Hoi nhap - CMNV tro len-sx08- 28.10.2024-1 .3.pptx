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457" r:id="rId5"/>
    <p:sldId id="458" r:id="rId6"/>
  </p:sldIdLst>
  <p:sldSz cx="9144000" cy="6858000" type="screen4x3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CD4190-386E-45F3-A06F-DB2530E8905B}">
          <p14:sldIdLst/>
        </p14:section>
        <p14:section name="I. TỔNG QUAN CÔNG TY" id="{E96B3DFA-4925-4EBD-A32F-AE21288BF6A6}">
          <p14:sldIdLst>
            <p14:sldId id="457"/>
            <p14:sldId id="458"/>
          </p14:sldIdLst>
        </p14:section>
        <p14:section name="II. CÁC HỖ TRỢ CẦN THIẾT" id="{99DA3029-3475-4698-8012-4ED99C280CF8}">
          <p14:sldIdLst/>
        </p14:section>
        <p14:section name="III. CHINH SÁCH/ QUY ĐỊNH NHÂN SỰ" id="{BEBD2286-36AC-4ED7-BD90-3C1187D80CD7}">
          <p14:sldIdLst/>
        </p14:section>
        <p14:section name="IV. NỘI QUY/ CHÍNH SÁCH/ QUY ĐỊNH CHUNG" id="{14390F17-443F-43F4-89D0-03782F6FA9BF}">
          <p14:sldIdLst/>
        </p14:section>
        <p14:section name="Untitled Section" id="{1DAE9E11-6FE2-4AC3-8E7E-D1A51AA5614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nh, Dang Que" initials="TDQ" lastIdx="1" clrIdx="0">
    <p:extLst>
      <p:ext uri="{19B8F6BF-5375-455C-9EA6-DF929625EA0E}">
        <p15:presenceInfo xmlns:p15="http://schemas.microsoft.com/office/powerpoint/2012/main" userId="S-1-5-21-2515561106-4265119541-1709404006-53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C51"/>
    <a:srgbClr val="0077BA"/>
    <a:srgbClr val="3E4690"/>
    <a:srgbClr val="F63CB4"/>
    <a:srgbClr val="2D5F92"/>
    <a:srgbClr val="ABDAF4"/>
    <a:srgbClr val="7030A0"/>
    <a:srgbClr val="FFDFDF"/>
    <a:srgbClr val="006CB1"/>
    <a:srgbClr val="DF5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87" autoAdjust="0"/>
    <p:restoredTop sz="96101" autoAdjust="0"/>
  </p:normalViewPr>
  <p:slideViewPr>
    <p:cSldViewPr snapToGrid="0">
      <p:cViewPr varScale="1">
        <p:scale>
          <a:sx n="77" d="100"/>
          <a:sy n="77" d="100"/>
        </p:scale>
        <p:origin x="79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6E748DCA-ED39-4BBF-93BD-0489348BBAB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52538"/>
            <a:ext cx="450691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0F00BB87-A795-4E28-9EBD-07C6A3976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7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D5CC00-6591-4FA1-834C-F9C893BFF732}"/>
              </a:ext>
            </a:extLst>
          </p:cNvPr>
          <p:cNvGrpSpPr/>
          <p:nvPr userDrawn="1"/>
        </p:nvGrpSpPr>
        <p:grpSpPr>
          <a:xfrm>
            <a:off x="1265795" y="122796"/>
            <a:ext cx="6612411" cy="6612411"/>
            <a:chOff x="2025751" y="882750"/>
            <a:chExt cx="5092498" cy="5092498"/>
          </a:xfrm>
        </p:grpSpPr>
        <p:sp>
          <p:nvSpPr>
            <p:cNvPr id="24" name="Block Arc 23">
              <a:extLst>
                <a:ext uri="{FF2B5EF4-FFF2-40B4-BE49-F238E27FC236}">
                  <a16:creationId xmlns:a16="http://schemas.microsoft.com/office/drawing/2014/main" id="{E458116A-36F9-46F0-9DAA-65AED22C5793}"/>
                </a:ext>
              </a:extLst>
            </p:cNvPr>
            <p:cNvSpPr/>
            <p:nvPr userDrawn="1"/>
          </p:nvSpPr>
          <p:spPr>
            <a:xfrm rot="18134033">
              <a:off x="2350685" y="1079904"/>
              <a:ext cx="4698190" cy="4698190"/>
            </a:xfrm>
            <a:prstGeom prst="blockArc">
              <a:avLst>
                <a:gd name="adj1" fmla="val 10800000"/>
                <a:gd name="adj2" fmla="val 124773"/>
                <a:gd name="adj3" fmla="val 275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1CDDEC2-FAAC-469D-80F5-1523D0162FEA}"/>
                </a:ext>
              </a:extLst>
            </p:cNvPr>
            <p:cNvGrpSpPr/>
            <p:nvPr userDrawn="1"/>
          </p:nvGrpSpPr>
          <p:grpSpPr>
            <a:xfrm>
              <a:off x="2760134" y="1561472"/>
              <a:ext cx="3623732" cy="3735056"/>
              <a:chOff x="6105322" y="3773762"/>
              <a:chExt cx="2295728" cy="2366255"/>
            </a:xfrm>
          </p:grpSpPr>
          <p:sp>
            <p:nvSpPr>
              <p:cNvPr id="22" name="Block Arc 21">
                <a:extLst>
                  <a:ext uri="{FF2B5EF4-FFF2-40B4-BE49-F238E27FC236}">
                    <a16:creationId xmlns:a16="http://schemas.microsoft.com/office/drawing/2014/main" id="{6AF32FC0-AB36-4815-B272-C8575169C315}"/>
                  </a:ext>
                </a:extLst>
              </p:cNvPr>
              <p:cNvSpPr/>
              <p:nvPr userDrawn="1"/>
            </p:nvSpPr>
            <p:spPr>
              <a:xfrm>
                <a:off x="6105322" y="3815189"/>
                <a:ext cx="2295728" cy="2295728"/>
              </a:xfrm>
              <a:prstGeom prst="blockArc">
                <a:avLst>
                  <a:gd name="adj1" fmla="val 10800000"/>
                  <a:gd name="adj2" fmla="val 0"/>
                  <a:gd name="adj3" fmla="val 12288"/>
                </a:avLst>
              </a:prstGeom>
              <a:solidFill>
                <a:srgbClr val="0077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Block Arc 22">
                <a:extLst>
                  <a:ext uri="{FF2B5EF4-FFF2-40B4-BE49-F238E27FC236}">
                    <a16:creationId xmlns:a16="http://schemas.microsoft.com/office/drawing/2014/main" id="{F382899D-DBBD-445A-A9E4-F3CB7B29E2A5}"/>
                  </a:ext>
                </a:extLst>
              </p:cNvPr>
              <p:cNvSpPr/>
              <p:nvPr userDrawn="1"/>
            </p:nvSpPr>
            <p:spPr>
              <a:xfrm flipV="1">
                <a:off x="6105322" y="3773762"/>
                <a:ext cx="2295728" cy="2366255"/>
              </a:xfrm>
              <a:prstGeom prst="blockArc">
                <a:avLst>
                  <a:gd name="adj1" fmla="val 10800000"/>
                  <a:gd name="adj2" fmla="val 69081"/>
                  <a:gd name="adj3" fmla="val 12393"/>
                </a:avLst>
              </a:prstGeom>
              <a:solidFill>
                <a:srgbClr val="020D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538F9201-957E-4922-A091-B5D2C689D9B8}"/>
                </a:ext>
              </a:extLst>
            </p:cNvPr>
            <p:cNvSpPr/>
            <p:nvPr userDrawn="1"/>
          </p:nvSpPr>
          <p:spPr>
            <a:xfrm rot="5804327">
              <a:off x="2322529" y="1335172"/>
              <a:ext cx="4323843" cy="4323843"/>
            </a:xfrm>
            <a:prstGeom prst="blockArc">
              <a:avLst>
                <a:gd name="adj1" fmla="val 10800000"/>
                <a:gd name="adj2" fmla="val 185252"/>
                <a:gd name="adj3" fmla="val 2770"/>
              </a:avLst>
            </a:prstGeom>
            <a:solidFill>
              <a:srgbClr val="020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6CB24A7F-DF7A-4C9F-BC54-B150004D098B}"/>
                </a:ext>
              </a:extLst>
            </p:cNvPr>
            <p:cNvSpPr/>
            <p:nvPr userDrawn="1"/>
          </p:nvSpPr>
          <p:spPr>
            <a:xfrm rot="11196995">
              <a:off x="2025751" y="882750"/>
              <a:ext cx="5092498" cy="5092498"/>
            </a:xfrm>
            <a:prstGeom prst="blockArc">
              <a:avLst>
                <a:gd name="adj1" fmla="val 10800000"/>
                <a:gd name="adj2" fmla="val 185252"/>
                <a:gd name="adj3" fmla="val 2770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79B12D9-5B72-43E6-BEE2-16BBB87AD786}"/>
                </a:ext>
              </a:extLst>
            </p:cNvPr>
            <p:cNvSpPr/>
            <p:nvPr userDrawn="1"/>
          </p:nvSpPr>
          <p:spPr>
            <a:xfrm>
              <a:off x="3168356" y="2037885"/>
              <a:ext cx="2801683" cy="28016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/>
            </a:p>
          </p:txBody>
        </p:sp>
      </p:grpSp>
    </p:spTree>
    <p:extLst>
      <p:ext uri="{BB962C8B-B14F-4D97-AF65-F5344CB8AC3E}">
        <p14:creationId xmlns:p14="http://schemas.microsoft.com/office/powerpoint/2010/main" val="348907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083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769439-2F23-425D-B8C6-7AB4E8015D29}"/>
              </a:ext>
            </a:extLst>
          </p:cNvPr>
          <p:cNvSpPr/>
          <p:nvPr userDrawn="1"/>
        </p:nvSpPr>
        <p:spPr>
          <a:xfrm>
            <a:off x="2205618" y="155646"/>
            <a:ext cx="5909683" cy="466927"/>
          </a:xfrm>
          <a:prstGeom prst="roundRect">
            <a:avLst>
              <a:gd name="adj" fmla="val 50000"/>
            </a:avLst>
          </a:prstGeom>
          <a:solidFill>
            <a:srgbClr val="020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329446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769439-2F23-425D-B8C6-7AB4E8015D29}"/>
              </a:ext>
            </a:extLst>
          </p:cNvPr>
          <p:cNvSpPr/>
          <p:nvPr userDrawn="1"/>
        </p:nvSpPr>
        <p:spPr>
          <a:xfrm>
            <a:off x="2205618" y="155646"/>
            <a:ext cx="5909683" cy="466927"/>
          </a:xfrm>
          <a:prstGeom prst="roundRect">
            <a:avLst>
              <a:gd name="adj" fmla="val 50000"/>
            </a:avLst>
          </a:prstGeom>
          <a:solidFill>
            <a:srgbClr val="020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87F67C-E277-41C7-8A54-FBFD2A308B76}"/>
              </a:ext>
            </a:extLst>
          </p:cNvPr>
          <p:cNvSpPr/>
          <p:nvPr userDrawn="1"/>
        </p:nvSpPr>
        <p:spPr>
          <a:xfrm>
            <a:off x="2540000" y="637085"/>
            <a:ext cx="5181600" cy="466927"/>
          </a:xfrm>
          <a:prstGeom prst="roundRect">
            <a:avLst>
              <a:gd name="adj" fmla="val 50000"/>
            </a:avLst>
          </a:prstGeom>
          <a:solidFill>
            <a:srgbClr val="007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169217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2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6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5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43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22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4B6-8F31-40F5-8EF9-80D608D50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6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432B67F-FE26-4927-8535-92D62A3129D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55" y="240006"/>
            <a:ext cx="1440160" cy="2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8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4" r:id="rId3"/>
    <p:sldLayoutId id="2147483687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F501EDF-B2AD-B283-EDEC-EE90C121E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88" y="3531523"/>
            <a:ext cx="3051149" cy="305114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0DCCDC-A03E-41E5-9904-E31B43CE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72A27-27D1-4046-8924-8563E66B2C73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CE47C-EC71-482E-BAF8-099CE6578F8F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3DDD1F-CA14-D87A-1592-8AC5405FD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128" y="44206"/>
            <a:ext cx="7983940" cy="13000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27F9FF-5522-C26D-E8CF-5E9D0A3DDE8D}"/>
              </a:ext>
            </a:extLst>
          </p:cNvPr>
          <p:cNvSpPr txBox="1"/>
          <p:nvPr/>
        </p:nvSpPr>
        <p:spPr>
          <a:xfrm>
            <a:off x="2134312" y="141074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5963FB-92CF-E31E-FB94-4181F054FB05}"/>
              </a:ext>
            </a:extLst>
          </p:cNvPr>
          <p:cNvSpPr txBox="1"/>
          <p:nvPr/>
        </p:nvSpPr>
        <p:spPr>
          <a:xfrm>
            <a:off x="2134312" y="727892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Các hoạt động – sự kiện công ty</a:t>
            </a:r>
            <a:endParaRPr lang="vi-VN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1FAD2-0338-A6E1-2A84-6119E8ACB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64" y="4055620"/>
            <a:ext cx="4492537" cy="25270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4705DA-F669-1A9E-FC8B-620A678A7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0098" y="1377941"/>
            <a:ext cx="3647011" cy="243181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287BD9-3D9A-7E92-0578-CA2A86FED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97" y="1469458"/>
            <a:ext cx="3423332" cy="256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8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0DCCDC-A03E-41E5-9904-E31B43CE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72A27-27D1-4046-8924-8563E66B2C73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CE47C-EC71-482E-BAF8-099CE6578F8F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68C11-E8AD-3618-E9C7-201F5816FE45}"/>
              </a:ext>
            </a:extLst>
          </p:cNvPr>
          <p:cNvSpPr txBox="1"/>
          <p:nvPr/>
        </p:nvSpPr>
        <p:spPr>
          <a:xfrm>
            <a:off x="5963785" y="1714965"/>
            <a:ext cx="3643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Building</a:t>
            </a:r>
            <a:endParaRPr lang="vi-VN" sz="3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AC39F5-62FC-1EFC-C79B-C1F56820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9" y="13898"/>
            <a:ext cx="7983940" cy="13000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C0F5AB-A289-D6FB-E4F9-48E8ED10C862}"/>
              </a:ext>
            </a:extLst>
          </p:cNvPr>
          <p:cNvSpPr txBox="1"/>
          <p:nvPr/>
        </p:nvSpPr>
        <p:spPr>
          <a:xfrm>
            <a:off x="1951019" y="157193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7821A-8782-E702-0CD7-4F8B3F8D2418}"/>
              </a:ext>
            </a:extLst>
          </p:cNvPr>
          <p:cNvSpPr txBox="1"/>
          <p:nvPr/>
        </p:nvSpPr>
        <p:spPr>
          <a:xfrm>
            <a:off x="1951019" y="744011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Các hoạt động – sự kiện công ty</a:t>
            </a:r>
            <a:endParaRPr lang="vi-VN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25D15CD3-54E5-2A84-32B4-262905C78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67" y="1439150"/>
            <a:ext cx="4455832" cy="29711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670F19-7EAE-6F16-E0F8-1B26620F1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154" y="3423380"/>
            <a:ext cx="4186592" cy="263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10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08A5461D5136488EFED6F0716767A1" ma:contentTypeVersion="" ma:contentTypeDescription="Create a new document." ma:contentTypeScope="" ma:versionID="2dbc3778270c1ff7dfb6315f63e90fc2">
  <xsd:schema xmlns:xsd="http://www.w3.org/2001/XMLSchema" xmlns:xs="http://www.w3.org/2001/XMLSchema" xmlns:p="http://schemas.microsoft.com/office/2006/metadata/properties" xmlns:ns2="F04B59C5-9CBF-40FA-8244-689DA476070E" xmlns:ns3="be0067ac-558b-40e7-9138-0b9aee47b278" xmlns:ns4="f04b59c5-9cbf-40fa-8244-689da476070e" targetNamespace="http://schemas.microsoft.com/office/2006/metadata/properties" ma:root="true" ma:fieldsID="03519d00a16ec9200a6cf5151e6ff43f" ns2:_="" ns3:_="" ns4:_="">
    <xsd:import namespace="F04B59C5-9CBF-40FA-8244-689DA476070E"/>
    <xsd:import namespace="be0067ac-558b-40e7-9138-0b9aee47b278"/>
    <xsd:import namespace="f04b59c5-9cbf-40fa-8244-689da47607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lcf76f155ced4ddcb4097134ff3c332f" minOccurs="0"/>
                <xsd:element ref="ns3:TaxCatchAll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067ac-558b-40e7-9138-0b9aee47b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62C9A0A-5D06-4385-AAC4-8FBE5A21DD63}" ma:internalName="TaxCatchAll" ma:showField="CatchAllData" ma:web="{ac963a9c-3b1b-4dfd-b0d2-aeb8a08bf505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0067ac-558b-40e7-9138-0b9aee47b278" xsi:nil="true"/>
    <lcf76f155ced4ddcb4097134ff3c332f xmlns="f04b59c5-9cbf-40fa-8244-689da476070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33AE0D6-2B8F-4D6B-8795-DEFCF66AF1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4B59C5-9CBF-40FA-8244-689DA476070E"/>
    <ds:schemaRef ds:uri="be0067ac-558b-40e7-9138-0b9aee47b278"/>
    <ds:schemaRef ds:uri="f04b59c5-9cbf-40fa-8244-689da47607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937D11-0FED-4F3F-A8F9-EB484FBAC5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B13574-E51B-4FE1-8DD8-D38DAF979A49}">
  <ds:schemaRefs>
    <ds:schemaRef ds:uri="http://schemas.microsoft.com/office/2006/metadata/properties"/>
    <ds:schemaRef ds:uri="http://purl.org/dc/elements/1.1/"/>
    <ds:schemaRef ds:uri="F04B59C5-9CBF-40FA-8244-689DA476070E"/>
    <ds:schemaRef ds:uri="http://schemas.microsoft.com/office/2006/documentManagement/types"/>
    <ds:schemaRef ds:uri="be0067ac-558b-40e7-9138-0b9aee47b278"/>
    <ds:schemaRef ds:uri="http://www.w3.org/XML/1998/namespace"/>
    <ds:schemaRef ds:uri="f04b59c5-9cbf-40fa-8244-689da476070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5031</TotalTime>
  <Words>68</Words>
  <Application>Microsoft Office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Thanh, Dang Que</dc:creator>
  <cp:lastModifiedBy>Cư, Lê Hoành</cp:lastModifiedBy>
  <cp:revision>352</cp:revision>
  <cp:lastPrinted>2023-05-09T04:38:55Z</cp:lastPrinted>
  <dcterms:created xsi:type="dcterms:W3CDTF">2018-11-09T03:05:11Z</dcterms:created>
  <dcterms:modified xsi:type="dcterms:W3CDTF">2026-05-18T14:30:45Z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0x0101008A08A5461D5136488EFED6F0716767A1</vt:lpwstr>
  </property>
  <property fmtid="{D5CDD505-2E9C-101B-9397-08002B2CF9AE}" pid="3" name="MediaServiceImageTags">
    <vt:lpwstr/>
  </property>
</Properties>
</file>