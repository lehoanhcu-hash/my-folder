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89" r:id="rId2"/>
    <p:sldId id="94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-339633" y="637240"/>
            <a:ext cx="12531633" cy="5986111"/>
            <a:chOff x="-254725" y="477930"/>
            <a:chExt cx="9398725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-254725" y="676379"/>
              <a:ext cx="9143999" cy="530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SỔ TAY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POWER </a:t>
              </a:r>
              <a:r>
                <a:rPr lang="vi-VN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BI</a:t>
              </a:r>
              <a:endParaRPr lang="en-US" sz="4000" b="1" dirty="0">
                <a:solidFill>
                  <a:srgbClr val="119303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24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6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Ngày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: 23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6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" y="149420"/>
            <a:ext cx="155840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Hệ thống đào tạo nội bộ DUYTAN GROUP and 1 more page - Work - Microsoft​ Edge 2026-06-23 11-22-51">
            <a:hlinkClick r:id="" action="ppaction://media"/>
            <a:extLst>
              <a:ext uri="{FF2B5EF4-FFF2-40B4-BE49-F238E27FC236}">
                <a16:creationId xmlns:a16="http://schemas.microsoft.com/office/drawing/2014/main" id="{30F9915E-F2A7-E406-E8FD-07269C17D5F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28600"/>
            <a:ext cx="18290553" cy="96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19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</Words>
  <Application>Microsoft Office PowerPoint</Application>
  <PresentationFormat>Widescreen</PresentationFormat>
  <Paragraphs>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9</cp:revision>
  <dcterms:created xsi:type="dcterms:W3CDTF">2026-06-19T08:23:39Z</dcterms:created>
  <dcterms:modified xsi:type="dcterms:W3CDTF">2026-06-23T06:02:57Z</dcterms:modified>
</cp:coreProperties>
</file>