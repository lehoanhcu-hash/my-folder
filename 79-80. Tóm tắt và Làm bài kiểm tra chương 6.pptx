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undo custSel delSld modSld">
      <pc:chgData name="Cư, Lê Hoành" userId="8040f1d9-fc08-4340-919f-e31835b09669" providerId="ADAL" clId="{E6925CE3-7288-459F-A61A-926B9B87E3D0}" dt="2026-03-28T08:48:22.210" v="127" actId="22"/>
      <pc:docMkLst>
        <pc:docMk/>
      </pc:docMkLst>
      <pc:sldChg chg="modSp mod">
        <pc:chgData name="Cư, Lê Hoành" userId="8040f1d9-fc08-4340-919f-e31835b09669" providerId="ADAL" clId="{E6925CE3-7288-459F-A61A-926B9B87E3D0}" dt="2026-03-28T07:46:44.417" v="72" actId="20577"/>
        <pc:sldMkLst>
          <pc:docMk/>
          <pc:sldMk cId="201683932" sldId="256"/>
        </pc:sldMkLst>
        <pc:spChg chg="mod">
          <ac:chgData name="Cư, Lê Hoành" userId="8040f1d9-fc08-4340-919f-e31835b09669" providerId="ADAL" clId="{E6925CE3-7288-459F-A61A-926B9B87E3D0}" dt="2026-03-28T07:46:44.417" v="72" actId="20577"/>
          <ac:spMkLst>
            <pc:docMk/>
            <pc:sldMk cId="201683932" sldId="256"/>
            <ac:spMk id="2" creationId="{83D80E80-6CB6-4586-DC8D-7E25182E2038}"/>
          </ac:spMkLst>
        </pc:spChg>
      </pc:sldChg>
      <pc:sldChg chg="addSp delSp modSp mod">
        <pc:chgData name="Cư, Lê Hoành" userId="8040f1d9-fc08-4340-919f-e31835b09669" providerId="ADAL" clId="{E6925CE3-7288-459F-A61A-926B9B87E3D0}" dt="2026-03-28T08:34:30.519" v="118" actId="14100"/>
        <pc:sldMkLst>
          <pc:docMk/>
          <pc:sldMk cId="318516159" sldId="257"/>
        </pc:sldMkLst>
        <pc:picChg chg="add del mod">
          <ac:chgData name="Cư, Lê Hoành" userId="8040f1d9-fc08-4340-919f-e31835b09669" providerId="ADAL" clId="{E6925CE3-7288-459F-A61A-926B9B87E3D0}" dt="2026-03-28T07:46:48.544" v="73" actId="478"/>
          <ac:picMkLst>
            <pc:docMk/>
            <pc:sldMk cId="318516159" sldId="257"/>
            <ac:picMk id="5" creationId="{BD7B2108-66BD-6133-F0DC-245EF395C281}"/>
          </ac:picMkLst>
        </pc:picChg>
        <pc:picChg chg="add mod">
          <ac:chgData name="Cư, Lê Hoành" userId="8040f1d9-fc08-4340-919f-e31835b09669" providerId="ADAL" clId="{E6925CE3-7288-459F-A61A-926B9B87E3D0}" dt="2026-03-28T08:34:30.519" v="118" actId="14100"/>
          <ac:picMkLst>
            <pc:docMk/>
            <pc:sldMk cId="318516159" sldId="257"/>
            <ac:picMk id="6" creationId="{EA0254B7-EEC9-C7D7-D3A8-6B98BF278CE1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5.827" v="117" actId="14100"/>
        <pc:sldMkLst>
          <pc:docMk/>
          <pc:sldMk cId="456285892" sldId="258"/>
        </pc:sldMkLst>
        <pc:picChg chg="add del mod">
          <ac:chgData name="Cư, Lê Hoành" userId="8040f1d9-fc08-4340-919f-e31835b09669" providerId="ADAL" clId="{E6925CE3-7288-459F-A61A-926B9B87E3D0}" dt="2026-03-28T07:46:51.327" v="74" actId="478"/>
          <ac:picMkLst>
            <pc:docMk/>
            <pc:sldMk cId="456285892" sldId="258"/>
            <ac:picMk id="5" creationId="{0D5CF5DD-66B2-019E-18C6-3F25E70AF358}"/>
          </ac:picMkLst>
        </pc:picChg>
        <pc:picChg chg="add mod">
          <ac:chgData name="Cư, Lê Hoành" userId="8040f1d9-fc08-4340-919f-e31835b09669" providerId="ADAL" clId="{E6925CE3-7288-459F-A61A-926B9B87E3D0}" dt="2026-03-28T08:34:25.827" v="117" actId="14100"/>
          <ac:picMkLst>
            <pc:docMk/>
            <pc:sldMk cId="456285892" sldId="258"/>
            <ac:picMk id="6" creationId="{EAA8E84F-295A-B82E-DFB3-B16E07151CA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0.897" v="116" actId="14100"/>
        <pc:sldMkLst>
          <pc:docMk/>
          <pc:sldMk cId="1836343227" sldId="259"/>
        </pc:sldMkLst>
        <pc:spChg chg="mod">
          <ac:chgData name="Cư, Lê Hoành" userId="8040f1d9-fc08-4340-919f-e31835b09669" providerId="ADAL" clId="{E6925CE3-7288-459F-A61A-926B9B87E3D0}" dt="2026-03-27T16:33:27.527" v="31" actId="1076"/>
          <ac:spMkLst>
            <pc:docMk/>
            <pc:sldMk cId="1836343227" sldId="259"/>
            <ac:spMk id="2" creationId="{140307E3-8A78-DB63-3E2A-D44E30C22FA8}"/>
          </ac:spMkLst>
        </pc:spChg>
        <pc:picChg chg="add del mod">
          <ac:chgData name="Cư, Lê Hoành" userId="8040f1d9-fc08-4340-919f-e31835b09669" providerId="ADAL" clId="{E6925CE3-7288-459F-A61A-926B9B87E3D0}" dt="2026-03-28T07:46:54.067" v="75" actId="478"/>
          <ac:picMkLst>
            <pc:docMk/>
            <pc:sldMk cId="1836343227" sldId="259"/>
            <ac:picMk id="5" creationId="{9C3BD7EC-D169-081E-CC00-69D356E65FA8}"/>
          </ac:picMkLst>
        </pc:picChg>
        <pc:picChg chg="add mod">
          <ac:chgData name="Cư, Lê Hoành" userId="8040f1d9-fc08-4340-919f-e31835b09669" providerId="ADAL" clId="{E6925CE3-7288-459F-A61A-926B9B87E3D0}" dt="2026-03-28T08:34:20.897" v="116" actId="14100"/>
          <ac:picMkLst>
            <pc:docMk/>
            <pc:sldMk cId="1836343227" sldId="259"/>
            <ac:picMk id="6" creationId="{55FD6E88-AFDE-AB2C-4716-2EA045E6041F}"/>
          </ac:picMkLst>
        </pc:picChg>
      </pc:sldChg>
      <pc:sldChg chg="addSp modSp del mod">
        <pc:chgData name="Cư, Lê Hoành" userId="8040f1d9-fc08-4340-919f-e31835b09669" providerId="ADAL" clId="{E6925CE3-7288-459F-A61A-926B9B87E3D0}" dt="2026-03-28T07:46:58.837" v="76" actId="47"/>
        <pc:sldMkLst>
          <pc:docMk/>
          <pc:sldMk cId="4127198336" sldId="260"/>
        </pc:sldMkLst>
        <pc:picChg chg="add mod">
          <ac:chgData name="Cư, Lê Hoành" userId="8040f1d9-fc08-4340-919f-e31835b09669" providerId="ADAL" clId="{E6925CE3-7288-459F-A61A-926B9B87E3D0}" dt="2026-03-27T16:33:46.431" v="35" actId="14100"/>
          <ac:picMkLst>
            <pc:docMk/>
            <pc:sldMk cId="4127198336" sldId="260"/>
            <ac:picMk id="5" creationId="{97CF1BC5-731A-6F66-B7D5-EBE9B4F0486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14.377" v="115" actId="14100"/>
        <pc:sldMkLst>
          <pc:docMk/>
          <pc:sldMk cId="1276565229" sldId="261"/>
        </pc:sldMkLst>
        <pc:picChg chg="add del mod">
          <ac:chgData name="Cư, Lê Hoành" userId="8040f1d9-fc08-4340-919f-e31835b09669" providerId="ADAL" clId="{E6925CE3-7288-459F-A61A-926B9B87E3D0}" dt="2026-03-28T07:47:01.722" v="77" actId="478"/>
          <ac:picMkLst>
            <pc:docMk/>
            <pc:sldMk cId="1276565229" sldId="261"/>
            <ac:picMk id="5" creationId="{F4F8AB0B-1E79-16AA-9727-8C89B196790C}"/>
          </ac:picMkLst>
        </pc:picChg>
        <pc:picChg chg="add mod">
          <ac:chgData name="Cư, Lê Hoành" userId="8040f1d9-fc08-4340-919f-e31835b09669" providerId="ADAL" clId="{E6925CE3-7288-459F-A61A-926B9B87E3D0}" dt="2026-03-28T08:34:14.377" v="115" actId="14100"/>
          <ac:picMkLst>
            <pc:docMk/>
            <pc:sldMk cId="1276565229" sldId="261"/>
            <ac:picMk id="6" creationId="{FB2C4E7F-3999-96AE-37AA-9B051944ED7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9.340" v="114" actId="14100"/>
        <pc:sldMkLst>
          <pc:docMk/>
          <pc:sldMk cId="1517593227" sldId="262"/>
        </pc:sldMkLst>
        <pc:picChg chg="add del mod">
          <ac:chgData name="Cư, Lê Hoành" userId="8040f1d9-fc08-4340-919f-e31835b09669" providerId="ADAL" clId="{E6925CE3-7288-459F-A61A-926B9B87E3D0}" dt="2026-03-28T08:19:18.353" v="80" actId="478"/>
          <ac:picMkLst>
            <pc:docMk/>
            <pc:sldMk cId="1517593227" sldId="262"/>
            <ac:picMk id="5" creationId="{D65CD62E-F070-2C0A-C1A8-994BDEA672E1}"/>
          </ac:picMkLst>
        </pc:picChg>
        <pc:picChg chg="add mod">
          <ac:chgData name="Cư, Lê Hoành" userId="8040f1d9-fc08-4340-919f-e31835b09669" providerId="ADAL" clId="{E6925CE3-7288-459F-A61A-926B9B87E3D0}" dt="2026-03-28T08:34:09.340" v="114" actId="14100"/>
          <ac:picMkLst>
            <pc:docMk/>
            <pc:sldMk cId="1517593227" sldId="262"/>
            <ac:picMk id="6" creationId="{0A051131-A631-1E64-A15A-07E1EC478BF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2.956" v="112" actId="14100"/>
        <pc:sldMkLst>
          <pc:docMk/>
          <pc:sldMk cId="1417605080" sldId="263"/>
        </pc:sldMkLst>
        <pc:picChg chg="add del mod">
          <ac:chgData name="Cư, Lê Hoành" userId="8040f1d9-fc08-4340-919f-e31835b09669" providerId="ADAL" clId="{E6925CE3-7288-459F-A61A-926B9B87E3D0}" dt="2026-03-28T08:19:22.631" v="81" actId="478"/>
          <ac:picMkLst>
            <pc:docMk/>
            <pc:sldMk cId="1417605080" sldId="263"/>
            <ac:picMk id="5" creationId="{3EABD084-6566-0519-2355-94D9C38EF0D2}"/>
          </ac:picMkLst>
        </pc:picChg>
        <pc:picChg chg="add mod">
          <ac:chgData name="Cư, Lê Hoành" userId="8040f1d9-fc08-4340-919f-e31835b09669" providerId="ADAL" clId="{E6925CE3-7288-459F-A61A-926B9B87E3D0}" dt="2026-03-28T08:34:02.956" v="112" actId="14100"/>
          <ac:picMkLst>
            <pc:docMk/>
            <pc:sldMk cId="1417605080" sldId="263"/>
            <ac:picMk id="6" creationId="{4FDB2FBD-9CFD-00F8-61FD-2F4DDEB30912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14.883" v="108" actId="14100"/>
        <pc:sldMkLst>
          <pc:docMk/>
          <pc:sldMk cId="1675971799" sldId="264"/>
        </pc:sldMkLst>
        <pc:picChg chg="add del mod">
          <ac:chgData name="Cư, Lê Hoành" userId="8040f1d9-fc08-4340-919f-e31835b09669" providerId="ADAL" clId="{E6925CE3-7288-459F-A61A-926B9B87E3D0}" dt="2026-03-28T08:19:25.505" v="82" actId="478"/>
          <ac:picMkLst>
            <pc:docMk/>
            <pc:sldMk cId="1675971799" sldId="264"/>
            <ac:picMk id="5" creationId="{0BD2BEA1-2F88-B99E-DCB6-0DFDB4CFCFEF}"/>
          </ac:picMkLst>
        </pc:picChg>
        <pc:picChg chg="add mod">
          <ac:chgData name="Cư, Lê Hoành" userId="8040f1d9-fc08-4340-919f-e31835b09669" providerId="ADAL" clId="{E6925CE3-7288-459F-A61A-926B9B87E3D0}" dt="2026-03-28T08:33:14.883" v="108" actId="14100"/>
          <ac:picMkLst>
            <pc:docMk/>
            <pc:sldMk cId="1675971799" sldId="264"/>
            <ac:picMk id="6" creationId="{0B5DD9F2-271F-33CF-07AC-CB9772FA65F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54.637" v="111" actId="14100"/>
        <pc:sldMkLst>
          <pc:docMk/>
          <pc:sldMk cId="1765955035" sldId="265"/>
        </pc:sldMkLst>
        <pc:picChg chg="add del mod">
          <ac:chgData name="Cư, Lê Hoành" userId="8040f1d9-fc08-4340-919f-e31835b09669" providerId="ADAL" clId="{E6925CE3-7288-459F-A61A-926B9B87E3D0}" dt="2026-03-28T08:19:28.250" v="83" actId="478"/>
          <ac:picMkLst>
            <pc:docMk/>
            <pc:sldMk cId="1765955035" sldId="265"/>
            <ac:picMk id="5" creationId="{017970E4-37C1-C3B3-3720-3B5B0011B4CD}"/>
          </ac:picMkLst>
        </pc:picChg>
        <pc:picChg chg="add mod">
          <ac:chgData name="Cư, Lê Hoành" userId="8040f1d9-fc08-4340-919f-e31835b09669" providerId="ADAL" clId="{E6925CE3-7288-459F-A61A-926B9B87E3D0}" dt="2026-03-28T08:33:54.637" v="111" actId="14100"/>
          <ac:picMkLst>
            <pc:docMk/>
            <pc:sldMk cId="1765955035" sldId="265"/>
            <ac:picMk id="6" creationId="{E6D10A79-1199-7D3C-DC42-86FEA73C9F4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19:31.161" v="84" actId="478"/>
        <pc:sldMkLst>
          <pc:docMk/>
          <pc:sldMk cId="731843277" sldId="266"/>
        </pc:sldMkLst>
        <pc:picChg chg="add del mod">
          <ac:chgData name="Cư, Lê Hoành" userId="8040f1d9-fc08-4340-919f-e31835b09669" providerId="ADAL" clId="{E6925CE3-7288-459F-A61A-926B9B87E3D0}" dt="2026-03-28T08:19:31.161" v="84" actId="478"/>
          <ac:picMkLst>
            <pc:docMk/>
            <pc:sldMk cId="731843277" sldId="266"/>
            <ac:picMk id="5" creationId="{70F05C98-F9C2-C168-911B-A060C2DECCBE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4:55.505" v="119" actId="22"/>
        <pc:sldMkLst>
          <pc:docMk/>
          <pc:sldMk cId="2793571153" sldId="267"/>
        </pc:sldMkLst>
        <pc:picChg chg="add del mod">
          <ac:chgData name="Cư, Lê Hoành" userId="8040f1d9-fc08-4340-919f-e31835b09669" providerId="ADAL" clId="{E6925CE3-7288-459F-A61A-926B9B87E3D0}" dt="2026-03-28T08:19:33.312" v="85" actId="478"/>
          <ac:picMkLst>
            <pc:docMk/>
            <pc:sldMk cId="2793571153" sldId="267"/>
            <ac:picMk id="5" creationId="{BF4C8800-1D55-B589-B155-3E4A842BF4FC}"/>
          </ac:picMkLst>
        </pc:picChg>
        <pc:picChg chg="add">
          <ac:chgData name="Cư, Lê Hoành" userId="8040f1d9-fc08-4340-919f-e31835b09669" providerId="ADAL" clId="{E6925CE3-7288-459F-A61A-926B9B87E3D0}" dt="2026-03-28T08:44:55.505" v="119" actId="22"/>
          <ac:picMkLst>
            <pc:docMk/>
            <pc:sldMk cId="2793571153" sldId="267"/>
            <ac:picMk id="6" creationId="{97DE7C14-2BC0-AAAD-75B1-5F79461B72DC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26.455" v="120" actId="22"/>
        <pc:sldMkLst>
          <pc:docMk/>
          <pc:sldMk cId="1961751893" sldId="268"/>
        </pc:sldMkLst>
        <pc:picChg chg="add del mod">
          <ac:chgData name="Cư, Lê Hoành" userId="8040f1d9-fc08-4340-919f-e31835b09669" providerId="ADAL" clId="{E6925CE3-7288-459F-A61A-926B9B87E3D0}" dt="2026-03-28T08:19:35.713" v="86" actId="478"/>
          <ac:picMkLst>
            <pc:docMk/>
            <pc:sldMk cId="1961751893" sldId="268"/>
            <ac:picMk id="5" creationId="{9D340A5E-4100-DDAF-349E-D09AA43A8910}"/>
          </ac:picMkLst>
        </pc:picChg>
        <pc:picChg chg="add">
          <ac:chgData name="Cư, Lê Hoành" userId="8040f1d9-fc08-4340-919f-e31835b09669" providerId="ADAL" clId="{E6925CE3-7288-459F-A61A-926B9B87E3D0}" dt="2026-03-28T08:45:26.455" v="120" actId="22"/>
          <ac:picMkLst>
            <pc:docMk/>
            <pc:sldMk cId="1961751893" sldId="268"/>
            <ac:picMk id="6" creationId="{B97EA168-2D27-E0F8-B989-06D2CB340190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45.954" v="121" actId="22"/>
        <pc:sldMkLst>
          <pc:docMk/>
          <pc:sldMk cId="2363755731" sldId="269"/>
        </pc:sldMkLst>
        <pc:picChg chg="add del mod">
          <ac:chgData name="Cư, Lê Hoành" userId="8040f1d9-fc08-4340-919f-e31835b09669" providerId="ADAL" clId="{E6925CE3-7288-459F-A61A-926B9B87E3D0}" dt="2026-03-28T08:19:38.006" v="87" actId="478"/>
          <ac:picMkLst>
            <pc:docMk/>
            <pc:sldMk cId="2363755731" sldId="269"/>
            <ac:picMk id="5" creationId="{1FC72D2C-CFB0-1F1C-C95B-D6FB0C2648EF}"/>
          </ac:picMkLst>
        </pc:picChg>
        <pc:picChg chg="add">
          <ac:chgData name="Cư, Lê Hoành" userId="8040f1d9-fc08-4340-919f-e31835b09669" providerId="ADAL" clId="{E6925CE3-7288-459F-A61A-926B9B87E3D0}" dt="2026-03-28T08:45:45.954" v="121" actId="22"/>
          <ac:picMkLst>
            <pc:docMk/>
            <pc:sldMk cId="2363755731" sldId="269"/>
            <ac:picMk id="6" creationId="{4B97ECF2-22FF-C13F-4B60-1E211C0E27E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11.571" v="122" actId="22"/>
        <pc:sldMkLst>
          <pc:docMk/>
          <pc:sldMk cId="597492605" sldId="270"/>
        </pc:sldMkLst>
        <pc:picChg chg="add del mod">
          <ac:chgData name="Cư, Lê Hoành" userId="8040f1d9-fc08-4340-919f-e31835b09669" providerId="ADAL" clId="{E6925CE3-7288-459F-A61A-926B9B87E3D0}" dt="2026-03-28T08:19:40.830" v="88" actId="478"/>
          <ac:picMkLst>
            <pc:docMk/>
            <pc:sldMk cId="597492605" sldId="270"/>
            <ac:picMk id="5" creationId="{57E66915-0B17-8ADA-AF8A-558EC3126F9B}"/>
          </ac:picMkLst>
        </pc:picChg>
        <pc:picChg chg="add">
          <ac:chgData name="Cư, Lê Hoành" userId="8040f1d9-fc08-4340-919f-e31835b09669" providerId="ADAL" clId="{E6925CE3-7288-459F-A61A-926B9B87E3D0}" dt="2026-03-28T08:46:11.571" v="122" actId="22"/>
          <ac:picMkLst>
            <pc:docMk/>
            <pc:sldMk cId="597492605" sldId="270"/>
            <ac:picMk id="6" creationId="{A644852F-16EB-41FC-832C-44DDA7BD51D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31.915" v="123" actId="22"/>
        <pc:sldMkLst>
          <pc:docMk/>
          <pc:sldMk cId="3386323168" sldId="271"/>
        </pc:sldMkLst>
        <pc:picChg chg="add del mod">
          <ac:chgData name="Cư, Lê Hoành" userId="8040f1d9-fc08-4340-919f-e31835b09669" providerId="ADAL" clId="{E6925CE3-7288-459F-A61A-926B9B87E3D0}" dt="2026-03-28T08:19:44.309" v="89" actId="478"/>
          <ac:picMkLst>
            <pc:docMk/>
            <pc:sldMk cId="3386323168" sldId="271"/>
            <ac:picMk id="5" creationId="{92546F98-FCC8-8733-AB97-A42A9433B4CD}"/>
          </ac:picMkLst>
        </pc:picChg>
        <pc:picChg chg="add">
          <ac:chgData name="Cư, Lê Hoành" userId="8040f1d9-fc08-4340-919f-e31835b09669" providerId="ADAL" clId="{E6925CE3-7288-459F-A61A-926B9B87E3D0}" dt="2026-03-28T08:46:31.915" v="123" actId="22"/>
          <ac:picMkLst>
            <pc:docMk/>
            <pc:sldMk cId="3386323168" sldId="271"/>
            <ac:picMk id="6" creationId="{EB17DB16-8430-9FC2-BE44-DAFDAA23C057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7:03.316" v="124" actId="22"/>
        <pc:sldMkLst>
          <pc:docMk/>
          <pc:sldMk cId="1879770684" sldId="272"/>
        </pc:sldMkLst>
        <pc:picChg chg="add del mod">
          <ac:chgData name="Cư, Lê Hoành" userId="8040f1d9-fc08-4340-919f-e31835b09669" providerId="ADAL" clId="{E6925CE3-7288-459F-A61A-926B9B87E3D0}" dt="2026-03-28T08:19:47.958" v="90" actId="478"/>
          <ac:picMkLst>
            <pc:docMk/>
            <pc:sldMk cId="1879770684" sldId="272"/>
            <ac:picMk id="5" creationId="{2DB5E63F-DEC3-0828-59B6-D2A830975570}"/>
          </ac:picMkLst>
        </pc:picChg>
        <pc:picChg chg="add">
          <ac:chgData name="Cư, Lê Hoành" userId="8040f1d9-fc08-4340-919f-e31835b09669" providerId="ADAL" clId="{E6925CE3-7288-459F-A61A-926B9B87E3D0}" dt="2026-03-28T08:47:03.316" v="124" actId="22"/>
          <ac:picMkLst>
            <pc:docMk/>
            <pc:sldMk cId="1879770684" sldId="272"/>
            <ac:picMk id="6" creationId="{E46B1DF6-1413-17D2-3990-2004F41B6B31}"/>
          </ac:picMkLst>
        </pc:picChg>
      </pc:sldChg>
      <pc:sldChg chg="addSp mod">
        <pc:chgData name="Cư, Lê Hoành" userId="8040f1d9-fc08-4340-919f-e31835b09669" providerId="ADAL" clId="{E6925CE3-7288-459F-A61A-926B9B87E3D0}" dt="2026-03-28T08:47:41.304" v="125" actId="22"/>
        <pc:sldMkLst>
          <pc:docMk/>
          <pc:sldMk cId="1085047058" sldId="273"/>
        </pc:sldMkLst>
        <pc:picChg chg="add">
          <ac:chgData name="Cư, Lê Hoành" userId="8040f1d9-fc08-4340-919f-e31835b09669" providerId="ADAL" clId="{E6925CE3-7288-459F-A61A-926B9B87E3D0}" dt="2026-03-28T08:47:41.304" v="125" actId="22"/>
          <ac:picMkLst>
            <pc:docMk/>
            <pc:sldMk cId="1085047058" sldId="273"/>
            <ac:picMk id="5" creationId="{DED52A04-A905-C84C-E583-0531A3276CB2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05.534" v="126" actId="22"/>
        <pc:sldMkLst>
          <pc:docMk/>
          <pc:sldMk cId="3629018418" sldId="274"/>
        </pc:sldMkLst>
        <pc:picChg chg="add del">
          <ac:chgData name="Cư, Lê Hoành" userId="8040f1d9-fc08-4340-919f-e31835b09669" providerId="ADAL" clId="{E6925CE3-7288-459F-A61A-926B9B87E3D0}" dt="2026-03-28T08:19:52.181" v="91" actId="478"/>
          <ac:picMkLst>
            <pc:docMk/>
            <pc:sldMk cId="3629018418" sldId="274"/>
            <ac:picMk id="5" creationId="{E10F2AB2-FCCF-8AB6-44E3-B14A9FBC07DD}"/>
          </ac:picMkLst>
        </pc:picChg>
        <pc:picChg chg="add">
          <ac:chgData name="Cư, Lê Hoành" userId="8040f1d9-fc08-4340-919f-e31835b09669" providerId="ADAL" clId="{E6925CE3-7288-459F-A61A-926B9B87E3D0}" dt="2026-03-28T08:48:05.534" v="126" actId="22"/>
          <ac:picMkLst>
            <pc:docMk/>
            <pc:sldMk cId="3629018418" sldId="274"/>
            <ac:picMk id="6" creationId="{8E6CA740-81A8-0404-6DA7-F8EBFA335C5A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22.210" v="127" actId="22"/>
        <pc:sldMkLst>
          <pc:docMk/>
          <pc:sldMk cId="292605160" sldId="275"/>
        </pc:sldMkLst>
        <pc:picChg chg="add del">
          <ac:chgData name="Cư, Lê Hoành" userId="8040f1d9-fc08-4340-919f-e31835b09669" providerId="ADAL" clId="{E6925CE3-7288-459F-A61A-926B9B87E3D0}" dt="2026-03-28T08:19:57.364" v="92" actId="478"/>
          <ac:picMkLst>
            <pc:docMk/>
            <pc:sldMk cId="292605160" sldId="275"/>
            <ac:picMk id="5" creationId="{2D134BD2-4442-F87F-9668-6E90021A5A25}"/>
          </ac:picMkLst>
        </pc:picChg>
        <pc:picChg chg="add">
          <ac:chgData name="Cư, Lê Hoành" userId="8040f1d9-fc08-4340-919f-e31835b09669" providerId="ADAL" clId="{E6925CE3-7288-459F-A61A-926B9B87E3D0}" dt="2026-03-28T08:48:22.210" v="127" actId="22"/>
          <ac:picMkLst>
            <pc:docMk/>
            <pc:sldMk cId="292605160" sldId="275"/>
            <ac:picMk id="6" creationId="{782B841D-2105-BF78-01C2-B5EBD4736D81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19:59.676" v="93" actId="478"/>
        <pc:sldMkLst>
          <pc:docMk/>
          <pc:sldMk cId="333528702" sldId="276"/>
        </pc:sldMkLst>
        <pc:picChg chg="add del">
          <ac:chgData name="Cư, Lê Hoành" userId="8040f1d9-fc08-4340-919f-e31835b09669" providerId="ADAL" clId="{E6925CE3-7288-459F-A61A-926B9B87E3D0}" dt="2026-03-28T08:19:59.676" v="93" actId="478"/>
          <ac:picMkLst>
            <pc:docMk/>
            <pc:sldMk cId="333528702" sldId="276"/>
            <ac:picMk id="5" creationId="{176B446B-34A7-92D4-B07E-032B5296C9F5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5:41.516" v="60" actId="14100"/>
        <pc:sldMkLst>
          <pc:docMk/>
          <pc:sldMk cId="3802427862" sldId="281"/>
        </pc:sldMkLst>
        <pc:picChg chg="add mod">
          <ac:chgData name="Cư, Lê Hoành" userId="8040f1d9-fc08-4340-919f-e31835b09669" providerId="ADAL" clId="{E6925CE3-7288-459F-A61A-926B9B87E3D0}" dt="2026-03-27T17:15:41.516" v="60" actId="14100"/>
          <ac:picMkLst>
            <pc:docMk/>
            <pc:sldMk cId="3802427862" sldId="281"/>
            <ac:picMk id="5" creationId="{80D0CF1F-7807-B57B-A501-B7A2D62C59AE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6:22.346" v="63" actId="14100"/>
        <pc:sldMkLst>
          <pc:docMk/>
          <pc:sldMk cId="1689647086" sldId="282"/>
        </pc:sldMkLst>
        <pc:picChg chg="add mod">
          <ac:chgData name="Cư, Lê Hoành" userId="8040f1d9-fc08-4340-919f-e31835b09669" providerId="ADAL" clId="{E6925CE3-7288-459F-A61A-926B9B87E3D0}" dt="2026-03-27T17:16:22.346" v="63" actId="14100"/>
          <ac:picMkLst>
            <pc:docMk/>
            <pc:sldMk cId="1689647086" sldId="282"/>
            <ac:picMk id="5" creationId="{63797432-3A64-E238-6A24-CE420731D43F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01.943" v="66" actId="14100"/>
        <pc:sldMkLst>
          <pc:docMk/>
          <pc:sldMk cId="3361485729" sldId="283"/>
        </pc:sldMkLst>
        <pc:picChg chg="add mod">
          <ac:chgData name="Cư, Lê Hoành" userId="8040f1d9-fc08-4340-919f-e31835b09669" providerId="ADAL" clId="{E6925CE3-7288-459F-A61A-926B9B87E3D0}" dt="2026-03-27T17:17:01.943" v="66" actId="14100"/>
          <ac:picMkLst>
            <pc:docMk/>
            <pc:sldMk cId="3361485729" sldId="283"/>
            <ac:picMk id="5" creationId="{8338C45C-0F26-66AD-F423-573D8496C504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31.425" v="70" actId="1076"/>
        <pc:sldMkLst>
          <pc:docMk/>
          <pc:sldMk cId="2135992091" sldId="284"/>
        </pc:sldMkLst>
        <pc:picChg chg="add mod">
          <ac:chgData name="Cư, Lê Hoành" userId="8040f1d9-fc08-4340-919f-e31835b09669" providerId="ADAL" clId="{E6925CE3-7288-459F-A61A-926B9B87E3D0}" dt="2026-03-27T17:17:31.425" v="70" actId="1076"/>
          <ac:picMkLst>
            <pc:docMk/>
            <pc:sldMk cId="2135992091" sldId="284"/>
            <ac:picMk id="5" creationId="{DE3F3826-2EE5-A094-1534-E2C3ED636A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2919F-7530-4442-9087-C7F3CD04BE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193A7-FB65-4A69-9C2C-0CF189299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91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3A7-FB65-4A69-9C2C-0CF189299F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1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0D60-557E-C3FB-ADBB-98E1C2340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63384-1EA1-B56F-7271-271EDA681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584B3-85D9-F49C-CDA4-9034CF7C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CC9E5-2887-6285-B5B7-C0BEE449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07B0-D2AC-CAE9-025C-E608CA0B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2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7D3E-2BC0-406E-7C23-5050E2DA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3D98-9C19-F623-3E8F-BD6863D71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56E0-62A4-AF22-279D-99D14EAF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0AC6-8738-CC59-CCB1-9FF6DD22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CF74-ADA7-41FD-6932-B6A0D793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71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08B5-F05D-9F23-B08B-2A86B7C0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B6DEF-DF7A-7BDD-4684-71929BC6E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FF84F-5838-4344-663E-B170D57E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ED36-6F81-42EF-A829-CC7D3B9D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44C0C-7462-FF63-CDB5-9B74D7B6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4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B2FB-75E4-CEB8-F044-CBD3B116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F30D-7B51-5477-3DB8-BF47B22C0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57D3A-3C81-746C-8726-51B34B690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B6D04-8EDA-8637-F5A7-A210BD23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890E4-D698-9FC4-1D19-06EDD125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AD834-9F4F-3E72-961F-80681034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4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807E-9CFE-EE30-5E1B-5E574AC65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DCCCC-AE08-D9D3-32B4-008D3FA6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A70CE-D60C-1B36-76B3-2446C448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60E64-A0AB-4653-B9C1-19C96FAC7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324B9-A071-319D-575F-2408F92F3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B0864-CF9A-AC2C-EF12-5F2D03CF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4C8BB-B6CB-778D-B541-14EA0BE3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92109-0955-FC25-A09F-05D6851C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1A17-BED7-7701-6B2B-F7A554274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85764-758E-17FB-0648-5D0B0E5B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4F270-C541-36CC-2085-F3B06C5C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1F22B-D15D-5C9E-A0C2-C3125416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D6AB7-0ECC-295E-49CF-900C222C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7AA2A-F91B-DDED-4B9E-437D21FD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F3D1F-B009-7B8E-33E9-B7FFB8EE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8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D371-939C-7295-2BFB-856883BB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F32E-D3EB-051E-E247-56E14D651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2B519-779E-3912-2F2E-FB2073091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9401-E87D-CED6-54FF-C9C89B9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2D515-B0A7-4F63-2FF9-5BBF3C8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B8A6C-8270-55DD-2A46-C9974953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1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29A9-F500-D503-9EC6-18A36ABC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3B098-423E-7DE0-ECAA-CF046332D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708FA-ECD5-25B7-A6B3-B6B2CB508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87997-4BBC-1D74-2260-BB91D4AE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63FE2-88A3-B43B-0A99-0F259A7C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2C35D-9625-A57E-0F37-A4E5C4EE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D8C3-3F78-D9AD-1887-6843D4F2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D4DF3-45F4-E51D-BC99-79FC32A2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73E8-5319-BCB8-E71E-28840584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FB0F9-FACF-CAFE-AC31-A2835A91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939C-48DE-4A54-E540-7C67BC77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1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0C4C5-7B11-229A-2F39-D2EEEFE7B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A66A5-5988-055A-5BC6-4B9A8B092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4A90-49F0-DF35-7033-E216E2A9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FCE2D-9D13-F763-52DF-A0E1B199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107C-6813-3F9C-4055-F3AEE92B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4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B3010-F8A7-3557-FD36-5FBF9AC7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ED49-F1BA-F677-D5D2-1B1821D42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54F4E-E92C-4301-CB03-1F8A7487E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7E193-072B-4CC5-BB98-7FF6B11C22D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D3609-9E02-5582-0C80-66A2FF3F9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50820-C0C0-5652-D1F7-17DCC3712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0E80-6CB6-4586-DC8D-7E25182E2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Làm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90581-F8BA-C5B8-8F6B-BF21EEA3A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D6FB0-C91C-F708-2364-CADC8F15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477-4AB7-F693-CBD8-25063332D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129A1-A8E2-7864-C077-06E7DFFAB0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FF2249-0128-1B60-5BCE-7B60DE06A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422" y="2082731"/>
            <a:ext cx="6909155" cy="269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8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743F-DB2A-7F52-F1E8-0CC9EB7FE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99084-F861-8810-B77B-33CEECBCB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6F15F6-A980-9830-B768-6DB9E1E05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0" y="1155583"/>
            <a:ext cx="6788499" cy="454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71AD-DCED-9FBD-A43C-C63BB048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07E3-8A78-DB63-3E2A-D44E30C22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752248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2B06A-110C-A757-7D18-FE18014AD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4D6F76-705C-E930-597E-00213CABA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779" y="1466749"/>
            <a:ext cx="6642441" cy="39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4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EDCC-1A7A-54CD-7809-5A5A0F4C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1B65-9A69-E4BB-78AA-2F0CA321E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4EA7E-8859-84D3-FE3C-988EA9660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AE8C16-746E-A653-42D5-89E7E6747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677" y="1266714"/>
            <a:ext cx="6718645" cy="432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6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1EB3-A3BF-B88B-5932-3352E861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6CF6-0DE9-67F1-1BB5-A2A50FD92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56CA6-B10E-42EF-8F64-C4C89C4A1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D9A988-0FBA-5E59-6053-061594522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57" y="1142882"/>
            <a:ext cx="6509085" cy="457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9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CC7B-2A5C-B4B3-7933-63A8AF29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F1BC-5049-FFAA-25A6-38BB3C19B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B7FA5-6EEA-8F1E-7FA1-03ECED96F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1D77A4-6158-BF57-E340-13A7A9471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269" y="1936673"/>
            <a:ext cx="7023461" cy="298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05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4FBD-CF3C-842F-DFF4-1E51411B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47B1-A4A8-38FB-30D3-1C4A237DB6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F49A0-AA21-BA3E-6E49-789FE18BE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33DB4F-FF85-C196-1BC7-624E17B8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597" y="1238137"/>
            <a:ext cx="6902805" cy="43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71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D20C-3A41-3FCA-1C9D-734FAE6D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98B5-0442-1FFA-61C9-DC045886E6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4C6B5-41EA-6B6F-CB44-088E1A981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15FD4A-0027-EAEE-1A90-56F551620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400" y="1174634"/>
            <a:ext cx="6801200" cy="450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5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E500-B851-DF26-0364-66A64EDC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3C2E-FAE0-A109-7171-B9A5A4A3E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59303-1EC3-FD63-5C7F-51F39A6BF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D3C5F5-1C51-325D-9D40-3CC17FF8D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575" y="1981125"/>
            <a:ext cx="6794849" cy="289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43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0C5A-0D83-1DBD-99D4-1C285A7C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E34D-91D4-04DA-637A-D151EF12E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0BB1B-AFD8-E346-0631-CD09472B6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D15D35-13EE-C868-113E-E99F78294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54" y="1180984"/>
            <a:ext cx="6636091" cy="44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7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BC12-497B-0718-FCCE-F4F02520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A9C1-32DF-1296-3E6E-CBFCDEE19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0EB4A-39F5-359B-8628-0991F78AC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9E95B7-5F56-9ACD-1582-FD6194A55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999" y="1133357"/>
            <a:ext cx="6852002" cy="459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5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E3EB-8AEE-41ED-0330-B24668CA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ADB4-7231-B8D1-D217-7E2ADB0B6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B4271-7A6B-7D78-DAD3-221AC8B7F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E9BBB8-ACF0-2949-B4B8-3A0C4A9C4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903" y="1247663"/>
            <a:ext cx="6674193" cy="436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55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7A61-BDBB-B366-F825-B6B20F7E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6552-729F-6174-5257-B9C6A0138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3F5E0-88C2-6031-89C9-258932FCB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666F9-5578-6F5A-E166-696D33D6D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874" y="1981125"/>
            <a:ext cx="6820251" cy="289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92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980D-791E-5494-6AF2-7A233871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FE1D-FA6B-F8CF-ADD0-3D5F4641F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BFBF-6A3D-A191-74F7-C46A6BF7C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76A5A8-9259-3882-D799-125A741D8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817" y="1168284"/>
            <a:ext cx="7112366" cy="45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23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F4D9-2955-EA9C-E494-A736F25E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A022-7665-607F-8DF2-FE9A45AB0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16E23-FCB6-1E16-43AE-9C830F1C1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16230-E1A8-3B09-5EE3-52ECF5E55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48" y="1914447"/>
            <a:ext cx="6890104" cy="30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70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CB34-6C97-87EE-F6EA-B638A8E0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CFE7-6B74-C309-ED85-141BEC927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019B8-2E72-1D34-6C14-A6F71BEC42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460D1C-4972-1720-8FD3-28B8E4B0B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999" y="1997001"/>
            <a:ext cx="6852002" cy="28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47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2E1B-B7EB-51B7-8FF9-245DB91A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0A23-8990-4615-F94F-0EE5A4752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6915C-586A-3E11-8C76-33636279D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18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2596-2235-DD12-EDD8-48116486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B173-F44E-BF8C-F0B8-7921DAB8C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E364F-9238-44B7-F464-A0A6A66E0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5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6636-6549-B07A-B0DA-A2BFEE24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2947-F22A-B78F-9CC7-0F315DF5D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CA23-8914-17E9-91DD-497ED0390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8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B154-3DBD-C590-79E1-076B725D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443F-0D08-E90B-6648-246BFD12D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79C11-460C-FF36-F5B5-95D4E9A5F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26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A832-F7C0-113E-3AB1-F0D8A099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1972-9D45-B104-2078-89DB3A7D1C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D641B-303D-6149-4256-49CF45E9E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3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C3AB-28FD-7780-BF17-839BBB725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850D-01CA-789B-F75A-74B0166BF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9529-D60F-87AB-1037-4D248D11C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63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C8A3-ED46-6DD4-890B-583B8A5E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523C-704C-DA3E-2D73-3B288F29B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86ABB-0864-C293-B791-BECB5A3AE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19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127C-2DD4-28E1-ECB7-5448F85C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4864-0201-B650-DEAA-B02A341B0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C899F-4B85-37D4-211F-3C9BA7605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0CF1F-7807-B57B-A501-B7A2D62C5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3" y="89109"/>
            <a:ext cx="9805888" cy="667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27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D583-1713-DD00-A568-C7AF9DBBF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5490-5F26-1B14-B394-A1CA1B83F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719EA-C85B-CE1A-3675-0AC0C0ED2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97432-3A64-E238-6A24-CE420731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369527"/>
            <a:ext cx="11059886" cy="610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47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85AC-A0F8-CA89-85C7-AFFF5A7D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1693-5A5F-C237-21F9-BED23FDF9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A441C-F52B-8ED4-4BBD-83EB7D995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8C45C-0F26-66AD-F423-573D8496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31349"/>
            <a:ext cx="10395857" cy="666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85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6509-FB5E-6F8D-A958-CF1C89D1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79A7-D8EA-A59D-4DF0-5C8C331DC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ADD09-1CBD-B792-E633-5E90DC0B2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F3826-2EE5-A094-1534-E2C3ED63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" y="750434"/>
            <a:ext cx="12192231" cy="55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92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A9F2-D7D4-05FE-427D-6A95996B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EBEB-7DA1-AA0E-D9D2-C15BB9FF7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D6C10-E807-317E-FE4E-FFBCACB14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51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4C3F-19E5-8890-BB8A-CC4F103F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9EB3-8E87-9FFC-65C4-57D15F10A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D0420-68AE-EB58-5A87-2BBC5A85F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7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7</Words>
  <Application>Microsoft Office PowerPoint</Application>
  <PresentationFormat>Widescreen</PresentationFormat>
  <Paragraphs>2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Làm bài kiểm tra chương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13</cp:revision>
  <dcterms:created xsi:type="dcterms:W3CDTF">2026-03-27T16:20:12Z</dcterms:created>
  <dcterms:modified xsi:type="dcterms:W3CDTF">2026-04-02T15:44:57Z</dcterms:modified>
</cp:coreProperties>
</file>