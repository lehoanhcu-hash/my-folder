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0"/>
  </p:notesMasterIdLst>
  <p:sldIdLst>
    <p:sldId id="304" r:id="rId5"/>
    <p:sldId id="377" r:id="rId6"/>
    <p:sldId id="315" r:id="rId7"/>
    <p:sldId id="381" r:id="rId8"/>
    <p:sldId id="344" r:id="rId9"/>
    <p:sldId id="325" r:id="rId10"/>
    <p:sldId id="312" r:id="rId11"/>
    <p:sldId id="380" r:id="rId12"/>
    <p:sldId id="323" r:id="rId13"/>
    <p:sldId id="382" r:id="rId14"/>
    <p:sldId id="303" r:id="rId15"/>
    <p:sldId id="310" r:id="rId16"/>
    <p:sldId id="350" r:id="rId17"/>
    <p:sldId id="339" r:id="rId18"/>
    <p:sldId id="341" r:id="rId19"/>
  </p:sldIdLst>
  <p:sldSz cx="9144000" cy="5143500" type="screen16x9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66068FD-31DF-4505-96EA-B953B35EC922}">
          <p14:sldIdLst>
            <p14:sldId id="304"/>
            <p14:sldId id="377"/>
            <p14:sldId id="315"/>
            <p14:sldId id="381"/>
            <p14:sldId id="344"/>
            <p14:sldId id="325"/>
            <p14:sldId id="312"/>
            <p14:sldId id="380"/>
            <p14:sldId id="323"/>
            <p14:sldId id="382"/>
            <p14:sldId id="303"/>
            <p14:sldId id="310"/>
            <p14:sldId id="350"/>
            <p14:sldId id="339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E9AD"/>
    <a:srgbClr val="119303"/>
    <a:srgbClr val="67F753"/>
    <a:srgbClr val="F5F5F5"/>
    <a:srgbClr val="E78BCB"/>
    <a:srgbClr val="424340"/>
    <a:srgbClr val="E2E7EE"/>
    <a:srgbClr val="0000FF"/>
    <a:srgbClr val="29A8FF"/>
    <a:srgbClr val="8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582E6-3DD2-4CC4-8143-5ADE5216C272}" v="11" dt="2026-04-12T04:12:51.379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73" autoAdjust="0"/>
    <p:restoredTop sz="96247" autoAdjust="0"/>
  </p:normalViewPr>
  <p:slideViewPr>
    <p:cSldViewPr snapToGrid="0">
      <p:cViewPr varScale="1">
        <p:scale>
          <a:sx n="176" d="100"/>
          <a:sy n="176" d="100"/>
        </p:scale>
        <p:origin x="259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custSel addSld delSld modSld modSection">
      <pc:chgData name="Danh, Hoàng Duy" userId="3a448fcf-317f-4972-a161-06742a14d4c7" providerId="ADAL" clId="{CE1C8B88-0719-4E4A-B0E4-7DC533AE261F}" dt="2026-04-12T04:15:32.456" v="2222" actId="1076"/>
      <pc:docMkLst>
        <pc:docMk/>
      </pc:docMkLst>
      <pc:sldChg chg="modSp del mod">
        <pc:chgData name="Danh, Hoàng Duy" userId="3a448fcf-317f-4972-a161-06742a14d4c7" providerId="ADAL" clId="{CE1C8B88-0719-4E4A-B0E4-7DC533AE261F}" dt="2026-04-12T02:53:39.404" v="2123" actId="47"/>
        <pc:sldMkLst>
          <pc:docMk/>
          <pc:sldMk cId="3039711019" sldId="297"/>
        </pc:sldMkLst>
        <pc:spChg chg="mod">
          <ac:chgData name="Danh, Hoàng Duy" userId="3a448fcf-317f-4972-a161-06742a14d4c7" providerId="ADAL" clId="{CE1C8B88-0719-4E4A-B0E4-7DC533AE261F}" dt="2026-04-12T02:52:52.994" v="2122" actId="1076"/>
          <ac:spMkLst>
            <pc:docMk/>
            <pc:sldMk cId="3039711019" sldId="297"/>
            <ac:spMk id="3" creationId="{5ABD2D8A-4E74-1476-472C-75D36E25ED83}"/>
          </ac:spMkLst>
        </pc:spChg>
      </pc:sldChg>
      <pc:sldChg chg="addSp delSp modSp add del mod">
        <pc:chgData name="Danh, Hoàng Duy" userId="3a448fcf-317f-4972-a161-06742a14d4c7" providerId="ADAL" clId="{CE1C8B88-0719-4E4A-B0E4-7DC533AE261F}" dt="2026-04-12T03:33:21.522" v="2135" actId="47"/>
        <pc:sldMkLst>
          <pc:docMk/>
          <pc:sldMk cId="1484793906" sldId="312"/>
        </pc:sldMkLst>
        <pc:spChg chg="del mod">
          <ac:chgData name="Danh, Hoàng Duy" userId="3a448fcf-317f-4972-a161-06742a14d4c7" providerId="ADAL" clId="{CE1C8B88-0719-4E4A-B0E4-7DC533AE261F}" dt="2026-04-12T02:10:39.772" v="2120" actId="478"/>
          <ac:spMkLst>
            <pc:docMk/>
            <pc:sldMk cId="1484793906" sldId="312"/>
            <ac:spMk id="4" creationId="{F415C1B2-5EA2-400E-84C9-A89809B4D998}"/>
          </ac:spMkLst>
        </pc:spChg>
        <pc:picChg chg="add del">
          <ac:chgData name="Danh, Hoàng Duy" userId="3a448fcf-317f-4972-a161-06742a14d4c7" providerId="ADAL" clId="{CE1C8B88-0719-4E4A-B0E4-7DC533AE261F}" dt="2026-04-12T03:27:28.295" v="2124" actId="478"/>
          <ac:picMkLst>
            <pc:docMk/>
            <pc:sldMk cId="1484793906" sldId="312"/>
            <ac:picMk id="6" creationId="{77C2FFB5-F23A-EC2F-96C8-F574878C0A11}"/>
          </ac:picMkLst>
        </pc:picChg>
        <pc:picChg chg="add mod">
          <ac:chgData name="Danh, Hoàng Duy" userId="3a448fcf-317f-4972-a161-06742a14d4c7" providerId="ADAL" clId="{CE1C8B88-0719-4E4A-B0E4-7DC533AE261F}" dt="2026-04-12T03:27:34.004" v="2133" actId="1035"/>
          <ac:picMkLst>
            <pc:docMk/>
            <pc:sldMk cId="1484793906" sldId="312"/>
            <ac:picMk id="8" creationId="{C19C0234-3EBE-6D2C-0FC4-7B25E88DDE8E}"/>
          </ac:picMkLst>
        </pc:picChg>
        <pc:picChg chg="del">
          <ac:chgData name="Danh, Hoàng Duy" userId="3a448fcf-317f-4972-a161-06742a14d4c7" providerId="ADAL" clId="{CE1C8B88-0719-4E4A-B0E4-7DC533AE261F}" dt="2026-04-12T02:10:35.903" v="2118" actId="478"/>
          <ac:picMkLst>
            <pc:docMk/>
            <pc:sldMk cId="1484793906" sldId="312"/>
            <ac:picMk id="10" creationId="{A7AF143D-7310-B1EB-6B78-70FE2D13588A}"/>
          </ac:picMkLst>
        </pc:picChg>
      </pc:sldChg>
      <pc:sldChg chg="delSp modSp mod">
        <pc:chgData name="Danh, Hoàng Duy" userId="3a448fcf-317f-4972-a161-06742a14d4c7" providerId="ADAL" clId="{CE1C8B88-0719-4E4A-B0E4-7DC533AE261F}" dt="2026-04-11T14:57:11.643" v="1991" actId="20577"/>
        <pc:sldMkLst>
          <pc:docMk/>
          <pc:sldMk cId="78206668" sldId="315"/>
        </pc:sldMkLst>
        <pc:spChg chg="del mod">
          <ac:chgData name="Danh, Hoàng Duy" userId="3a448fcf-317f-4972-a161-06742a14d4c7" providerId="ADAL" clId="{CE1C8B88-0719-4E4A-B0E4-7DC533AE261F}" dt="2026-04-11T08:41:28.407" v="55" actId="478"/>
          <ac:spMkLst>
            <pc:docMk/>
            <pc:sldMk cId="78206668" sldId="315"/>
            <ac:spMk id="3" creationId="{6AC108AD-61FA-5FAA-0870-7510DF92C689}"/>
          </ac:spMkLst>
        </pc:spChg>
        <pc:graphicFrameChg chg="mod">
          <ac:chgData name="Danh, Hoàng Duy" userId="3a448fcf-317f-4972-a161-06742a14d4c7" providerId="ADAL" clId="{CE1C8B88-0719-4E4A-B0E4-7DC533AE261F}" dt="2026-04-11T14:44:26.500" v="1186"/>
          <ac:graphicFrameMkLst>
            <pc:docMk/>
            <pc:sldMk cId="78206668" sldId="315"/>
            <ac:graphicFrameMk id="4" creationId="{E130BEDC-8830-AA2C-D6CE-032D13175089}"/>
          </ac:graphicFrameMkLst>
        </pc:graphicFrameChg>
        <pc:graphicFrameChg chg="modGraphic">
          <ac:chgData name="Danh, Hoàng Duy" userId="3a448fcf-317f-4972-a161-06742a14d4c7" providerId="ADAL" clId="{CE1C8B88-0719-4E4A-B0E4-7DC533AE261F}" dt="2026-04-11T14:57:11.643" v="1991" actId="20577"/>
          <ac:graphicFrameMkLst>
            <pc:docMk/>
            <pc:sldMk cId="78206668" sldId="315"/>
            <ac:graphicFrameMk id="5" creationId="{B898A6A7-30C3-9951-E884-FBCDACD14A63}"/>
          </ac:graphicFrameMkLst>
        </pc:graphicFrameChg>
        <pc:graphicFrameChg chg="mod">
          <ac:chgData name="Danh, Hoàng Duy" userId="3a448fcf-317f-4972-a161-06742a14d4c7" providerId="ADAL" clId="{CE1C8B88-0719-4E4A-B0E4-7DC533AE261F}" dt="2026-04-11T08:41:35.112" v="57"/>
          <ac:graphicFrameMkLst>
            <pc:docMk/>
            <pc:sldMk cId="78206668" sldId="315"/>
            <ac:graphicFrameMk id="15" creationId="{424E2B08-E421-0097-BABF-0E47D73A24B0}"/>
          </ac:graphicFrameMkLst>
        </pc:graphicFrameChg>
      </pc:sldChg>
      <pc:sldChg chg="addSp delSp modSp add del mod">
        <pc:chgData name="Danh, Hoàng Duy" userId="3a448fcf-317f-4972-a161-06742a14d4c7" providerId="ADAL" clId="{CE1C8B88-0719-4E4A-B0E4-7DC533AE261F}" dt="2026-04-12T03:43:01.114" v="2161" actId="14100"/>
        <pc:sldMkLst>
          <pc:docMk/>
          <pc:sldMk cId="762985688" sldId="323"/>
        </pc:sldMkLst>
        <pc:spChg chg="del">
          <ac:chgData name="Danh, Hoàng Duy" userId="3a448fcf-317f-4972-a161-06742a14d4c7" providerId="ADAL" clId="{CE1C8B88-0719-4E4A-B0E4-7DC533AE261F}" dt="2026-04-12T03:42:44.005" v="2155" actId="478"/>
          <ac:spMkLst>
            <pc:docMk/>
            <pc:sldMk cId="762985688" sldId="323"/>
            <ac:spMk id="3" creationId="{A943A0F4-387B-D510-520A-5AFEAE9CFDED}"/>
          </ac:spMkLst>
        </pc:spChg>
        <pc:spChg chg="mod">
          <ac:chgData name="Danh, Hoàng Duy" userId="3a448fcf-317f-4972-a161-06742a14d4c7" providerId="ADAL" clId="{CE1C8B88-0719-4E4A-B0E4-7DC533AE261F}" dt="2026-04-12T03:42:57.733" v="2160" actId="1076"/>
          <ac:spMkLst>
            <pc:docMk/>
            <pc:sldMk cId="762985688" sldId="323"/>
            <ac:spMk id="5" creationId="{7F88D789-AB75-CE1E-6AB8-BADB2A74196E}"/>
          </ac:spMkLst>
        </pc:spChg>
        <pc:spChg chg="del mod">
          <ac:chgData name="Danh, Hoàng Duy" userId="3a448fcf-317f-4972-a161-06742a14d4c7" providerId="ADAL" clId="{CE1C8B88-0719-4E4A-B0E4-7DC533AE261F}" dt="2026-04-12T03:42:48.997" v="2157" actId="478"/>
          <ac:spMkLst>
            <pc:docMk/>
            <pc:sldMk cId="762985688" sldId="323"/>
            <ac:spMk id="10" creationId="{E4543BC1-F1E8-09F0-C187-B9EFCD23102B}"/>
          </ac:spMkLst>
        </pc:spChg>
        <pc:picChg chg="add mod">
          <ac:chgData name="Danh, Hoàng Duy" userId="3a448fcf-317f-4972-a161-06742a14d4c7" providerId="ADAL" clId="{CE1C8B88-0719-4E4A-B0E4-7DC533AE261F}" dt="2026-04-12T03:43:01.114" v="2161" actId="14100"/>
          <ac:picMkLst>
            <pc:docMk/>
            <pc:sldMk cId="762985688" sldId="323"/>
            <ac:picMk id="6" creationId="{6B19C2F6-1096-6867-F7E3-28C3DEE3AFC5}"/>
          </ac:picMkLst>
        </pc:picChg>
        <pc:picChg chg="del">
          <ac:chgData name="Danh, Hoàng Duy" userId="3a448fcf-317f-4972-a161-06742a14d4c7" providerId="ADAL" clId="{CE1C8B88-0719-4E4A-B0E4-7DC533AE261F}" dt="2026-04-12T03:42:39.044" v="2152" actId="478"/>
          <ac:picMkLst>
            <pc:docMk/>
            <pc:sldMk cId="762985688" sldId="323"/>
            <ac:picMk id="11" creationId="{B3BFF9E6-1492-5096-9F65-7E26014D3DD2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12T01:33:27.281" v="2115" actId="478"/>
        <pc:sldMkLst>
          <pc:docMk/>
          <pc:sldMk cId="2986706331" sldId="325"/>
        </pc:sldMkLst>
        <pc:spChg chg="del mod">
          <ac:chgData name="Danh, Hoàng Duy" userId="3a448fcf-317f-4972-a161-06742a14d4c7" providerId="ADAL" clId="{CE1C8B88-0719-4E4A-B0E4-7DC533AE261F}" dt="2026-04-12T01:33:27.281" v="2115" actId="478"/>
          <ac:spMkLst>
            <pc:docMk/>
            <pc:sldMk cId="2986706331" sldId="325"/>
            <ac:spMk id="3" creationId="{2909A435-DA8C-B909-1A63-A79E41CFE932}"/>
          </ac:spMkLst>
        </pc:spChg>
        <pc:graphicFrameChg chg="modGraphic">
          <ac:chgData name="Danh, Hoàng Duy" userId="3a448fcf-317f-4972-a161-06742a14d4c7" providerId="ADAL" clId="{CE1C8B88-0719-4E4A-B0E4-7DC533AE261F}" dt="2026-04-11T15:43:18.532" v="2107" actId="20577"/>
          <ac:graphicFrameMkLst>
            <pc:docMk/>
            <pc:sldMk cId="2986706331" sldId="325"/>
            <ac:graphicFrameMk id="13" creationId="{100BE8B6-6083-B7AE-2EFA-0BF3D2170931}"/>
          </ac:graphicFrameMkLst>
        </pc:graphicFrameChg>
        <pc:picChg chg="add mod">
          <ac:chgData name="Danh, Hoàng Duy" userId="3a448fcf-317f-4972-a161-06742a14d4c7" providerId="ADAL" clId="{CE1C8B88-0719-4E4A-B0E4-7DC533AE261F}" dt="2026-04-12T01:33:19.223" v="2111" actId="14100"/>
          <ac:picMkLst>
            <pc:docMk/>
            <pc:sldMk cId="2986706331" sldId="325"/>
            <ac:picMk id="5" creationId="{F7CCD1E7-60EB-CEB9-F6D5-4D1C0243D023}"/>
          </ac:picMkLst>
        </pc:picChg>
        <pc:picChg chg="del">
          <ac:chgData name="Danh, Hoàng Duy" userId="3a448fcf-317f-4972-a161-06742a14d4c7" providerId="ADAL" clId="{CE1C8B88-0719-4E4A-B0E4-7DC533AE261F}" dt="2026-04-11T15:34:06.335" v="1995" actId="478"/>
          <ac:picMkLst>
            <pc:docMk/>
            <pc:sldMk cId="2986706331" sldId="325"/>
            <ac:picMk id="6" creationId="{0EF30183-C6A8-F31D-C481-08B45161481E}"/>
          </ac:picMkLst>
        </pc:picChg>
        <pc:picChg chg="add mod">
          <ac:chgData name="Danh, Hoàng Duy" userId="3a448fcf-317f-4972-a161-06742a14d4c7" providerId="ADAL" clId="{CE1C8B88-0719-4E4A-B0E4-7DC533AE261F}" dt="2026-04-12T01:33:26.270" v="2114" actId="1076"/>
          <ac:picMkLst>
            <pc:docMk/>
            <pc:sldMk cId="2986706331" sldId="325"/>
            <ac:picMk id="6" creationId="{69BB4FE9-D201-B3B8-4A4E-A821FD87B877}"/>
          </ac:picMkLst>
        </pc:picChg>
        <pc:picChg chg="del">
          <ac:chgData name="Danh, Hoàng Duy" userId="3a448fcf-317f-4972-a161-06742a14d4c7" providerId="ADAL" clId="{CE1C8B88-0719-4E4A-B0E4-7DC533AE261F}" dt="2026-04-12T01:33:20.135" v="2112" actId="478"/>
          <ac:picMkLst>
            <pc:docMk/>
            <pc:sldMk cId="2986706331" sldId="325"/>
            <ac:picMk id="7" creationId="{08405F8C-AEF2-062B-7180-660844161D1E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11T08:21:13.180" v="46" actId="1076"/>
        <pc:sldMkLst>
          <pc:docMk/>
          <pc:sldMk cId="1872328076" sldId="339"/>
        </pc:sldMkLst>
        <pc:spChg chg="del">
          <ac:chgData name="Danh, Hoàng Duy" userId="3a448fcf-317f-4972-a161-06742a14d4c7" providerId="ADAL" clId="{CE1C8B88-0719-4E4A-B0E4-7DC533AE261F}" dt="2026-04-11T08:20:40.253" v="38" actId="478"/>
          <ac:spMkLst>
            <pc:docMk/>
            <pc:sldMk cId="1872328076" sldId="339"/>
            <ac:spMk id="5" creationId="{7C419B9B-266B-E791-131A-C3711DF20152}"/>
          </ac:spMkLst>
        </pc:spChg>
        <pc:picChg chg="del">
          <ac:chgData name="Danh, Hoàng Duy" userId="3a448fcf-317f-4972-a161-06742a14d4c7" providerId="ADAL" clId="{CE1C8B88-0719-4E4A-B0E4-7DC533AE261F}" dt="2026-04-11T08:20:36.382" v="37" actId="478"/>
          <ac:picMkLst>
            <pc:docMk/>
            <pc:sldMk cId="1872328076" sldId="339"/>
            <ac:picMk id="4" creationId="{ED93CD84-D168-A32B-5CB8-0B8D84E2FDC8}"/>
          </ac:picMkLst>
        </pc:picChg>
        <pc:picChg chg="add del mod">
          <ac:chgData name="Danh, Hoàng Duy" userId="3a448fcf-317f-4972-a161-06742a14d4c7" providerId="ADAL" clId="{CE1C8B88-0719-4E4A-B0E4-7DC533AE261F}" dt="2026-04-11T08:21:01.475" v="41" actId="478"/>
          <ac:picMkLst>
            <pc:docMk/>
            <pc:sldMk cId="1872328076" sldId="339"/>
            <ac:picMk id="8" creationId="{6F85DDEC-D4DD-C25A-9E62-E4007F004268}"/>
          </ac:picMkLst>
        </pc:picChg>
        <pc:picChg chg="add del mod">
          <ac:chgData name="Danh, Hoàng Duy" userId="3a448fcf-317f-4972-a161-06742a14d4c7" providerId="ADAL" clId="{CE1C8B88-0719-4E4A-B0E4-7DC533AE261F}" dt="2026-04-11T08:21:04.680" v="44" actId="478"/>
          <ac:picMkLst>
            <pc:docMk/>
            <pc:sldMk cId="1872328076" sldId="339"/>
            <ac:picMk id="10" creationId="{FCA96E5F-AA88-22DB-7E8E-4091D63D0910}"/>
          </ac:picMkLst>
        </pc:picChg>
        <pc:picChg chg="add mod">
          <ac:chgData name="Danh, Hoàng Duy" userId="3a448fcf-317f-4972-a161-06742a14d4c7" providerId="ADAL" clId="{CE1C8B88-0719-4E4A-B0E4-7DC533AE261F}" dt="2026-04-11T08:21:13.180" v="46" actId="1076"/>
          <ac:picMkLst>
            <pc:docMk/>
            <pc:sldMk cId="1872328076" sldId="339"/>
            <ac:picMk id="12" creationId="{021F8FBE-D6DF-DEAF-74AE-5ED76B41725B}"/>
          </ac:picMkLst>
        </pc:picChg>
      </pc:sldChg>
      <pc:sldChg chg="addSp delSp modSp mod">
        <pc:chgData name="Danh, Hoàng Duy" userId="3a448fcf-317f-4972-a161-06742a14d4c7" providerId="ADAL" clId="{CE1C8B88-0719-4E4A-B0E4-7DC533AE261F}" dt="2026-04-11T08:20:35.167" v="36" actId="478"/>
        <pc:sldMkLst>
          <pc:docMk/>
          <pc:sldMk cId="770909714" sldId="341"/>
        </pc:sldMkLst>
        <pc:spChg chg="del">
          <ac:chgData name="Danh, Hoàng Duy" userId="3a448fcf-317f-4972-a161-06742a14d4c7" providerId="ADAL" clId="{CE1C8B88-0719-4E4A-B0E4-7DC533AE261F}" dt="2026-04-11T07:58:38.335" v="0" actId="478"/>
          <ac:spMkLst>
            <pc:docMk/>
            <pc:sldMk cId="770909714" sldId="341"/>
            <ac:spMk id="4" creationId="{B01402F7-6E36-C1CB-1C41-6B73A999DA60}"/>
          </ac:spMkLst>
        </pc:spChg>
        <pc:spChg chg="mod">
          <ac:chgData name="Danh, Hoàng Duy" userId="3a448fcf-317f-4972-a161-06742a14d4c7" providerId="ADAL" clId="{CE1C8B88-0719-4E4A-B0E4-7DC533AE261F}" dt="2026-04-11T07:58:54.933" v="8" actId="20577"/>
          <ac:spMkLst>
            <pc:docMk/>
            <pc:sldMk cId="770909714" sldId="341"/>
            <ac:spMk id="5" creationId="{32ED3F55-C554-FD72-4154-22A4412DC715}"/>
          </ac:spMkLst>
        </pc:spChg>
        <pc:picChg chg="del">
          <ac:chgData name="Danh, Hoàng Duy" userId="3a448fcf-317f-4972-a161-06742a14d4c7" providerId="ADAL" clId="{CE1C8B88-0719-4E4A-B0E4-7DC533AE261F}" dt="2026-04-11T07:58:44.787" v="1" actId="478"/>
          <ac:picMkLst>
            <pc:docMk/>
            <pc:sldMk cId="770909714" sldId="341"/>
            <ac:picMk id="3" creationId="{F7108B05-1E90-A011-2BB4-C0DAEDBCA4F4}"/>
          </ac:picMkLst>
        </pc:picChg>
        <pc:picChg chg="add del mod">
          <ac:chgData name="Danh, Hoàng Duy" userId="3a448fcf-317f-4972-a161-06742a14d4c7" providerId="ADAL" clId="{CE1C8B88-0719-4E4A-B0E4-7DC533AE261F}" dt="2026-04-11T08:07:04.074" v="9" actId="478"/>
          <ac:picMkLst>
            <pc:docMk/>
            <pc:sldMk cId="770909714" sldId="341"/>
            <ac:picMk id="8" creationId="{C16AEA7E-3663-9BBA-BBF1-4CF0516EE42A}"/>
          </ac:picMkLst>
        </pc:picChg>
        <pc:picChg chg="add del mod">
          <ac:chgData name="Danh, Hoàng Duy" userId="3a448fcf-317f-4972-a161-06742a14d4c7" providerId="ADAL" clId="{CE1C8B88-0719-4E4A-B0E4-7DC533AE261F}" dt="2026-04-11T08:20:35.167" v="36" actId="478"/>
          <ac:picMkLst>
            <pc:docMk/>
            <pc:sldMk cId="770909714" sldId="341"/>
            <ac:picMk id="10" creationId="{63308D61-C47A-D06B-B58A-81AD873B4E94}"/>
          </ac:picMkLst>
        </pc:picChg>
      </pc:sldChg>
      <pc:sldChg chg="delSp mod">
        <pc:chgData name="Danh, Hoàng Duy" userId="3a448fcf-317f-4972-a161-06742a14d4c7" providerId="ADAL" clId="{CE1C8B88-0719-4E4A-B0E4-7DC533AE261F}" dt="2026-04-12T01:33:35.485" v="2116" actId="478"/>
        <pc:sldMkLst>
          <pc:docMk/>
          <pc:sldMk cId="2706724751" sldId="344"/>
        </pc:sldMkLst>
        <pc:spChg chg="del">
          <ac:chgData name="Danh, Hoàng Duy" userId="3a448fcf-317f-4972-a161-06742a14d4c7" providerId="ADAL" clId="{CE1C8B88-0719-4E4A-B0E4-7DC533AE261F}" dt="2026-04-12T01:33:35.485" v="2116" actId="478"/>
          <ac:spMkLst>
            <pc:docMk/>
            <pc:sldMk cId="2706724751" sldId="344"/>
            <ac:spMk id="3" creationId="{6224E7C1-2B22-EB33-6B94-1239E047AA8E}"/>
          </ac:spMkLst>
        </pc:spChg>
      </pc:sldChg>
      <pc:sldChg chg="addSp delSp modSp mod">
        <pc:chgData name="Danh, Hoàng Duy" userId="3a448fcf-317f-4972-a161-06742a14d4c7" providerId="ADAL" clId="{CE1C8B88-0719-4E4A-B0E4-7DC533AE261F}" dt="2026-04-12T03:34:16.479" v="2149" actId="1035"/>
        <pc:sldMkLst>
          <pc:docMk/>
          <pc:sldMk cId="1010093706" sldId="380"/>
        </pc:sldMkLst>
        <pc:spChg chg="del">
          <ac:chgData name="Danh, Hoàng Duy" userId="3a448fcf-317f-4972-a161-06742a14d4c7" providerId="ADAL" clId="{CE1C8B88-0719-4E4A-B0E4-7DC533AE261F}" dt="2026-04-12T03:33:25.273" v="2137" actId="478"/>
          <ac:spMkLst>
            <pc:docMk/>
            <pc:sldMk cId="1010093706" sldId="380"/>
            <ac:spMk id="4" creationId="{2FC3BBE6-9D10-F074-F454-19955FDE9349}"/>
          </ac:spMkLst>
        </pc:spChg>
        <pc:picChg chg="add del mod">
          <ac:chgData name="Danh, Hoàng Duy" userId="3a448fcf-317f-4972-a161-06742a14d4c7" providerId="ADAL" clId="{CE1C8B88-0719-4E4A-B0E4-7DC533AE261F}" dt="2026-04-12T03:33:36.020" v="2140" actId="478"/>
          <ac:picMkLst>
            <pc:docMk/>
            <pc:sldMk cId="1010093706" sldId="380"/>
            <ac:picMk id="6" creationId="{4AC10830-4E00-CB2D-D67A-2801968DA129}"/>
          </ac:picMkLst>
        </pc:picChg>
        <pc:picChg chg="add del">
          <ac:chgData name="Danh, Hoàng Duy" userId="3a448fcf-317f-4972-a161-06742a14d4c7" providerId="ADAL" clId="{CE1C8B88-0719-4E4A-B0E4-7DC533AE261F}" dt="2026-04-12T03:33:46.715" v="2142" actId="478"/>
          <ac:picMkLst>
            <pc:docMk/>
            <pc:sldMk cId="1010093706" sldId="380"/>
            <ac:picMk id="8" creationId="{67058A7C-31EE-13D4-8BD2-A2C850DF937D}"/>
          </ac:picMkLst>
        </pc:picChg>
        <pc:picChg chg="add del">
          <ac:chgData name="Danh, Hoàng Duy" userId="3a448fcf-317f-4972-a161-06742a14d4c7" providerId="ADAL" clId="{CE1C8B88-0719-4E4A-B0E4-7DC533AE261F}" dt="2026-04-12T03:33:53.913" v="2144" actId="478"/>
          <ac:picMkLst>
            <pc:docMk/>
            <pc:sldMk cId="1010093706" sldId="380"/>
            <ac:picMk id="10" creationId="{572536BE-0A54-1EF3-6E46-A9E03B89059A}"/>
          </ac:picMkLst>
        </pc:picChg>
        <pc:picChg chg="del">
          <ac:chgData name="Danh, Hoàng Duy" userId="3a448fcf-317f-4972-a161-06742a14d4c7" providerId="ADAL" clId="{CE1C8B88-0719-4E4A-B0E4-7DC533AE261F}" dt="2026-04-12T03:33:24.080" v="2136" actId="478"/>
          <ac:picMkLst>
            <pc:docMk/>
            <pc:sldMk cId="1010093706" sldId="380"/>
            <ac:picMk id="11" creationId="{A317281D-3A94-9A0D-2D81-EDC727B0F0DE}"/>
          </ac:picMkLst>
        </pc:picChg>
        <pc:picChg chg="add del mod">
          <ac:chgData name="Danh, Hoàng Duy" userId="3a448fcf-317f-4972-a161-06742a14d4c7" providerId="ADAL" clId="{CE1C8B88-0719-4E4A-B0E4-7DC533AE261F}" dt="2026-04-12T03:34:05" v="2147" actId="478"/>
          <ac:picMkLst>
            <pc:docMk/>
            <pc:sldMk cId="1010093706" sldId="380"/>
            <ac:picMk id="13" creationId="{6DDC0316-92E1-6C8E-027D-8B8B0B1D888D}"/>
          </ac:picMkLst>
        </pc:picChg>
        <pc:picChg chg="add mod">
          <ac:chgData name="Danh, Hoàng Duy" userId="3a448fcf-317f-4972-a161-06742a14d4c7" providerId="ADAL" clId="{CE1C8B88-0719-4E4A-B0E4-7DC533AE261F}" dt="2026-04-12T03:34:16.479" v="2149" actId="1035"/>
          <ac:picMkLst>
            <pc:docMk/>
            <pc:sldMk cId="1010093706" sldId="380"/>
            <ac:picMk id="15" creationId="{38BF7FD8-C5A2-6F47-2642-7771E34F8077}"/>
          </ac:picMkLst>
        </pc:picChg>
      </pc:sldChg>
      <pc:sldChg chg="delSp modSp mod">
        <pc:chgData name="Danh, Hoàng Duy" userId="3a448fcf-317f-4972-a161-06742a14d4c7" providerId="ADAL" clId="{CE1C8B88-0719-4E4A-B0E4-7DC533AE261F}" dt="2026-04-11T14:41:30.620" v="1181" actId="113"/>
        <pc:sldMkLst>
          <pc:docMk/>
          <pc:sldMk cId="1719405591" sldId="381"/>
        </pc:sldMkLst>
        <pc:spChg chg="del mod">
          <ac:chgData name="Danh, Hoàng Duy" userId="3a448fcf-317f-4972-a161-06742a14d4c7" providerId="ADAL" clId="{CE1C8B88-0719-4E4A-B0E4-7DC533AE261F}" dt="2026-04-11T14:32:08.423" v="134" actId="478"/>
          <ac:spMkLst>
            <pc:docMk/>
            <pc:sldMk cId="1719405591" sldId="381"/>
            <ac:spMk id="3" creationId="{597FF66E-4445-220C-66AD-72DF756ABCAA}"/>
          </ac:spMkLst>
        </pc:spChg>
        <pc:graphicFrameChg chg="mod">
          <ac:chgData name="Danh, Hoàng Duy" userId="3a448fcf-317f-4972-a161-06742a14d4c7" providerId="ADAL" clId="{CE1C8B88-0719-4E4A-B0E4-7DC533AE261F}" dt="2026-04-11T14:32:19.876" v="135"/>
          <ac:graphicFrameMkLst>
            <pc:docMk/>
            <pc:sldMk cId="1719405591" sldId="381"/>
            <ac:graphicFrameMk id="4" creationId="{378D21C2-38BB-5517-6B04-B71DDE370E32}"/>
          </ac:graphicFrameMkLst>
        </pc:graphicFrameChg>
        <pc:graphicFrameChg chg="modGraphic">
          <ac:chgData name="Danh, Hoàng Duy" userId="3a448fcf-317f-4972-a161-06742a14d4c7" providerId="ADAL" clId="{CE1C8B88-0719-4E4A-B0E4-7DC533AE261F}" dt="2026-04-11T14:41:30.620" v="1181" actId="113"/>
          <ac:graphicFrameMkLst>
            <pc:docMk/>
            <pc:sldMk cId="1719405591" sldId="381"/>
            <ac:graphicFrameMk id="5" creationId="{6B82A03C-439F-533F-8D5E-F869F659F6EA}"/>
          </ac:graphicFrameMkLst>
        </pc:graphicFrameChg>
      </pc:sldChg>
      <pc:sldChg chg="addSp delSp modSp new mod">
        <pc:chgData name="Danh, Hoàng Duy" userId="3a448fcf-317f-4972-a161-06742a14d4c7" providerId="ADAL" clId="{CE1C8B88-0719-4E4A-B0E4-7DC533AE261F}" dt="2026-04-12T04:15:32.456" v="2222" actId="1076"/>
        <pc:sldMkLst>
          <pc:docMk/>
          <pc:sldMk cId="2413303284" sldId="382"/>
        </pc:sldMkLst>
        <pc:spChg chg="del">
          <ac:chgData name="Danh, Hoàng Duy" userId="3a448fcf-317f-4972-a161-06742a14d4c7" providerId="ADAL" clId="{CE1C8B88-0719-4E4A-B0E4-7DC533AE261F}" dt="2026-04-12T03:43:08.205" v="2163" actId="478"/>
          <ac:spMkLst>
            <pc:docMk/>
            <pc:sldMk cId="2413303284" sldId="382"/>
            <ac:spMk id="2" creationId="{2948A5C7-34F1-F434-108A-B285B5F671BE}"/>
          </ac:spMkLst>
        </pc:spChg>
        <pc:spChg chg="del">
          <ac:chgData name="Danh, Hoàng Duy" userId="3a448fcf-317f-4972-a161-06742a14d4c7" providerId="ADAL" clId="{CE1C8B88-0719-4E4A-B0E4-7DC533AE261F}" dt="2026-04-12T03:43:08.205" v="2163" actId="478"/>
          <ac:spMkLst>
            <pc:docMk/>
            <pc:sldMk cId="2413303284" sldId="382"/>
            <ac:spMk id="3" creationId="{D2065EB0-4D99-3BF2-6532-0845ACC180F4}"/>
          </ac:spMkLst>
        </pc:spChg>
        <pc:spChg chg="del">
          <ac:chgData name="Danh, Hoàng Duy" userId="3a448fcf-317f-4972-a161-06742a14d4c7" providerId="ADAL" clId="{CE1C8B88-0719-4E4A-B0E4-7DC533AE261F}" dt="2026-04-12T03:43:08.205" v="2163" actId="478"/>
          <ac:spMkLst>
            <pc:docMk/>
            <pc:sldMk cId="2413303284" sldId="382"/>
            <ac:spMk id="4" creationId="{E86346FA-CAA3-7B41-7522-0E310DCC78C2}"/>
          </ac:spMkLst>
        </pc:spChg>
        <pc:spChg chg="del">
          <ac:chgData name="Danh, Hoàng Duy" userId="3a448fcf-317f-4972-a161-06742a14d4c7" providerId="ADAL" clId="{CE1C8B88-0719-4E4A-B0E4-7DC533AE261F}" dt="2026-04-12T03:43:08.205" v="2163" actId="478"/>
          <ac:spMkLst>
            <pc:docMk/>
            <pc:sldMk cId="2413303284" sldId="382"/>
            <ac:spMk id="5" creationId="{1A8E1819-EB2A-FC3B-E83C-1C86CB007901}"/>
          </ac:spMkLst>
        </pc:spChg>
        <pc:spChg chg="add mod">
          <ac:chgData name="Danh, Hoàng Duy" userId="3a448fcf-317f-4972-a161-06742a14d4c7" providerId="ADAL" clId="{CE1C8B88-0719-4E4A-B0E4-7DC533AE261F}" dt="2026-04-12T03:43:34.422" v="2212" actId="20577"/>
          <ac:spMkLst>
            <pc:docMk/>
            <pc:sldMk cId="2413303284" sldId="382"/>
            <ac:spMk id="6" creationId="{C3BBCA39-C18A-1A0D-1902-AF921523AB5A}"/>
          </ac:spMkLst>
        </pc:spChg>
        <pc:picChg chg="add del mod">
          <ac:chgData name="Danh, Hoàng Duy" userId="3a448fcf-317f-4972-a161-06742a14d4c7" providerId="ADAL" clId="{CE1C8B88-0719-4E4A-B0E4-7DC533AE261F}" dt="2026-04-12T04:12:54.902" v="2216" actId="478"/>
          <ac:picMkLst>
            <pc:docMk/>
            <pc:sldMk cId="2413303284" sldId="382"/>
            <ac:picMk id="7" creationId="{15E7AB1A-40BE-AD9A-F456-8FB759725763}"/>
          </ac:picMkLst>
        </pc:picChg>
        <pc:picChg chg="add del">
          <ac:chgData name="Danh, Hoàng Duy" userId="3a448fcf-317f-4972-a161-06742a14d4c7" providerId="ADAL" clId="{CE1C8B88-0719-4E4A-B0E4-7DC533AE261F}" dt="2026-04-12T04:12:57.488" v="2218" actId="478"/>
          <ac:picMkLst>
            <pc:docMk/>
            <pc:sldMk cId="2413303284" sldId="382"/>
            <ac:picMk id="9" creationId="{E1312665-FB1B-7340-FACE-1E0963D973C1}"/>
          </ac:picMkLst>
        </pc:picChg>
        <pc:picChg chg="add del">
          <ac:chgData name="Danh, Hoàng Duy" userId="3a448fcf-317f-4972-a161-06742a14d4c7" providerId="ADAL" clId="{CE1C8B88-0719-4E4A-B0E4-7DC533AE261F}" dt="2026-04-12T04:15:01.197" v="2220" actId="478"/>
          <ac:picMkLst>
            <pc:docMk/>
            <pc:sldMk cId="2413303284" sldId="382"/>
            <ac:picMk id="11" creationId="{875FD4C1-263D-45E3-0626-AB9ED4CCB719}"/>
          </ac:picMkLst>
        </pc:picChg>
        <pc:picChg chg="add mod">
          <ac:chgData name="Danh, Hoàng Duy" userId="3a448fcf-317f-4972-a161-06742a14d4c7" providerId="ADAL" clId="{CE1C8B88-0719-4E4A-B0E4-7DC533AE261F}" dt="2026-04-12T04:15:32.456" v="2222" actId="1076"/>
          <ac:picMkLst>
            <pc:docMk/>
            <pc:sldMk cId="2413303284" sldId="382"/>
            <ac:picMk id="13" creationId="{D43D97C7-5394-4C49-7EB5-2456C9DFDA45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5"/>
              <c:layout>
                <c:manualLayout>
                  <c:x val="-1.9216987938390133E-3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824-47B1-BB6A-6725878C706C}"/>
                </c:ext>
              </c:extLst>
            </c:dLbl>
            <c:dLbl>
              <c:idx val="6"/>
              <c:layout>
                <c:manualLayout>
                  <c:x val="-5.7650963815168987E-3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824-47B1-BB6A-6725878C706C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9"/>
              <c:layout>
                <c:manualLayout>
                  <c:x val="-1.921698793839083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057-42EB-BE4F-B551D3AA02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187999461059</c:v>
                </c:pt>
                <c:pt idx="2">
                  <c:v>150253332680</c:v>
                </c:pt>
                <c:pt idx="3">
                  <c:v>125429649855</c:v>
                </c:pt>
                <c:pt idx="4">
                  <c:v>152067142852</c:v>
                </c:pt>
                <c:pt idx="5">
                  <c:v>119134672797</c:v>
                </c:pt>
                <c:pt idx="6">
                  <c:v>137991406898</c:v>
                </c:pt>
                <c:pt idx="7">
                  <c:v>168442653383</c:v>
                </c:pt>
                <c:pt idx="8">
                  <c:v>84710435067</c:v>
                </c:pt>
                <c:pt idx="9">
                  <c:v>108928556660</c:v>
                </c:pt>
                <c:pt idx="10">
                  <c:v>88347880802</c:v>
                </c:pt>
                <c:pt idx="11">
                  <c:v>99758121581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96566805360</c:v>
                </c:pt>
                <c:pt idx="2">
                  <c:v>173305822529.00003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127974441177.86678</c:v>
                </c:pt>
                <c:pt idx="2">
                  <c:v>141599491827.82724</c:v>
                </c:pt>
                <c:pt idx="3">
                  <c:v>131782266518.60179</c:v>
                </c:pt>
                <c:pt idx="4">
                  <c:v>140244307484.73703</c:v>
                </c:pt>
                <c:pt idx="5">
                  <c:v>141409300219.24362</c:v>
                </c:pt>
                <c:pt idx="6">
                  <c:v>145404057387.95999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145929060338.82693</c:v>
                </c:pt>
                <c:pt idx="11">
                  <c:v>147442013746.17145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9"/>
              <c:layout>
                <c:manualLayout>
                  <c:x val="-3.8433975876778857E-3"/>
                  <c:y val="-5.32130522818238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6F3-450D-91BD-DF8362A94D19}"/>
                </c:ext>
              </c:extLst>
            </c:dLbl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302461971461</c:v>
                </c:pt>
                <c:pt idx="2">
                  <c:v>452715304141</c:v>
                </c:pt>
                <c:pt idx="3">
                  <c:v>578144953996</c:v>
                </c:pt>
                <c:pt idx="4">
                  <c:v>730212096848</c:v>
                </c:pt>
                <c:pt idx="5">
                  <c:v>849346769645</c:v>
                </c:pt>
                <c:pt idx="6">
                  <c:v>987338176543</c:v>
                </c:pt>
                <c:pt idx="7">
                  <c:v>1155780829926</c:v>
                </c:pt>
                <c:pt idx="8">
                  <c:v>1240491264993</c:v>
                </c:pt>
                <c:pt idx="9">
                  <c:v>1349419821653</c:v>
                </c:pt>
                <c:pt idx="10">
                  <c:v>1437767702455</c:v>
                </c:pt>
                <c:pt idx="11">
                  <c:v>1537525824036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222665842283</c:v>
                </c:pt>
                <c:pt idx="2">
                  <c:v>395971664812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257479782314.72357</c:v>
                </c:pt>
                <c:pt idx="2">
                  <c:v>399079274142.55078</c:v>
                </c:pt>
                <c:pt idx="3">
                  <c:v>530861540661.15259</c:v>
                </c:pt>
                <c:pt idx="4">
                  <c:v>671105848145.88965</c:v>
                </c:pt>
                <c:pt idx="5">
                  <c:v>812515148365.1333</c:v>
                </c:pt>
                <c:pt idx="6">
                  <c:v>957919205753.09326</c:v>
                </c:pt>
                <c:pt idx="7">
                  <c:v>1099195567271.2379</c:v>
                </c:pt>
                <c:pt idx="8">
                  <c:v>1247392066813.5205</c:v>
                </c:pt>
                <c:pt idx="9">
                  <c:v>1385376548056.6841</c:v>
                </c:pt>
                <c:pt idx="10">
                  <c:v>1531305608395.511</c:v>
                </c:pt>
                <c:pt idx="11">
                  <c:v>1678747622141.6824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11"/>
              <c:layout>
                <c:manualLayout>
                  <c:x val="-1.9216987938389428E-3"/>
                  <c:y val="0.15298752531024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1E7-4C54-B633-2BCA976D16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17400796729</c:v>
                </c:pt>
                <c:pt idx="2">
                  <c:v>7098249059</c:v>
                </c:pt>
                <c:pt idx="3">
                  <c:v>3750983485</c:v>
                </c:pt>
                <c:pt idx="4">
                  <c:v>9530204304</c:v>
                </c:pt>
                <c:pt idx="5">
                  <c:v>1072500757</c:v>
                </c:pt>
                <c:pt idx="6">
                  <c:v>1039517857</c:v>
                </c:pt>
                <c:pt idx="7">
                  <c:v>93219731</c:v>
                </c:pt>
                <c:pt idx="8">
                  <c:v>-10202154651</c:v>
                </c:pt>
                <c:pt idx="9">
                  <c:v>-4684658050</c:v>
                </c:pt>
                <c:pt idx="10">
                  <c:v>-6920497847</c:v>
                </c:pt>
                <c:pt idx="11">
                  <c:v>2661513008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-6419213738</c:v>
                </c:pt>
                <c:pt idx="2">
                  <c:v>-6665406624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-1325103642.6497841</c:v>
                </c:pt>
                <c:pt idx="2">
                  <c:v>5063579812.0372381</c:v>
                </c:pt>
                <c:pt idx="3">
                  <c:v>2987787736.0557938</c:v>
                </c:pt>
                <c:pt idx="4">
                  <c:v>3130291883.7845182</c:v>
                </c:pt>
                <c:pt idx="5">
                  <c:v>2831772640.584938</c:v>
                </c:pt>
                <c:pt idx="6">
                  <c:v>7350302403.1835995</c:v>
                </c:pt>
                <c:pt idx="7">
                  <c:v>6722008020.0142317</c:v>
                </c:pt>
                <c:pt idx="8">
                  <c:v>6109248285.1741095</c:v>
                </c:pt>
                <c:pt idx="9">
                  <c:v>6665662779.7506676</c:v>
                </c:pt>
                <c:pt idx="10">
                  <c:v>7122677929.815712</c:v>
                </c:pt>
                <c:pt idx="11">
                  <c:v>5291449007.4755917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22297877281</c:v>
                </c:pt>
                <c:pt idx="2">
                  <c:v>29396126340</c:v>
                </c:pt>
                <c:pt idx="3">
                  <c:v>33147109825</c:v>
                </c:pt>
                <c:pt idx="4">
                  <c:v>42677314129</c:v>
                </c:pt>
                <c:pt idx="5">
                  <c:v>43749814886</c:v>
                </c:pt>
                <c:pt idx="6">
                  <c:v>44789332743</c:v>
                </c:pt>
                <c:pt idx="7">
                  <c:v>44882552474</c:v>
                </c:pt>
                <c:pt idx="8">
                  <c:v>34680397823</c:v>
                </c:pt>
                <c:pt idx="9">
                  <c:v>29995739773</c:v>
                </c:pt>
                <c:pt idx="10">
                  <c:v>23075241926</c:v>
                </c:pt>
                <c:pt idx="11">
                  <c:v>25736754934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-8112674474</c:v>
                </c:pt>
                <c:pt idx="2">
                  <c:v>-14778081098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195991857.11529922</c:v>
                </c:pt>
                <c:pt idx="2">
                  <c:v>5259571669.1525373</c:v>
                </c:pt>
                <c:pt idx="3">
                  <c:v>8247359405.2083311</c:v>
                </c:pt>
                <c:pt idx="4">
                  <c:v>11377651288.992849</c:v>
                </c:pt>
                <c:pt idx="5">
                  <c:v>14209423929.577787</c:v>
                </c:pt>
                <c:pt idx="6">
                  <c:v>21559726332.761387</c:v>
                </c:pt>
                <c:pt idx="7">
                  <c:v>28281734352.77562</c:v>
                </c:pt>
                <c:pt idx="8">
                  <c:v>34390982637.94973</c:v>
                </c:pt>
                <c:pt idx="9">
                  <c:v>41056645417.700394</c:v>
                </c:pt>
                <c:pt idx="10">
                  <c:v>48179323347.516106</c:v>
                </c:pt>
                <c:pt idx="11">
                  <c:v>53470772354.991699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9450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28" tIns="138728" rIns="138728" bIns="13872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2AFB-DC0D-1EB4-DE83-50BCE528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ABDB2-50B2-A217-B635-5434492E7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F7EF0-5A2E-4E0F-C2F4-7962BFE65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76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AF5-B230-C20C-B6F9-4441060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77B5-DA70-7333-17C9-D4FDDB412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B07E-FBAB-E07F-9C62-6970DC39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3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70E5-8427-2274-B573-E56DEF89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F7B51-B971-957A-C9E5-BCDD660AB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9FDF4-A7D4-8EA5-360F-DF0F33E3D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7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57C8-0A45-74DD-E0DA-BFFC631A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413EF-5FC9-0ED1-F6FC-BE6F2AE74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BD2AE-574B-8527-8FA5-7E65D27C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2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B7FF-F0A5-0054-680D-FD837776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A455-E64F-A745-3CE2-3E63AF15F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4FB0E-B749-1D01-6D73-BDA4A45B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23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B1FE-8E05-B28A-9AE3-4C144CA1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45805-2ABD-4B32-05B9-F86BD0C55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984C7-F255-752E-8842-FF477CFA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95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086A-C3FA-74F1-AFE5-8C14F759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FA862-B527-4411-CB7C-DCE3B53A4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32CFC-C4F4-54D2-F19F-DACB4BE0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1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9993-AA81-B221-ACAB-5558EF9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E215-7EDD-345F-05BD-8E1966D7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F252-C894-D94D-4DF4-73D689CF2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4F4E-B4E9-B27A-8B4C-C9E24A5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CB041-3F04-B1E7-DF74-EE01F91D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0AFD9-E449-0CCE-CC09-C4AA4DDC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3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FBA0-8B0E-AD00-8ED8-BAE2BAC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E09B-D9E4-8BF1-BA77-72B153058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F8EC-CB5D-0E6C-9784-385A5788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khấu</a:t>
            </a:r>
            <a:r>
              <a:rPr lang="en-US"/>
              <a:t> hao &lt;-&gt; </a:t>
            </a:r>
            <a:r>
              <a:rPr lang="en-US" err="1"/>
              <a:t>thuê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8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D1C-3925-A8DC-CDC0-F48C4763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98C8-BC2B-0B1D-F7C9-0105E150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80AB-FD76-F002-F7AE-96FFE613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8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3B4F-002D-409B-2342-EED09F17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0A85-2711-6FB8-2AC6-2C758E7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03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B8BC1F-8859-1F27-476B-02E0B2675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2759"/>
            <a:ext cx="9144000" cy="442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3E62-F273-018C-E333-A3985A1B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E103-BE30-6BC1-5184-EF084CD4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02 – 3 TRẠM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EA094E-C872-BA35-A70B-160EB0656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677"/>
            <a:ext cx="9144000" cy="455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2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1069-A6E7-141D-0B07-AE4A4E1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98A6A7-30C3-9951-E884-FBCDACD14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360765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Doanh </a:t>
                      </a:r>
                      <a:r>
                        <a:rPr lang="en-US" sz="1000" u="none" dirty="0" err="1"/>
                        <a:t>thu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err="1"/>
                        <a:t>thuần</a:t>
                      </a:r>
                      <a:r>
                        <a:rPr lang="en-US" sz="1000" u="none"/>
                        <a:t>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173</a:t>
                      </a:r>
                      <a:r>
                        <a:rPr lang="en-US" sz="1000" u="none"/>
                        <a:t>/142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(vượt 22.4%). Vượt Ngân sách chủ yếu là do sản lượng tăng: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xuất khẩu</a:t>
                      </a:r>
                      <a:r>
                        <a:rPr lang="en-US" sz="1000" u="none"/>
                        <a:t>: Outeirinho lấy hàng lại (đạt 990/330 tấn iSS01G); Premium Water (đạt 220/- tấn WSS03G). 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nội địa</a:t>
                      </a:r>
                      <a:r>
                        <a:rPr lang="en-US" sz="1000" u="none"/>
                        <a:t>: Suntory đạt 594/330 tấn (iSS1084G); Uy Kiệt 440/- tấn (WSS03G); Unilever 330/275 tấn (WSS01G)</a:t>
                      </a: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r>
                        <a:rPr lang="en-US" dirty="0"/>
                        <a:t>2 (</a:t>
                      </a:r>
                      <a:r>
                        <a:rPr lang="en-US" dirty="0" err="1"/>
                        <a:t>thu</a:t>
                      </a:r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BD14D59-E52C-4AEC-E23F-A01EDF0C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GIẢI TRÌNH 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30BEDC-8830-AA2C-D6CE-032D13175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5869273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237680-819E-EC6E-D41F-B19E93EC7702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0EA6F-2D53-E4B7-293E-26704F295D36}"/>
              </a:ext>
            </a:extLst>
          </p:cNvPr>
          <p:cNvSpPr/>
          <p:nvPr/>
        </p:nvSpPr>
        <p:spPr>
          <a:xfrm>
            <a:off x="58195" y="269529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24E2B08-E421-0097-BABF-0E47D73A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5423196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5E6761-BEB0-E07D-620F-3E30380E5176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1F701-DD65-569C-8158-7E7319F27F65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7820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6D3C-6B53-9E20-A567-D13417F7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82A03C-439F-533F-8D5E-F869F659F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726557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Lợi nhuận sau thuế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-6.7</a:t>
                      </a:r>
                      <a:r>
                        <a:rPr lang="en-US" sz="1000" u="none"/>
                        <a:t>/128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Nguyên </a:t>
                      </a:r>
                      <a:r>
                        <a:rPr lang="en-US" sz="1000" u="none" dirty="0" err="1"/>
                        <a:t>nhân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không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là</a:t>
                      </a:r>
                      <a:r>
                        <a:rPr lang="en-US" sz="1000" u="none" dirty="0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Nhóm ngành hàng </a:t>
                      </a:r>
                      <a:r>
                        <a:rPr lang="en-US" sz="1000" b="1" u="none"/>
                        <a:t>rHD ép lỗ</a:t>
                      </a:r>
                      <a:r>
                        <a:rPr lang="en-US" sz="1000" u="none"/>
                        <a:t>: tác động </a:t>
                      </a:r>
                      <a:r>
                        <a:rPr lang="en-US" sz="1000" b="1" u="none"/>
                        <a:t>giảm 3.3 tỷ</a:t>
                      </a:r>
                      <a:r>
                        <a:rPr lang="en-US" sz="1000" b="1" i="1" u="none"/>
                        <a:t> </a:t>
                      </a:r>
                      <a:r>
                        <a:rPr lang="en-US" sz="1000" b="0" i="1" u="none"/>
                        <a:t>(Ngân sách không lập bán nhóm hàng này);</a:t>
                      </a:r>
                      <a:endParaRPr lang="en-US" sz="1000" i="1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Đẩy mạnh </a:t>
                      </a:r>
                      <a:r>
                        <a:rPr lang="en-US" sz="1000" b="0" i="0" u="none"/>
                        <a:t>bán nhóm hàng </a:t>
                      </a:r>
                      <a:r>
                        <a:rPr lang="en-US" sz="1000" b="1" i="0" u="none"/>
                        <a:t>xơ sợi </a:t>
                      </a:r>
                      <a:r>
                        <a:rPr lang="en-US" sz="1000" b="0" i="0" u="none"/>
                        <a:t>tồn kho lâu: tác động </a:t>
                      </a:r>
                      <a:r>
                        <a:rPr lang="en-US" sz="1000" b="1" i="0" u="none"/>
                        <a:t>giảm 3.4 tỷ </a:t>
                      </a:r>
                      <a:r>
                        <a:rPr lang="en-US" sz="1000" b="0" i="0" u="none"/>
                        <a:t>(</a:t>
                      </a:r>
                      <a:r>
                        <a:rPr lang="en-US" sz="1000" b="0" i="1" u="none"/>
                        <a:t>Ngân sách lập bán 86.6 tấn; thực tế bán 363.5 tấn)</a:t>
                      </a:r>
                      <a:r>
                        <a:rPr lang="en-US" sz="1000" b="0" i="0" u="none"/>
                        <a:t>;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0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Dây đai PET và bụi tank lỗ</a:t>
                      </a:r>
                      <a:r>
                        <a:rPr lang="en-US" sz="1000" b="0" i="0" u="none"/>
                        <a:t>: tác động lần lượt </a:t>
                      </a:r>
                      <a:r>
                        <a:rPr lang="en-US" sz="1000" b="1" i="0" u="none"/>
                        <a:t>giảm 0.79 tỷ và 0.6 tỷ</a:t>
                      </a:r>
                      <a:r>
                        <a:rPr lang="en-US" sz="1000" b="0" i="0" u="none"/>
                        <a:t>;</a:t>
                      </a: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Tỷ giá</a:t>
                      </a:r>
                      <a:r>
                        <a:rPr lang="en-US" sz="1000" b="0" i="0" u="none"/>
                        <a:t> thực tế trung bình đạt 26,209/26,500 Ngân sách: tác động </a:t>
                      </a:r>
                      <a:r>
                        <a:rPr lang="en-US" sz="1000" b="1" i="0" u="none"/>
                        <a:t>giảm 1.7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</a:t>
                      </a:r>
                      <a:r>
                        <a:rPr lang="en-US" sz="1000" b="0" i="0" u="none"/>
                        <a:t>Điều chỉnh thuê xưởng-thuê máy theo yêu cầu kiểm toán: tác động </a:t>
                      </a:r>
                      <a:r>
                        <a:rPr lang="en-US" sz="1000" b="1" i="0" u="none"/>
                        <a:t>giảm 1.1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r>
                        <a:rPr lang="en-US" dirty="0"/>
                        <a:t>2 (</a:t>
                      </a:r>
                      <a:r>
                        <a:rPr lang="en-US" dirty="0" err="1"/>
                        <a:t>thu</a:t>
                      </a:r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D114226-FCD5-D76C-BE5E-85BE58C7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</a:t>
            </a:r>
            <a:r>
              <a:rPr lang="en-US" sz="2200" b="1">
                <a:solidFill>
                  <a:srgbClr val="119303"/>
                </a:solidFill>
              </a:rPr>
              <a:t>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78D21C2-38BB-5517-6B04-B71DDE370E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973190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42DD51F-2EB1-6F56-73EF-55033ABF68F5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97BFB3-082D-5455-8391-A06836253DCA}"/>
              </a:ext>
            </a:extLst>
          </p:cNvPr>
          <p:cNvSpPr/>
          <p:nvPr/>
        </p:nvSpPr>
        <p:spPr>
          <a:xfrm>
            <a:off x="58195" y="269529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085B7AD-86DA-B33F-93C7-F418DF64BA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5732007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7D6023-4704-48F0-E690-4977B6468BE1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5D8C5-F4E0-E66B-0A9A-0441E96AA25F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171940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91B2FE0-30F2-11AF-B20A-6A9FF6AC6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691"/>
            <a:ext cx="9144000" cy="45798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2DE1A1-2B3E-8A44-EA21-6B32CBC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6F4F-DCC0-F9AC-B309-0D22409660BC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2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0A90-5405-EB02-E8A6-C76DA193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957F-5186-1C98-EE4C-9C59C2AC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D.THU 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0BE8B6-6083-B7AE-2EFA-0BF3D217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254927"/>
              </p:ext>
            </p:extLst>
          </p:nvPr>
        </p:nvGraphicFramePr>
        <p:xfrm>
          <a:off x="4648200" y="2627178"/>
          <a:ext cx="4407310" cy="228034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881462">
                  <a:extLst>
                    <a:ext uri="{9D8B030D-6E8A-4147-A177-3AD203B41FA5}">
                      <a16:colId xmlns:a16="http://schemas.microsoft.com/office/drawing/2014/main" val="1717908629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5591973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631587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167157807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7286103"/>
                    </a:ext>
                  </a:extLst>
                </a:gridCol>
              </a:tblGrid>
              <a:tr h="622083">
                <a:tc>
                  <a:txBody>
                    <a:bodyPr/>
                    <a:lstStyle/>
                    <a:p>
                      <a:pPr algn="ctr"/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Đơn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EXW 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(USD/</a:t>
                      </a:r>
                      <a:r>
                        <a:rPr lang="en-US" sz="900" b="1" i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tấn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Kế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hoạch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Thực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tế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%+/-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91827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rPET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$1,118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$1,111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-$7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-0.6%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171756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thổi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$1,179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$1,179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$0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0.0%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950092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ép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>
                          <a:latin typeface="Aptos Narrow" panose="020B0004020202020204" pitchFamily="34" charset="0"/>
                        </a:rPr>
                        <a:t>-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>
                          <a:latin typeface="Aptos Narrow" panose="020B0004020202020204" pitchFamily="34" charset="0"/>
                        </a:rPr>
                        <a:t>$674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7803400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rPP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>
                          <a:latin typeface="Aptos Narrow" panose="020B0004020202020204" pitchFamily="34" charset="0"/>
                        </a:rPr>
                        <a:t>$692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$665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-$27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-3.9%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1698325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ptos Narrow" panose="020B0004020202020204" pitchFamily="34" charset="0"/>
                        </a:rPr>
                        <a:t>Xơ</a:t>
                      </a:r>
                      <a:r>
                        <a:rPr lang="en-US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ptos Narrow" panose="020B0004020202020204" pitchFamily="34" charset="0"/>
                        </a:rPr>
                        <a:t>sợi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$619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$630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$11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1.8%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60094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7CCD1E7-60EB-CEB9-F6D5-4D1C0243D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" y="2627178"/>
            <a:ext cx="4564379" cy="2277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BB4FE9-D201-B3B8-4A4E-A821FD87B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370"/>
            <a:ext cx="9144000" cy="22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0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FDD3-7510-78FD-575E-2C825D4C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6F3F-20E5-63CB-1983-7C9780A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</a:rPr>
              <a:t>BIẾN ĐỘNG DOANH THU THEO YẾU TỐ &amp; NGÀNH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8C975-1F6E-4A51-7B7D-8AA3948B7BFF}"/>
              </a:ext>
            </a:extLst>
          </p:cNvPr>
          <p:cNvSpPr txBox="1"/>
          <p:nvPr/>
        </p:nvSpPr>
        <p:spPr>
          <a:xfrm>
            <a:off x="-23521" y="4769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Tác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9C0234-3EBE-6D2C-0FC4-7B25E88DD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532"/>
            <a:ext cx="9144000" cy="451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9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63B6-16A5-03EB-A670-87E4EAE6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43C-48A3-7F34-838C-26D1E160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19" y="-6767"/>
            <a:ext cx="8460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LÃI GỘP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92294-18AC-1B71-42FC-0DD0F529155B}"/>
              </a:ext>
            </a:extLst>
          </p:cNvPr>
          <p:cNvSpPr txBox="1"/>
          <p:nvPr/>
        </p:nvSpPr>
        <p:spPr>
          <a:xfrm>
            <a:off x="-23521" y="4770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Lãi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gộp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đơn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vị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= (Doanh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EXW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trừ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cho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giá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vốn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kho</a:t>
            </a:r>
            <a:r>
              <a:rPr lang="en-US" sz="700" i="1">
                <a:latin typeface="Aptos Display" panose="020B0004020202020204" pitchFamily="34" charset="0"/>
              </a:rPr>
              <a:t>)/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lượng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bán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Tác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ghi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chú</a:t>
            </a:r>
            <a:r>
              <a:rPr lang="en-US" sz="700" i="1">
                <a:latin typeface="Aptos Display" panose="020B0004020202020204" pitchFamily="34" charset="0"/>
              </a:rPr>
              <a:t> LG EXW (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VND) </a:t>
            </a:r>
            <a:r>
              <a:rPr lang="en-US" sz="700" i="1" u="sng" err="1">
                <a:latin typeface="Aptos Display" panose="020B0004020202020204" pitchFamily="34" charset="0"/>
              </a:rPr>
              <a:t>đã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loại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trừ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chênh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lệch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giá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BF7FD8-C5A2-6F47-2642-7771E34F8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143"/>
            <a:ext cx="9144000" cy="451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9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AFA9-8F67-7E7E-1CC8-EA981403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99AB-999F-4AFF-78C8-117DA812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BIẾN ĐỘNG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8D789-AB75-CE1E-6AB8-BADB2A74196E}"/>
              </a:ext>
            </a:extLst>
          </p:cNvPr>
          <p:cNvSpPr txBox="1"/>
          <p:nvPr/>
        </p:nvSpPr>
        <p:spPr>
          <a:xfrm>
            <a:off x="-97350" y="4750157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LG EXW 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= Doanh thu thuần trừ cho các biến phí bán hàng (chi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khẩu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thuê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xe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hoa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hồng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và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pallet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hàng) và Giá vốn hàng bán</a:t>
            </a:r>
            <a:endParaRPr lang="en-US" sz="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9C2F6-1096-6867-F7E3-28C3DEE3A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1" y="321499"/>
            <a:ext cx="9144000" cy="442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8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BBCA39-C18A-1A0D-1902-AF921523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3D97C7-5394-4C49-7EB5-2456C9DFD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673"/>
            <a:ext cx="9144000" cy="450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03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D81-70D2-7F9F-B75C-EA1654DF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BFE-815C-615F-B644-76B304CE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26329" cy="395111"/>
          </a:xfrm>
        </p:spPr>
        <p:txBody>
          <a:bodyPr/>
          <a:lstStyle/>
          <a:p>
            <a:pPr algn="ctr"/>
            <a:r>
              <a:rPr lang="en-US" sz="1800" b="1">
                <a:solidFill>
                  <a:srgbClr val="119303"/>
                </a:solidFill>
              </a:rPr>
              <a:t>3.2. CHI PHÍ – </a:t>
            </a:r>
            <a:r>
              <a:rPr lang="en-US" sz="1800" b="1">
                <a:solidFill>
                  <a:schemeClr val="accent2">
                    <a:lumMod val="75000"/>
                  </a:schemeClr>
                </a:solidFill>
              </a:rPr>
              <a:t>TỔNG CHI PHÍ TRONG THÁNG 03 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E2252-842F-B8CD-C22C-65CAF6EF6E09}"/>
              </a:ext>
            </a:extLst>
          </p:cNvPr>
          <p:cNvSpPr txBox="1"/>
          <p:nvPr/>
        </p:nvSpPr>
        <p:spPr>
          <a:xfrm>
            <a:off x="-54593" y="4734539"/>
            <a:ext cx="650315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BF067-C833-EF8B-6785-23BD01D62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236"/>
            <a:ext cx="9144000" cy="45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7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4431-5FCB-FAC0-41C8-6F19602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5962-D058-F07F-DC04-EFA665BB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596"/>
            <a:ext cx="9143999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TRÊN 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24FE8E-FA41-50F7-B6D9-64447AE4D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559"/>
            <a:ext cx="9144000" cy="455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4B8-CE3A-010D-D81A-D65D79E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6372-A22E-C300-03BE-857E86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44000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TỶ TRỌNG CHI PHÍ TRÊN TẤN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C911ED-7BFC-B135-4AE3-6343CA901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2" y="326496"/>
            <a:ext cx="9035055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6FAC-1F56-D86C-172B-14C75A2A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65CEFF-EC41-A226-7607-B551F4DCD2E1}"/>
              </a:ext>
            </a:extLst>
          </p:cNvPr>
          <p:cNvSpPr/>
          <p:nvPr/>
        </p:nvSpPr>
        <p:spPr>
          <a:xfrm>
            <a:off x="0" y="4490571"/>
            <a:ext cx="9144000" cy="4031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chai B1 trung </a:t>
            </a:r>
            <a:r>
              <a:rPr lang="en-US" sz="1000" b="1" err="1">
                <a:solidFill>
                  <a:schemeClr val="tx1"/>
                </a:solidFill>
              </a:rPr>
              <a:t>bình</a:t>
            </a:r>
            <a:r>
              <a:rPr lang="en-US" sz="1000" b="1">
                <a:solidFill>
                  <a:schemeClr val="tx1"/>
                </a:solidFill>
              </a:rPr>
              <a:t> T03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14,704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-296 đ/kg; -2.0%</a:t>
            </a:r>
            <a:r>
              <a:rPr lang="en-US" sz="1000">
                <a:solidFill>
                  <a:schemeClr val="tx1"/>
                </a:solidFill>
              </a:rPr>
              <a:t>). 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T03,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B1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14,941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-59 đ/kg; -0.4%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8BC5-3373-4576-436B-0280D68C57A8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19E5DA-18D9-3147-64AD-EDD92E484021}"/>
              </a:ext>
            </a:extLst>
          </p:cNvPr>
          <p:cNvSpPr/>
          <p:nvPr/>
        </p:nvSpPr>
        <p:spPr>
          <a:xfrm>
            <a:off x="9202010" y="1404173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16/03/2026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1F8FBE-D6DF-DEAF-74AE-5ED76B417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779"/>
            <a:ext cx="9144000" cy="420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DAED6E-468F-A7BD-636D-B6B94CBDCE90}"/>
              </a:ext>
            </a:extLst>
          </p:cNvPr>
          <p:cNvSpPr/>
          <p:nvPr/>
        </p:nvSpPr>
        <p:spPr>
          <a:xfrm>
            <a:off x="0" y="4480790"/>
            <a:ext cx="9144000" cy="428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Vảy</a:t>
            </a:r>
            <a:r>
              <a:rPr lang="en-US" sz="1000" b="1">
                <a:solidFill>
                  <a:schemeClr val="tx1"/>
                </a:solidFill>
              </a:rPr>
              <a:t> B1 trung bình T03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16,121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-569 đ/kg; -3.5%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T02,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Vảy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15,939</a:t>
            </a:r>
            <a:r>
              <a:rPr lang="en-US" sz="1000">
                <a:solidFill>
                  <a:schemeClr val="tx1"/>
                </a:solidFill>
              </a:rPr>
              <a:t> đ/kg 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-561 đ/kg; -3.4%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6480B-76E8-2CA7-FA98-9974A68CEA81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D3F55-C554-FD72-4154-22A4412DC715}"/>
              </a:ext>
            </a:extLst>
          </p:cNvPr>
          <p:cNvSpPr/>
          <p:nvPr/>
        </p:nvSpPr>
        <p:spPr>
          <a:xfrm>
            <a:off x="9379472" y="1577399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11/04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308D61-C47A-D06B-B58A-81AD873B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949"/>
            <a:ext cx="9144000" cy="41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97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fad36eebef4f84df4a45514b7e4630e8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505b0edaeb28467f2ddb0f2c2f553b17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162417-D525-4BB1-9667-5B16FD4D9C4E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0BF921B-5040-4D54-A3E7-8C229FB42018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  <ds:schemaRef ds:uri="c4b5fce3-9bbc-4429-8073-3ae7a9bcc677"/>
    <ds:schemaRef ds:uri="http://schemas.microsoft.com/office/2006/documentManagement/types"/>
    <ds:schemaRef ds:uri="http://purl.org/dc/terms/"/>
    <ds:schemaRef ds:uri="http://schemas.microsoft.com/office/infopath/2007/PartnerControls"/>
    <ds:schemaRef ds:uri="1401b2ec-7936-4f98-86ff-5ef737f58b9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6068</TotalTime>
  <Words>788</Words>
  <Application>Microsoft Office PowerPoint</Application>
  <PresentationFormat>On-screen Show (16:9)</PresentationFormat>
  <Paragraphs>165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 Display</vt:lpstr>
      <vt:lpstr>Aptos Narrow</vt:lpstr>
      <vt:lpstr>Arial</vt:lpstr>
      <vt:lpstr>Muli</vt:lpstr>
      <vt:lpstr>Times New Roman</vt:lpstr>
      <vt:lpstr>Simple Light</vt:lpstr>
      <vt:lpstr>3.1. KẾT QUẢ HOẠT ĐỘNG KINH DOANH – LÃI LỖ THÁNG 03 – DTR</vt:lpstr>
      <vt:lpstr>3.1. KẾT QUẢ HOẠT ĐỘNG KINH DOANH – LÃI LỖ THÁNG 02 – 3 TRẠM</vt:lpstr>
      <vt:lpstr>3.1. KẾT QUẢ HOẠT ĐỘNG KINH DOANH – GIẢI TRÌNH DOANH THU</vt:lpstr>
      <vt:lpstr>3.1. KẾT QUẢ HOẠT ĐỘNG KINH DOANH – GIẢI TRÌNH LỢI NHUẬN SAU THUẾ</vt:lpstr>
      <vt:lpstr>3.1. KẾT QUẢ HOẠT ĐỘNG KINH DOANH – GIÁ BÁN</vt:lpstr>
      <vt:lpstr>3.1. KẾT QUẢ HOẠT ĐỘNG KINH DOANH – BIẾN ĐỘNG D.THU THEO YẾU TỐ</vt:lpstr>
      <vt:lpstr>3.1. KẾT QUẢ HOẠT ĐỘNG KINH DOANH – BIẾN ĐỘNG DOANH THU THEO YẾU TỐ &amp; NGÀNH</vt:lpstr>
      <vt:lpstr>3.1. KẾT QUẢ HOẠT ĐỘNG KINH DOANH – BIẾN ĐỘNG LÃI GỘP THEO YẾU TỐ</vt:lpstr>
      <vt:lpstr>3.1. KẾT QUẢ HOẠT ĐỘNG KINH DOANH – BIẾN ĐỘNG LỢI NHUẬN SAU THUẾ</vt:lpstr>
      <vt:lpstr>3.1. KẾT QUẢ HOẠT ĐỘNG KINH DOANH – KHÁCH HÀNG-SẢN PHẨM LỖ</vt:lpstr>
      <vt:lpstr>3.2. CHI PHÍ – TỔNG CHI PHÍ TRONG THÁNG 03 (triệu đồng)</vt:lpstr>
      <vt:lpstr>3.2. CHI PHÍ – CHI PHÍ TRÊN TẤN (triệu đồng/tấn)</vt:lpstr>
      <vt:lpstr>3.2. CHI PHÍ – TỶ TRỌNG CHI PHÍ TRÊN TẤN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Danh, Hoàng Duy</cp:lastModifiedBy>
  <cp:revision>12</cp:revision>
  <dcterms:modified xsi:type="dcterms:W3CDTF">2026-04-12T04:15:33Z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