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414" r:id="rId6"/>
    <p:sldId id="267" r:id="rId7"/>
    <p:sldId id="412" r:id="rId8"/>
    <p:sldId id="415" r:id="rId9"/>
    <p:sldId id="262" r:id="rId10"/>
    <p:sldId id="268" r:id="rId11"/>
    <p:sldId id="25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FAB9"/>
    <a:srgbClr val="55E1E6"/>
    <a:srgbClr val="EBE67D"/>
    <a:srgbClr val="3BC278"/>
    <a:srgbClr val="FFC000"/>
    <a:srgbClr val="7FD7A7"/>
    <a:srgbClr val="00B050"/>
    <a:srgbClr val="4EA72E"/>
    <a:srgbClr val="A02B93"/>
    <a:srgbClr val="0F9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514179-CCB3-43EE-B495-2294DADE448F}" v="40" dt="2026-05-27T06:27:58.1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641" autoAdjust="0"/>
  </p:normalViewPr>
  <p:slideViewPr>
    <p:cSldViewPr snapToGrid="0">
      <p:cViewPr varScale="1">
        <p:scale>
          <a:sx n="44" d="100"/>
          <a:sy n="44" d="100"/>
        </p:scale>
        <p:origin x="14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àng, Trần Minh" userId="c184dfb0-fdd7-4fb6-a869-18c4bb824ecb" providerId="ADAL" clId="{17800B8C-641D-4030-91CE-E42599E7F3EA}"/>
    <pc:docChg chg="undo redo custSel addSld delSld modSld sldOrd">
      <pc:chgData name="Hoàng, Trần Minh" userId="c184dfb0-fdd7-4fb6-a869-18c4bb824ecb" providerId="ADAL" clId="{17800B8C-641D-4030-91CE-E42599E7F3EA}" dt="2026-05-27T06:28:53.298" v="1638" actId="6549"/>
      <pc:docMkLst>
        <pc:docMk/>
      </pc:docMkLst>
      <pc:sldChg chg="modSp mod">
        <pc:chgData name="Hoàng, Trần Minh" userId="c184dfb0-fdd7-4fb6-a869-18c4bb824ecb" providerId="ADAL" clId="{17800B8C-641D-4030-91CE-E42599E7F3EA}" dt="2026-05-27T06:28:31.264" v="1637" actId="20577"/>
        <pc:sldMkLst>
          <pc:docMk/>
          <pc:sldMk cId="1844864098" sldId="256"/>
        </pc:sldMkLst>
        <pc:spChg chg="mod">
          <ac:chgData name="Hoàng, Trần Minh" userId="c184dfb0-fdd7-4fb6-a869-18c4bb824ecb" providerId="ADAL" clId="{17800B8C-641D-4030-91CE-E42599E7F3EA}" dt="2026-05-27T06:28:31.264" v="1637" actId="20577"/>
          <ac:spMkLst>
            <pc:docMk/>
            <pc:sldMk cId="1844864098" sldId="256"/>
            <ac:spMk id="29" creationId="{1AFC29F9-1CCD-0A0D-4A12-CF07B256FD40}"/>
          </ac:spMkLst>
        </pc:spChg>
      </pc:sldChg>
      <pc:sldChg chg="addSp delSp modSp mod ord delAnim modAnim modShow">
        <pc:chgData name="Hoàng, Trần Minh" userId="c184dfb0-fdd7-4fb6-a869-18c4bb824ecb" providerId="ADAL" clId="{17800B8C-641D-4030-91CE-E42599E7F3EA}" dt="2026-05-27T06:28:17.925" v="1609" actId="729"/>
        <pc:sldMkLst>
          <pc:docMk/>
          <pc:sldMk cId="2317360523" sldId="257"/>
        </pc:sldMkLst>
        <pc:spChg chg="add del mod ord">
          <ac:chgData name="Hoàng, Trần Minh" userId="c184dfb0-fdd7-4fb6-a869-18c4bb824ecb" providerId="ADAL" clId="{17800B8C-641D-4030-91CE-E42599E7F3EA}" dt="2026-05-27T02:08:34.292" v="437" actId="478"/>
          <ac:spMkLst>
            <pc:docMk/>
            <pc:sldMk cId="2317360523" sldId="257"/>
            <ac:spMk id="3" creationId="{F35D689C-E5E1-F795-1810-36DBF7A7E205}"/>
          </ac:spMkLst>
        </pc:spChg>
        <pc:spChg chg="add mod ord">
          <ac:chgData name="Hoàng, Trần Minh" userId="c184dfb0-fdd7-4fb6-a869-18c4bb824ecb" providerId="ADAL" clId="{17800B8C-641D-4030-91CE-E42599E7F3EA}" dt="2026-05-27T02:10:41.047" v="469" actId="166"/>
          <ac:spMkLst>
            <pc:docMk/>
            <pc:sldMk cId="2317360523" sldId="257"/>
            <ac:spMk id="4" creationId="{4D5522F4-37E3-C830-8286-43DF135BC9E8}"/>
          </ac:spMkLst>
        </pc:spChg>
        <pc:spChg chg="add mod ord">
          <ac:chgData name="Hoàng, Trần Minh" userId="c184dfb0-fdd7-4fb6-a869-18c4bb824ecb" providerId="ADAL" clId="{17800B8C-641D-4030-91CE-E42599E7F3EA}" dt="2026-05-27T02:08:30.775" v="436" actId="167"/>
          <ac:spMkLst>
            <pc:docMk/>
            <pc:sldMk cId="2317360523" sldId="257"/>
            <ac:spMk id="5" creationId="{1E1A4949-60FC-12FE-7F63-BE6C2A0641E4}"/>
          </ac:spMkLst>
        </pc:spChg>
        <pc:spChg chg="ord">
          <ac:chgData name="Hoàng, Trần Minh" userId="c184dfb0-fdd7-4fb6-a869-18c4bb824ecb" providerId="ADAL" clId="{17800B8C-641D-4030-91CE-E42599E7F3EA}" dt="2026-05-27T01:37:47.247" v="72" actId="166"/>
          <ac:spMkLst>
            <pc:docMk/>
            <pc:sldMk cId="2317360523" sldId="257"/>
            <ac:spMk id="11" creationId="{306404ED-8790-61AD-BB50-D9CD435670F7}"/>
          </ac:spMkLst>
        </pc:spChg>
        <pc:spChg chg="mod">
          <ac:chgData name="Hoàng, Trần Minh" userId="c184dfb0-fdd7-4fb6-a869-18c4bb824ecb" providerId="ADAL" clId="{17800B8C-641D-4030-91CE-E42599E7F3EA}" dt="2026-05-27T01:37:02.393" v="67" actId="14100"/>
          <ac:spMkLst>
            <pc:docMk/>
            <pc:sldMk cId="2317360523" sldId="257"/>
            <ac:spMk id="15" creationId="{737F3A1E-86C3-D9AA-42FB-1EEA7BC031E9}"/>
          </ac:spMkLst>
        </pc:spChg>
        <pc:spChg chg="add mod ord">
          <ac:chgData name="Hoàng, Trần Minh" userId="c184dfb0-fdd7-4fb6-a869-18c4bb824ecb" providerId="ADAL" clId="{17800B8C-641D-4030-91CE-E42599E7F3EA}" dt="2026-05-27T05:43:41.357" v="1074" actId="1037"/>
          <ac:spMkLst>
            <pc:docMk/>
            <pc:sldMk cId="2317360523" sldId="257"/>
            <ac:spMk id="17" creationId="{87160D7B-5A62-89D4-1EBF-E69F1D574D28}"/>
          </ac:spMkLst>
        </pc:spChg>
        <pc:spChg chg="mod ord">
          <ac:chgData name="Hoàng, Trần Minh" userId="c184dfb0-fdd7-4fb6-a869-18c4bb824ecb" providerId="ADAL" clId="{17800B8C-641D-4030-91CE-E42599E7F3EA}" dt="2026-05-27T02:06:53.631" v="414" actId="166"/>
          <ac:spMkLst>
            <pc:docMk/>
            <pc:sldMk cId="2317360523" sldId="257"/>
            <ac:spMk id="30" creationId="{6E6DA0A5-FD2A-80C2-4923-2AF865E32C13}"/>
          </ac:spMkLst>
        </pc:spChg>
        <pc:spChg chg="add del mod">
          <ac:chgData name="Hoàng, Trần Minh" userId="c184dfb0-fdd7-4fb6-a869-18c4bb824ecb" providerId="ADAL" clId="{17800B8C-641D-4030-91CE-E42599E7F3EA}" dt="2026-05-27T02:03:13.538" v="289" actId="478"/>
          <ac:spMkLst>
            <pc:docMk/>
            <pc:sldMk cId="2317360523" sldId="257"/>
            <ac:spMk id="31" creationId="{95517890-A038-1CDE-10AF-7D6DB5B4995B}"/>
          </ac:spMkLst>
        </pc:spChg>
        <pc:spChg chg="del">
          <ac:chgData name="Hoàng, Trần Minh" userId="c184dfb0-fdd7-4fb6-a869-18c4bb824ecb" providerId="ADAL" clId="{17800B8C-641D-4030-91CE-E42599E7F3EA}" dt="2026-05-27T01:34:32.609" v="35" actId="478"/>
          <ac:spMkLst>
            <pc:docMk/>
            <pc:sldMk cId="2317360523" sldId="257"/>
            <ac:spMk id="32" creationId="{88B09B61-059C-7037-1662-7A35E5077DA8}"/>
          </ac:spMkLst>
        </pc:spChg>
        <pc:spChg chg="mod">
          <ac:chgData name="Hoàng, Trần Minh" userId="c184dfb0-fdd7-4fb6-a869-18c4bb824ecb" providerId="ADAL" clId="{17800B8C-641D-4030-91CE-E42599E7F3EA}" dt="2026-05-27T01:36:15.208" v="47" actId="208"/>
          <ac:spMkLst>
            <pc:docMk/>
            <pc:sldMk cId="2317360523" sldId="257"/>
            <ac:spMk id="35" creationId="{74825BBD-88AC-44A6-B594-D752A14B9B29}"/>
          </ac:spMkLst>
        </pc:spChg>
        <pc:spChg chg="mod">
          <ac:chgData name="Hoàng, Trần Minh" userId="c184dfb0-fdd7-4fb6-a869-18c4bb824ecb" providerId="ADAL" clId="{17800B8C-641D-4030-91CE-E42599E7F3EA}" dt="2026-05-27T02:10:02.879" v="463" actId="1076"/>
          <ac:spMkLst>
            <pc:docMk/>
            <pc:sldMk cId="2317360523" sldId="257"/>
            <ac:spMk id="36" creationId="{5E47DDFB-7C85-E78C-4494-83F278CBCEEA}"/>
          </ac:spMkLst>
        </pc:spChg>
        <pc:spChg chg="mod">
          <ac:chgData name="Hoàng, Trần Minh" userId="c184dfb0-fdd7-4fb6-a869-18c4bb824ecb" providerId="ADAL" clId="{17800B8C-641D-4030-91CE-E42599E7F3EA}" dt="2026-05-27T02:09:27.464" v="445" actId="1076"/>
          <ac:spMkLst>
            <pc:docMk/>
            <pc:sldMk cId="2317360523" sldId="257"/>
            <ac:spMk id="40" creationId="{373A55A2-5327-4A1C-B315-6AC0BEAB5426}"/>
          </ac:spMkLst>
        </pc:spChg>
        <pc:spChg chg="mod ord">
          <ac:chgData name="Hoàng, Trần Minh" userId="c184dfb0-fdd7-4fb6-a869-18c4bb824ecb" providerId="ADAL" clId="{17800B8C-641D-4030-91CE-E42599E7F3EA}" dt="2026-05-27T02:08:06.470" v="434" actId="1076"/>
          <ac:spMkLst>
            <pc:docMk/>
            <pc:sldMk cId="2317360523" sldId="257"/>
            <ac:spMk id="41" creationId="{4D0D2C00-FA57-A102-32F8-6621152B0922}"/>
          </ac:spMkLst>
        </pc:spChg>
        <pc:spChg chg="del">
          <ac:chgData name="Hoàng, Trần Minh" userId="c184dfb0-fdd7-4fb6-a869-18c4bb824ecb" providerId="ADAL" clId="{17800B8C-641D-4030-91CE-E42599E7F3EA}" dt="2026-05-27T01:34:52.938" v="38" actId="478"/>
          <ac:spMkLst>
            <pc:docMk/>
            <pc:sldMk cId="2317360523" sldId="257"/>
            <ac:spMk id="42" creationId="{5935B8B4-79FC-531E-0259-7BFC8D045311}"/>
          </ac:spMkLst>
        </pc:spChg>
        <pc:spChg chg="mod">
          <ac:chgData name="Hoàng, Trần Minh" userId="c184dfb0-fdd7-4fb6-a869-18c4bb824ecb" providerId="ADAL" clId="{17800B8C-641D-4030-91CE-E42599E7F3EA}" dt="2026-05-27T01:31:11.127" v="3" actId="20577"/>
          <ac:spMkLst>
            <pc:docMk/>
            <pc:sldMk cId="2317360523" sldId="257"/>
            <ac:spMk id="43" creationId="{37FD7A79-2420-8F31-5E0E-297C23B6C134}"/>
          </ac:spMkLst>
        </pc:spChg>
        <pc:spChg chg="del">
          <ac:chgData name="Hoàng, Trần Minh" userId="c184dfb0-fdd7-4fb6-a869-18c4bb824ecb" providerId="ADAL" clId="{17800B8C-641D-4030-91CE-E42599E7F3EA}" dt="2026-05-27T01:34:43.880" v="37" actId="478"/>
          <ac:spMkLst>
            <pc:docMk/>
            <pc:sldMk cId="2317360523" sldId="257"/>
            <ac:spMk id="47" creationId="{E5846B4E-3394-240B-BA85-4F93F74BB27B}"/>
          </ac:spMkLst>
        </pc:spChg>
        <pc:spChg chg="mod">
          <ac:chgData name="Hoàng, Trần Minh" userId="c184dfb0-fdd7-4fb6-a869-18c4bb824ecb" providerId="ADAL" clId="{17800B8C-641D-4030-91CE-E42599E7F3EA}" dt="2026-05-27T02:07:43.055" v="423" actId="1076"/>
          <ac:spMkLst>
            <pc:docMk/>
            <pc:sldMk cId="2317360523" sldId="257"/>
            <ac:spMk id="49" creationId="{A3663663-1E8C-2DEA-1695-F051D6B42FBB}"/>
          </ac:spMkLst>
        </pc:spChg>
        <pc:spChg chg="add mod ord">
          <ac:chgData name="Hoàng, Trần Minh" userId="c184dfb0-fdd7-4fb6-a869-18c4bb824ecb" providerId="ADAL" clId="{17800B8C-641D-4030-91CE-E42599E7F3EA}" dt="2026-05-27T06:17:36.609" v="1581" actId="1035"/>
          <ac:spMkLst>
            <pc:docMk/>
            <pc:sldMk cId="2317360523" sldId="257"/>
            <ac:spMk id="64" creationId="{5250CA22-F52C-9B8D-3A72-BE062EC5FB4B}"/>
          </ac:spMkLst>
        </pc:spChg>
        <pc:grpChg chg="del">
          <ac:chgData name="Hoàng, Trần Minh" userId="c184dfb0-fdd7-4fb6-a869-18c4bb824ecb" providerId="ADAL" clId="{17800B8C-641D-4030-91CE-E42599E7F3EA}" dt="2026-05-27T01:35:18.110" v="40" actId="478"/>
          <ac:grpSpMkLst>
            <pc:docMk/>
            <pc:sldMk cId="2317360523" sldId="257"/>
            <ac:grpSpMk id="8" creationId="{4D772167-51C2-9CB3-8C4E-39E6221342F9}"/>
          </ac:grpSpMkLst>
        </pc:grpChg>
        <pc:grpChg chg="del mod">
          <ac:chgData name="Hoàng, Trần Minh" userId="c184dfb0-fdd7-4fb6-a869-18c4bb824ecb" providerId="ADAL" clId="{17800B8C-641D-4030-91CE-E42599E7F3EA}" dt="2026-05-27T01:32:08.613" v="30" actId="478"/>
          <ac:grpSpMkLst>
            <pc:docMk/>
            <pc:sldMk cId="2317360523" sldId="257"/>
            <ac:grpSpMk id="12" creationId="{43191030-2566-F0A7-BB7C-B8BDB07BECE1}"/>
          </ac:grpSpMkLst>
        </pc:grpChg>
        <pc:grpChg chg="mod">
          <ac:chgData name="Hoàng, Trần Minh" userId="c184dfb0-fdd7-4fb6-a869-18c4bb824ecb" providerId="ADAL" clId="{17800B8C-641D-4030-91CE-E42599E7F3EA}" dt="2026-05-27T01:54:35.224" v="195" actId="1076"/>
          <ac:grpSpMkLst>
            <pc:docMk/>
            <pc:sldMk cId="2317360523" sldId="257"/>
            <ac:grpSpMk id="13" creationId="{2D512174-5A2E-0BCC-754E-5FC28A6E559F}"/>
          </ac:grpSpMkLst>
        </pc:grpChg>
        <pc:grpChg chg="del">
          <ac:chgData name="Hoàng, Trần Minh" userId="c184dfb0-fdd7-4fb6-a869-18c4bb824ecb" providerId="ADAL" clId="{17800B8C-641D-4030-91CE-E42599E7F3EA}" dt="2026-05-27T01:34:30.901" v="34" actId="478"/>
          <ac:grpSpMkLst>
            <pc:docMk/>
            <pc:sldMk cId="2317360523" sldId="257"/>
            <ac:grpSpMk id="20" creationId="{F4DB2C4D-17CD-C1AF-C7BE-81D82ABBB4D5}"/>
          </ac:grpSpMkLst>
        </pc:grpChg>
        <pc:grpChg chg="del">
          <ac:chgData name="Hoàng, Trần Minh" userId="c184dfb0-fdd7-4fb6-a869-18c4bb824ecb" providerId="ADAL" clId="{17800B8C-641D-4030-91CE-E42599E7F3EA}" dt="2026-05-27T01:34:54.113" v="39" actId="478"/>
          <ac:grpSpMkLst>
            <pc:docMk/>
            <pc:sldMk cId="2317360523" sldId="257"/>
            <ac:grpSpMk id="24" creationId="{A2BCCBA5-EA35-EE31-3233-B222BDC73DDE}"/>
          </ac:grpSpMkLst>
        </pc:grpChg>
        <pc:grpChg chg="mod ord">
          <ac:chgData name="Hoàng, Trần Minh" userId="c184dfb0-fdd7-4fb6-a869-18c4bb824ecb" providerId="ADAL" clId="{17800B8C-641D-4030-91CE-E42599E7F3EA}" dt="2026-05-27T02:06:53.631" v="414" actId="166"/>
          <ac:grpSpMkLst>
            <pc:docMk/>
            <pc:sldMk cId="2317360523" sldId="257"/>
            <ac:grpSpMk id="33" creationId="{6A9C0748-3F58-0F20-3839-B680525D908B}"/>
          </ac:grpSpMkLst>
        </pc:grpChg>
        <pc:grpChg chg="del">
          <ac:chgData name="Hoàng, Trần Minh" userId="c184dfb0-fdd7-4fb6-a869-18c4bb824ecb" providerId="ADAL" clId="{17800B8C-641D-4030-91CE-E42599E7F3EA}" dt="2026-05-27T01:34:36.993" v="36" actId="478"/>
          <ac:grpSpMkLst>
            <pc:docMk/>
            <pc:sldMk cId="2317360523" sldId="257"/>
            <ac:grpSpMk id="44" creationId="{2B7C4343-40ED-CEF1-6696-8E2707BDFE0F}"/>
          </ac:grpSpMkLst>
        </pc:grpChg>
        <pc:picChg chg="add del mod ord">
          <ac:chgData name="Hoàng, Trần Minh" userId="c184dfb0-fdd7-4fb6-a869-18c4bb824ecb" providerId="ADAL" clId="{17800B8C-641D-4030-91CE-E42599E7F3EA}" dt="2026-05-27T02:08:34.292" v="437" actId="478"/>
          <ac:picMkLst>
            <pc:docMk/>
            <pc:sldMk cId="2317360523" sldId="257"/>
            <ac:picMk id="2" creationId="{07950466-30D8-754B-E790-686C04DDCD08}"/>
          </ac:picMkLst>
        </pc:picChg>
        <pc:picChg chg="mod ord modCrop">
          <ac:chgData name="Hoàng, Trần Minh" userId="c184dfb0-fdd7-4fb6-a869-18c4bb824ecb" providerId="ADAL" clId="{17800B8C-641D-4030-91CE-E42599E7F3EA}" dt="2026-05-27T02:15:07.748" v="477" actId="1076"/>
          <ac:picMkLst>
            <pc:docMk/>
            <pc:sldMk cId="2317360523" sldId="257"/>
            <ac:picMk id="7" creationId="{365FC3ED-CC81-A846-9E12-EC53EA6332AE}"/>
          </ac:picMkLst>
        </pc:picChg>
        <pc:picChg chg="mod">
          <ac:chgData name="Hoàng, Trần Minh" userId="c184dfb0-fdd7-4fb6-a869-18c4bb824ecb" providerId="ADAL" clId="{17800B8C-641D-4030-91CE-E42599E7F3EA}" dt="2026-05-27T01:36:40.819" v="53" actId="14100"/>
          <ac:picMkLst>
            <pc:docMk/>
            <pc:sldMk cId="2317360523" sldId="257"/>
            <ac:picMk id="14" creationId="{C0E90A0B-4FC4-AB04-EC29-79AE809EAA31}"/>
          </ac:picMkLst>
        </pc:picChg>
        <pc:picChg chg="mod">
          <ac:chgData name="Hoàng, Trần Minh" userId="c184dfb0-fdd7-4fb6-a869-18c4bb824ecb" providerId="ADAL" clId="{17800B8C-641D-4030-91CE-E42599E7F3EA}" dt="2026-05-27T01:36:35.441" v="52" actId="14100"/>
          <ac:picMkLst>
            <pc:docMk/>
            <pc:sldMk cId="2317360523" sldId="257"/>
            <ac:picMk id="34" creationId="{86B8E319-807E-25F6-1039-F4107C27C48E}"/>
          </ac:picMkLst>
        </pc:picChg>
        <pc:cxnChg chg="add mod ord">
          <ac:chgData name="Hoàng, Trần Minh" userId="c184dfb0-fdd7-4fb6-a869-18c4bb824ecb" providerId="ADAL" clId="{17800B8C-641D-4030-91CE-E42599E7F3EA}" dt="2026-05-27T02:10:41.047" v="469" actId="166"/>
          <ac:cxnSpMkLst>
            <pc:docMk/>
            <pc:sldMk cId="2317360523" sldId="257"/>
            <ac:cxnSpMk id="23" creationId="{C8319235-154B-357E-76BC-359AD5E2AC0F}"/>
          </ac:cxnSpMkLst>
        </pc:cxnChg>
      </pc:sldChg>
      <pc:sldChg chg="addSp delSp modSp mod modNotesTx">
        <pc:chgData name="Hoàng, Trần Minh" userId="c184dfb0-fdd7-4fb6-a869-18c4bb824ecb" providerId="ADAL" clId="{17800B8C-641D-4030-91CE-E42599E7F3EA}" dt="2026-05-27T06:28:53.298" v="1638" actId="6549"/>
        <pc:sldMkLst>
          <pc:docMk/>
          <pc:sldMk cId="3563867917" sldId="267"/>
        </pc:sldMkLst>
        <pc:spChg chg="mod">
          <ac:chgData name="Hoàng, Trần Minh" userId="c184dfb0-fdd7-4fb6-a869-18c4bb824ecb" providerId="ADAL" clId="{17800B8C-641D-4030-91CE-E42599E7F3EA}" dt="2026-05-27T01:44:17.279" v="166" actId="20577"/>
          <ac:spMkLst>
            <pc:docMk/>
            <pc:sldMk cId="3563867917" sldId="267"/>
            <ac:spMk id="14" creationId="{ECA66CAF-810E-3681-CEA6-99B837EE569A}"/>
          </ac:spMkLst>
        </pc:spChg>
        <pc:graphicFrameChg chg="add del mod">
          <ac:chgData name="Hoàng, Trần Minh" userId="c184dfb0-fdd7-4fb6-a869-18c4bb824ecb" providerId="ADAL" clId="{17800B8C-641D-4030-91CE-E42599E7F3EA}" dt="2026-05-27T02:52:36.429" v="546" actId="1076"/>
          <ac:graphicFrameMkLst>
            <pc:docMk/>
            <pc:sldMk cId="3563867917" sldId="267"/>
            <ac:graphicFrameMk id="2" creationId="{D45ADAC7-4BBA-07BD-1603-3A3BD5F9AC47}"/>
          </ac:graphicFrameMkLst>
        </pc:graphicFrameChg>
        <pc:graphicFrameChg chg="mod">
          <ac:chgData name="Hoàng, Trần Minh" userId="c184dfb0-fdd7-4fb6-a869-18c4bb824ecb" providerId="ADAL" clId="{17800B8C-641D-4030-91CE-E42599E7F3EA}" dt="2026-05-27T02:29:54.995" v="518" actId="1076"/>
          <ac:graphicFrameMkLst>
            <pc:docMk/>
            <pc:sldMk cId="3563867917" sldId="267"/>
            <ac:graphicFrameMk id="3" creationId="{B9C7A36E-86F7-7C5A-DF65-0A6C3E4505C9}"/>
          </ac:graphicFrameMkLst>
        </pc:graphicFrameChg>
        <pc:graphicFrameChg chg="add mod">
          <ac:chgData name="Hoàng, Trần Minh" userId="c184dfb0-fdd7-4fb6-a869-18c4bb824ecb" providerId="ADAL" clId="{17800B8C-641D-4030-91CE-E42599E7F3EA}" dt="2026-05-27T02:55:29.511" v="567"/>
          <ac:graphicFrameMkLst>
            <pc:docMk/>
            <pc:sldMk cId="3563867917" sldId="267"/>
            <ac:graphicFrameMk id="7" creationId="{A519DEF2-DD00-557B-EDC3-0FB10CBAB077}"/>
          </ac:graphicFrameMkLst>
        </pc:graphicFrameChg>
        <pc:picChg chg="add del mod">
          <ac:chgData name="Hoàng, Trần Minh" userId="c184dfb0-fdd7-4fb6-a869-18c4bb824ecb" providerId="ADAL" clId="{17800B8C-641D-4030-91CE-E42599E7F3EA}" dt="2026-05-27T02:30:09.738" v="541" actId="478"/>
          <ac:picMkLst>
            <pc:docMk/>
            <pc:sldMk cId="3563867917" sldId="267"/>
            <ac:picMk id="6" creationId="{70A386B3-C880-2E2A-212E-D41433980978}"/>
          </ac:picMkLst>
        </pc:picChg>
      </pc:sldChg>
      <pc:sldChg chg="add mod ord modShow">
        <pc:chgData name="Hoàng, Trần Minh" userId="c184dfb0-fdd7-4fb6-a869-18c4bb824ecb" providerId="ADAL" clId="{17800B8C-641D-4030-91CE-E42599E7F3EA}" dt="2026-05-27T02:03:09.032" v="288" actId="729"/>
        <pc:sldMkLst>
          <pc:docMk/>
          <pc:sldMk cId="2922392726" sldId="268"/>
        </pc:sldMkLst>
      </pc:sldChg>
      <pc:sldChg chg="del">
        <pc:chgData name="Hoàng, Trần Minh" userId="c184dfb0-fdd7-4fb6-a869-18c4bb824ecb" providerId="ADAL" clId="{17800B8C-641D-4030-91CE-E42599E7F3EA}" dt="2026-05-27T01:31:03.869" v="1" actId="47"/>
        <pc:sldMkLst>
          <pc:docMk/>
          <pc:sldMk cId="2200726289" sldId="379"/>
        </pc:sldMkLst>
      </pc:sldChg>
      <pc:sldChg chg="del">
        <pc:chgData name="Hoàng, Trần Minh" userId="c184dfb0-fdd7-4fb6-a869-18c4bb824ecb" providerId="ADAL" clId="{17800B8C-641D-4030-91CE-E42599E7F3EA}" dt="2026-05-27T01:39:44.190" v="80" actId="47"/>
        <pc:sldMkLst>
          <pc:docMk/>
          <pc:sldMk cId="3366724823" sldId="381"/>
        </pc:sldMkLst>
      </pc:sldChg>
      <pc:sldChg chg="delSp modSp add mod">
        <pc:chgData name="Hoàng, Trần Minh" userId="c184dfb0-fdd7-4fb6-a869-18c4bb824ecb" providerId="ADAL" clId="{17800B8C-641D-4030-91CE-E42599E7F3EA}" dt="2026-05-27T05:10:34.182" v="658" actId="1035"/>
        <pc:sldMkLst>
          <pc:docMk/>
          <pc:sldMk cId="2488531570" sldId="412"/>
        </pc:sldMkLst>
        <pc:spChg chg="mod">
          <ac:chgData name="Hoàng, Trần Minh" userId="c184dfb0-fdd7-4fb6-a869-18c4bb824ecb" providerId="ADAL" clId="{17800B8C-641D-4030-91CE-E42599E7F3EA}" dt="2026-05-27T03:27:33.216" v="604" actId="1076"/>
          <ac:spMkLst>
            <pc:docMk/>
            <pc:sldMk cId="2488531570" sldId="412"/>
            <ac:spMk id="11" creationId="{E83C8918-71E9-DAC4-AD06-B6FA2E769A8C}"/>
          </ac:spMkLst>
        </pc:spChg>
        <pc:graphicFrameChg chg="del mod modGraphic">
          <ac:chgData name="Hoàng, Trần Minh" userId="c184dfb0-fdd7-4fb6-a869-18c4bb824ecb" providerId="ADAL" clId="{17800B8C-641D-4030-91CE-E42599E7F3EA}" dt="2026-05-27T05:10:22.601" v="633" actId="478"/>
          <ac:graphicFrameMkLst>
            <pc:docMk/>
            <pc:sldMk cId="2488531570" sldId="412"/>
            <ac:graphicFrameMk id="9" creationId="{073C03E0-8C02-E969-394F-A48D236977D5}"/>
          </ac:graphicFrameMkLst>
        </pc:graphicFrameChg>
        <pc:graphicFrameChg chg="mod modGraphic">
          <ac:chgData name="Hoàng, Trần Minh" userId="c184dfb0-fdd7-4fb6-a869-18c4bb824ecb" providerId="ADAL" clId="{17800B8C-641D-4030-91CE-E42599E7F3EA}" dt="2026-05-27T05:10:34.182" v="658" actId="1035"/>
          <ac:graphicFrameMkLst>
            <pc:docMk/>
            <pc:sldMk cId="2488531570" sldId="412"/>
            <ac:graphicFrameMk id="10" creationId="{CDEFAEF0-B150-9157-3A0F-80DF03FE119F}"/>
          </ac:graphicFrameMkLst>
        </pc:graphicFrameChg>
      </pc:sldChg>
      <pc:sldChg chg="addSp delSp modSp add del mod">
        <pc:chgData name="Hoàng, Trần Minh" userId="c184dfb0-fdd7-4fb6-a869-18c4bb824ecb" providerId="ADAL" clId="{17800B8C-641D-4030-91CE-E42599E7F3EA}" dt="2026-05-27T06:28:00.044" v="1608" actId="47"/>
        <pc:sldMkLst>
          <pc:docMk/>
          <pc:sldMk cId="3410416062" sldId="413"/>
        </pc:sldMkLst>
        <pc:spChg chg="del">
          <ac:chgData name="Hoàng, Trần Minh" userId="c184dfb0-fdd7-4fb6-a869-18c4bb824ecb" providerId="ADAL" clId="{17800B8C-641D-4030-91CE-E42599E7F3EA}" dt="2026-05-27T05:10:42.346" v="660" actId="478"/>
          <ac:spMkLst>
            <pc:docMk/>
            <pc:sldMk cId="3410416062" sldId="413"/>
            <ac:spMk id="6" creationId="{FA353613-C9E4-66CC-C0D8-C1A0DB35652B}"/>
          </ac:spMkLst>
        </pc:spChg>
        <pc:graphicFrameChg chg="add del mod modGraphic">
          <ac:chgData name="Hoàng, Trần Minh" userId="c184dfb0-fdd7-4fb6-a869-18c4bb824ecb" providerId="ADAL" clId="{17800B8C-641D-4030-91CE-E42599E7F3EA}" dt="2026-05-27T06:27:56.978" v="1606" actId="478"/>
          <ac:graphicFrameMkLst>
            <pc:docMk/>
            <pc:sldMk cId="3410416062" sldId="413"/>
            <ac:graphicFrameMk id="2" creationId="{48862435-7943-5D7C-3AD4-A274A91ECD2D}"/>
          </ac:graphicFrameMkLst>
        </pc:graphicFrameChg>
        <pc:graphicFrameChg chg="del mod modGraphic">
          <ac:chgData name="Hoàng, Trần Minh" userId="c184dfb0-fdd7-4fb6-a869-18c4bb824ecb" providerId="ADAL" clId="{17800B8C-641D-4030-91CE-E42599E7F3EA}" dt="2026-05-27T06:27:56.978" v="1606" actId="478"/>
          <ac:graphicFrameMkLst>
            <pc:docMk/>
            <pc:sldMk cId="3410416062" sldId="413"/>
            <ac:graphicFrameMk id="9" creationId="{356EA3D0-F8B0-B128-B3B4-39996BA10EA9}"/>
          </ac:graphicFrameMkLst>
        </pc:graphicFrameChg>
        <pc:graphicFrameChg chg="del">
          <ac:chgData name="Hoàng, Trần Minh" userId="c184dfb0-fdd7-4fb6-a869-18c4bb824ecb" providerId="ADAL" clId="{17800B8C-641D-4030-91CE-E42599E7F3EA}" dt="2026-05-27T05:10:38.329" v="659" actId="478"/>
          <ac:graphicFrameMkLst>
            <pc:docMk/>
            <pc:sldMk cId="3410416062" sldId="413"/>
            <ac:graphicFrameMk id="10" creationId="{ACC7B988-D6E1-4A0D-645A-19BD7823E25F}"/>
          </ac:graphicFrameMkLst>
        </pc:graphicFrameChg>
      </pc:sldChg>
      <pc:sldChg chg="addSp delSp modSp add mod">
        <pc:chgData name="Hoàng, Trần Minh" userId="c184dfb0-fdd7-4fb6-a869-18c4bb824ecb" providerId="ADAL" clId="{17800B8C-641D-4030-91CE-E42599E7F3EA}" dt="2026-05-27T06:17:50.727" v="1583" actId="1076"/>
        <pc:sldMkLst>
          <pc:docMk/>
          <pc:sldMk cId="4103031125" sldId="414"/>
        </pc:sldMkLst>
        <pc:spChg chg="add del">
          <ac:chgData name="Hoàng, Trần Minh" userId="c184dfb0-fdd7-4fb6-a869-18c4bb824ecb" providerId="ADAL" clId="{17800B8C-641D-4030-91CE-E42599E7F3EA}" dt="2026-05-27T05:44:00.029" v="1079" actId="22"/>
          <ac:spMkLst>
            <pc:docMk/>
            <pc:sldMk cId="4103031125" sldId="414"/>
            <ac:spMk id="3" creationId="{E382C7F1-807D-21A5-DCDD-F204FAA6B5F6}"/>
          </ac:spMkLst>
        </pc:spChg>
        <pc:spChg chg="del">
          <ac:chgData name="Hoàng, Trần Minh" userId="c184dfb0-fdd7-4fb6-a869-18c4bb824ecb" providerId="ADAL" clId="{17800B8C-641D-4030-91CE-E42599E7F3EA}" dt="2026-05-27T05:43:55.882" v="1077" actId="478"/>
          <ac:spMkLst>
            <pc:docMk/>
            <pc:sldMk cId="4103031125" sldId="414"/>
            <ac:spMk id="4" creationId="{88592848-5B72-9666-0DE8-C9A2735B76A8}"/>
          </ac:spMkLst>
        </pc:spChg>
        <pc:spChg chg="del">
          <ac:chgData name="Hoàng, Trần Minh" userId="c184dfb0-fdd7-4fb6-a869-18c4bb824ecb" providerId="ADAL" clId="{17800B8C-641D-4030-91CE-E42599E7F3EA}" dt="2026-05-27T05:43:55.882" v="1077" actId="478"/>
          <ac:spMkLst>
            <pc:docMk/>
            <pc:sldMk cId="4103031125" sldId="414"/>
            <ac:spMk id="5" creationId="{FD9F8952-B14C-45EA-C22F-BEDE7E8E4BDA}"/>
          </ac:spMkLst>
        </pc:spChg>
        <pc:spChg chg="add mod">
          <ac:chgData name="Hoàng, Trần Minh" userId="c184dfb0-fdd7-4fb6-a869-18c4bb824ecb" providerId="ADAL" clId="{17800B8C-641D-4030-91CE-E42599E7F3EA}" dt="2026-05-27T05:55:51.121" v="1211" actId="207"/>
          <ac:spMkLst>
            <pc:docMk/>
            <pc:sldMk cId="4103031125" sldId="414"/>
            <ac:spMk id="10" creationId="{D2FB330B-9BB5-0BDB-6E0D-8FB5C99EE9FA}"/>
          </ac:spMkLst>
        </pc:spChg>
        <pc:spChg chg="del">
          <ac:chgData name="Hoàng, Trần Minh" userId="c184dfb0-fdd7-4fb6-a869-18c4bb824ecb" providerId="ADAL" clId="{17800B8C-641D-4030-91CE-E42599E7F3EA}" dt="2026-05-27T05:43:55.882" v="1077" actId="478"/>
          <ac:spMkLst>
            <pc:docMk/>
            <pc:sldMk cId="4103031125" sldId="414"/>
            <ac:spMk id="11" creationId="{72EB6C77-8455-1C5A-0B9E-F794F8F95C6E}"/>
          </ac:spMkLst>
        </pc:spChg>
        <pc:spChg chg="add mod">
          <ac:chgData name="Hoàng, Trần Minh" userId="c184dfb0-fdd7-4fb6-a869-18c4bb824ecb" providerId="ADAL" clId="{17800B8C-641D-4030-91CE-E42599E7F3EA}" dt="2026-05-27T05:55:43.121" v="1195" actId="207"/>
          <ac:spMkLst>
            <pc:docMk/>
            <pc:sldMk cId="4103031125" sldId="414"/>
            <ac:spMk id="12" creationId="{6B26AA24-49ED-1941-4A69-EC8634C63CC9}"/>
          </ac:spMkLst>
        </pc:spChg>
        <pc:spChg chg="add mod">
          <ac:chgData name="Hoàng, Trần Minh" userId="c184dfb0-fdd7-4fb6-a869-18c4bb824ecb" providerId="ADAL" clId="{17800B8C-641D-4030-91CE-E42599E7F3EA}" dt="2026-05-27T05:55:31.165" v="1167" actId="207"/>
          <ac:spMkLst>
            <pc:docMk/>
            <pc:sldMk cId="4103031125" sldId="414"/>
            <ac:spMk id="16" creationId="{77A5D099-6224-BD3F-D72A-9EF0131BE773}"/>
          </ac:spMkLst>
        </pc:spChg>
        <pc:spChg chg="del">
          <ac:chgData name="Hoàng, Trần Minh" userId="c184dfb0-fdd7-4fb6-a869-18c4bb824ecb" providerId="ADAL" clId="{17800B8C-641D-4030-91CE-E42599E7F3EA}" dt="2026-05-27T05:43:55.882" v="1077" actId="478"/>
          <ac:spMkLst>
            <pc:docMk/>
            <pc:sldMk cId="4103031125" sldId="414"/>
            <ac:spMk id="17" creationId="{7B51B3AD-F640-2C9C-8940-946E67EA792F}"/>
          </ac:spMkLst>
        </pc:spChg>
        <pc:spChg chg="add mod">
          <ac:chgData name="Hoàng, Trần Minh" userId="c184dfb0-fdd7-4fb6-a869-18c4bb824ecb" providerId="ADAL" clId="{17800B8C-641D-4030-91CE-E42599E7F3EA}" dt="2026-05-27T06:16:13.967" v="1571" actId="1038"/>
          <ac:spMkLst>
            <pc:docMk/>
            <pc:sldMk cId="4103031125" sldId="414"/>
            <ac:spMk id="20" creationId="{6672F85B-105F-98CB-65C1-B4D93D9B1B1B}"/>
          </ac:spMkLst>
        </pc:spChg>
        <pc:spChg chg="add mod">
          <ac:chgData name="Hoàng, Trần Minh" userId="c184dfb0-fdd7-4fb6-a869-18c4bb824ecb" providerId="ADAL" clId="{17800B8C-641D-4030-91CE-E42599E7F3EA}" dt="2026-05-27T06:14:20.323" v="1465" actId="1076"/>
          <ac:spMkLst>
            <pc:docMk/>
            <pc:sldMk cId="4103031125" sldId="414"/>
            <ac:spMk id="21" creationId="{40855DD2-20D6-7042-27E0-D272BD0D6D42}"/>
          </ac:spMkLst>
        </pc:spChg>
        <pc:spChg chg="add mod">
          <ac:chgData name="Hoàng, Trần Minh" userId="c184dfb0-fdd7-4fb6-a869-18c4bb824ecb" providerId="ADAL" clId="{17800B8C-641D-4030-91CE-E42599E7F3EA}" dt="2026-05-27T06:14:30.561" v="1467" actId="1076"/>
          <ac:spMkLst>
            <pc:docMk/>
            <pc:sldMk cId="4103031125" sldId="414"/>
            <ac:spMk id="22" creationId="{87E2FE72-4B30-18C0-6CAC-9BAB5DF510F8}"/>
          </ac:spMkLst>
        </pc:spChg>
        <pc:spChg chg="add del mod">
          <ac:chgData name="Hoàng, Trần Minh" userId="c184dfb0-fdd7-4fb6-a869-18c4bb824ecb" providerId="ADAL" clId="{17800B8C-641D-4030-91CE-E42599E7F3EA}" dt="2026-05-27T06:10:12.755" v="1250" actId="478"/>
          <ac:spMkLst>
            <pc:docMk/>
            <pc:sldMk cId="4103031125" sldId="414"/>
            <ac:spMk id="24" creationId="{771124DF-3367-9D1B-635B-020816CB7816}"/>
          </ac:spMkLst>
        </pc:spChg>
        <pc:spChg chg="del">
          <ac:chgData name="Hoàng, Trần Minh" userId="c184dfb0-fdd7-4fb6-a869-18c4bb824ecb" providerId="ADAL" clId="{17800B8C-641D-4030-91CE-E42599E7F3EA}" dt="2026-05-27T05:43:55.882" v="1077" actId="478"/>
          <ac:spMkLst>
            <pc:docMk/>
            <pc:sldMk cId="4103031125" sldId="414"/>
            <ac:spMk id="30" creationId="{1ABB86B5-F39B-131D-1365-F80FE53414E3}"/>
          </ac:spMkLst>
        </pc:spChg>
        <pc:spChg chg="del">
          <ac:chgData name="Hoàng, Trần Minh" userId="c184dfb0-fdd7-4fb6-a869-18c4bb824ecb" providerId="ADAL" clId="{17800B8C-641D-4030-91CE-E42599E7F3EA}" dt="2026-05-27T05:43:55.882" v="1077" actId="478"/>
          <ac:spMkLst>
            <pc:docMk/>
            <pc:sldMk cId="4103031125" sldId="414"/>
            <ac:spMk id="41" creationId="{21D7E304-0554-73FD-B21E-D74CFCB43597}"/>
          </ac:spMkLst>
        </pc:spChg>
        <pc:spChg chg="add mod">
          <ac:chgData name="Hoàng, Trần Minh" userId="c184dfb0-fdd7-4fb6-a869-18c4bb824ecb" providerId="ADAL" clId="{17800B8C-641D-4030-91CE-E42599E7F3EA}" dt="2026-05-27T06:15:22.974" v="1514" actId="1038"/>
          <ac:spMkLst>
            <pc:docMk/>
            <pc:sldMk cId="4103031125" sldId="414"/>
            <ac:spMk id="42" creationId="{212F418A-A9A9-BD30-2CBB-50DF14CCF450}"/>
          </ac:spMkLst>
        </pc:spChg>
        <pc:spChg chg="mod">
          <ac:chgData name="Hoàng, Trần Minh" userId="c184dfb0-fdd7-4fb6-a869-18c4bb824ecb" providerId="ADAL" clId="{17800B8C-641D-4030-91CE-E42599E7F3EA}" dt="2026-05-27T06:13:41.980" v="1344" actId="1036"/>
          <ac:spMkLst>
            <pc:docMk/>
            <pc:sldMk cId="4103031125" sldId="414"/>
            <ac:spMk id="43" creationId="{360CE6FA-1624-0075-0BF9-94A62852DC13}"/>
          </ac:spMkLst>
        </pc:spChg>
        <pc:spChg chg="add mod">
          <ac:chgData name="Hoàng, Trần Minh" userId="c184dfb0-fdd7-4fb6-a869-18c4bb824ecb" providerId="ADAL" clId="{17800B8C-641D-4030-91CE-E42599E7F3EA}" dt="2026-05-27T06:16:08.721" v="1565" actId="1037"/>
          <ac:spMkLst>
            <pc:docMk/>
            <pc:sldMk cId="4103031125" sldId="414"/>
            <ac:spMk id="44" creationId="{817AD4AE-AF2D-CD18-FF97-CCC313E19D78}"/>
          </ac:spMkLst>
        </pc:spChg>
        <pc:spChg chg="add mod">
          <ac:chgData name="Hoàng, Trần Minh" userId="c184dfb0-fdd7-4fb6-a869-18c4bb824ecb" providerId="ADAL" clId="{17800B8C-641D-4030-91CE-E42599E7F3EA}" dt="2026-05-27T06:16:02.429" v="1563" actId="20577"/>
          <ac:spMkLst>
            <pc:docMk/>
            <pc:sldMk cId="4103031125" sldId="414"/>
            <ac:spMk id="45" creationId="{91928173-5C61-95CA-AF8B-0EBF8249E117}"/>
          </ac:spMkLst>
        </pc:spChg>
        <pc:spChg chg="add mod">
          <ac:chgData name="Hoàng, Trần Minh" userId="c184dfb0-fdd7-4fb6-a869-18c4bb824ecb" providerId="ADAL" clId="{17800B8C-641D-4030-91CE-E42599E7F3EA}" dt="2026-05-27T06:17:24.928" v="1575" actId="1076"/>
          <ac:spMkLst>
            <pc:docMk/>
            <pc:sldMk cId="4103031125" sldId="414"/>
            <ac:spMk id="46" creationId="{50440419-A792-A0E1-C21D-EFC762292BAD}"/>
          </ac:spMkLst>
        </pc:spChg>
        <pc:spChg chg="del">
          <ac:chgData name="Hoàng, Trần Minh" userId="c184dfb0-fdd7-4fb6-a869-18c4bb824ecb" providerId="ADAL" clId="{17800B8C-641D-4030-91CE-E42599E7F3EA}" dt="2026-05-27T05:43:55.882" v="1077" actId="478"/>
          <ac:spMkLst>
            <pc:docMk/>
            <pc:sldMk cId="4103031125" sldId="414"/>
            <ac:spMk id="49" creationId="{89BF4D28-6C54-3DB2-476D-4D01A3E70022}"/>
          </ac:spMkLst>
        </pc:spChg>
        <pc:spChg chg="mod">
          <ac:chgData name="Hoàng, Trần Minh" userId="c184dfb0-fdd7-4fb6-a869-18c4bb824ecb" providerId="ADAL" clId="{17800B8C-641D-4030-91CE-E42599E7F3EA}" dt="2026-05-27T06:13:59.560" v="1454" actId="1035"/>
          <ac:spMkLst>
            <pc:docMk/>
            <pc:sldMk cId="4103031125" sldId="414"/>
            <ac:spMk id="53" creationId="{2E6A3106-7A3A-7686-8FF9-9312133A7399}"/>
          </ac:spMkLst>
        </pc:spChg>
        <pc:spChg chg="mod">
          <ac:chgData name="Hoàng, Trần Minh" userId="c184dfb0-fdd7-4fb6-a869-18c4bb824ecb" providerId="ADAL" clId="{17800B8C-641D-4030-91CE-E42599E7F3EA}" dt="2026-05-27T06:13:59.560" v="1454" actId="1035"/>
          <ac:spMkLst>
            <pc:docMk/>
            <pc:sldMk cId="4103031125" sldId="414"/>
            <ac:spMk id="54" creationId="{6EB8B6C5-FBE5-A6E0-B0D6-685C7E9AF000}"/>
          </ac:spMkLst>
        </pc:spChg>
        <pc:spChg chg="mod">
          <ac:chgData name="Hoàng, Trần Minh" userId="c184dfb0-fdd7-4fb6-a869-18c4bb824ecb" providerId="ADAL" clId="{17800B8C-641D-4030-91CE-E42599E7F3EA}" dt="2026-05-27T06:13:59.560" v="1454" actId="1035"/>
          <ac:spMkLst>
            <pc:docMk/>
            <pc:sldMk cId="4103031125" sldId="414"/>
            <ac:spMk id="55" creationId="{5FEF3759-F6BE-A82D-7676-F1853718DA80}"/>
          </ac:spMkLst>
        </pc:spChg>
        <pc:spChg chg="mod">
          <ac:chgData name="Hoàng, Trần Minh" userId="c184dfb0-fdd7-4fb6-a869-18c4bb824ecb" providerId="ADAL" clId="{17800B8C-641D-4030-91CE-E42599E7F3EA}" dt="2026-05-27T06:13:59.560" v="1454" actId="1035"/>
          <ac:spMkLst>
            <pc:docMk/>
            <pc:sldMk cId="4103031125" sldId="414"/>
            <ac:spMk id="56" creationId="{4E5BC813-B83B-4BAD-85E7-C7689CADF77B}"/>
          </ac:spMkLst>
        </pc:spChg>
        <pc:spChg chg="del">
          <ac:chgData name="Hoàng, Trần Minh" userId="c184dfb0-fdd7-4fb6-a869-18c4bb824ecb" providerId="ADAL" clId="{17800B8C-641D-4030-91CE-E42599E7F3EA}" dt="2026-05-27T05:43:55.882" v="1077" actId="478"/>
          <ac:spMkLst>
            <pc:docMk/>
            <pc:sldMk cId="4103031125" sldId="414"/>
            <ac:spMk id="64" creationId="{F383F830-BB77-AD3D-22C5-58130F24F535}"/>
          </ac:spMkLst>
        </pc:spChg>
        <pc:grpChg chg="add mod">
          <ac:chgData name="Hoàng, Trần Minh" userId="c184dfb0-fdd7-4fb6-a869-18c4bb824ecb" providerId="ADAL" clId="{17800B8C-641D-4030-91CE-E42599E7F3EA}" dt="2026-05-27T05:49:48.924" v="1135" actId="164"/>
          <ac:grpSpMkLst>
            <pc:docMk/>
            <pc:sldMk cId="4103031125" sldId="414"/>
            <ac:grpSpMk id="18" creationId="{6A82C1A5-92AB-DBBE-64B5-ED081A6B8AA7}"/>
          </ac:grpSpMkLst>
        </pc:grpChg>
        <pc:grpChg chg="add del mod">
          <ac:chgData name="Hoàng, Trần Minh" userId="c184dfb0-fdd7-4fb6-a869-18c4bb824ecb" providerId="ADAL" clId="{17800B8C-641D-4030-91CE-E42599E7F3EA}" dt="2026-05-27T06:10:06.798" v="1249" actId="478"/>
          <ac:grpSpMkLst>
            <pc:docMk/>
            <pc:sldMk cId="4103031125" sldId="414"/>
            <ac:grpSpMk id="19" creationId="{6FECE205-200A-D41C-AA06-BC5C0FAB1949}"/>
          </ac:grpSpMkLst>
        </pc:grpChg>
        <pc:grpChg chg="del">
          <ac:chgData name="Hoàng, Trần Minh" userId="c184dfb0-fdd7-4fb6-a869-18c4bb824ecb" providerId="ADAL" clId="{17800B8C-641D-4030-91CE-E42599E7F3EA}" dt="2026-05-27T05:43:55.882" v="1077" actId="478"/>
          <ac:grpSpMkLst>
            <pc:docMk/>
            <pc:sldMk cId="4103031125" sldId="414"/>
            <ac:grpSpMk id="33" creationId="{5C02F96A-88DA-BAC4-7514-FF0F162150E9}"/>
          </ac:grpSpMkLst>
        </pc:grpChg>
        <pc:grpChg chg="del">
          <ac:chgData name="Hoàng, Trần Minh" userId="c184dfb0-fdd7-4fb6-a869-18c4bb824ecb" providerId="ADAL" clId="{17800B8C-641D-4030-91CE-E42599E7F3EA}" dt="2026-05-27T05:43:55.882" v="1077" actId="478"/>
          <ac:grpSpMkLst>
            <pc:docMk/>
            <pc:sldMk cId="4103031125" sldId="414"/>
            <ac:grpSpMk id="50" creationId="{B3CC6E36-E8B6-BFAE-D95D-8EEDAC933655}"/>
          </ac:grpSpMkLst>
        </pc:grpChg>
        <pc:picChg chg="del">
          <ac:chgData name="Hoàng, Trần Minh" userId="c184dfb0-fdd7-4fb6-a869-18c4bb824ecb" providerId="ADAL" clId="{17800B8C-641D-4030-91CE-E42599E7F3EA}" dt="2026-05-27T05:43:52.406" v="1076" actId="478"/>
          <ac:picMkLst>
            <pc:docMk/>
            <pc:sldMk cId="4103031125" sldId="414"/>
            <ac:picMk id="7" creationId="{48EF07E7-D0CB-80C1-13A3-AB6CD5D22A99}"/>
          </ac:picMkLst>
        </pc:picChg>
        <pc:picChg chg="add mod modCrop">
          <ac:chgData name="Hoàng, Trần Minh" userId="c184dfb0-fdd7-4fb6-a869-18c4bb824ecb" providerId="ADAL" clId="{17800B8C-641D-4030-91CE-E42599E7F3EA}" dt="2026-05-27T05:48:44.454" v="1113" actId="164"/>
          <ac:picMkLst>
            <pc:docMk/>
            <pc:sldMk cId="4103031125" sldId="414"/>
            <ac:picMk id="9" creationId="{F88CA594-C927-9619-E3CA-4EBB9455C243}"/>
          </ac:picMkLst>
        </pc:picChg>
        <pc:picChg chg="add mod ord modCrop">
          <ac:chgData name="Hoàng, Trần Minh" userId="c184dfb0-fdd7-4fb6-a869-18c4bb824ecb" providerId="ADAL" clId="{17800B8C-641D-4030-91CE-E42599E7F3EA}" dt="2026-05-27T06:14:08.045" v="1463" actId="1036"/>
          <ac:picMkLst>
            <pc:docMk/>
            <pc:sldMk cId="4103031125" sldId="414"/>
            <ac:picMk id="26" creationId="{73D9F76E-22DF-B9DE-026B-DCC4C3F0D9A0}"/>
          </ac:picMkLst>
        </pc:picChg>
        <pc:picChg chg="add del">
          <ac:chgData name="Hoàng, Trần Minh" userId="c184dfb0-fdd7-4fb6-a869-18c4bb824ecb" providerId="ADAL" clId="{17800B8C-641D-4030-91CE-E42599E7F3EA}" dt="2026-05-27T06:14:39.107" v="1469" actId="22"/>
          <ac:picMkLst>
            <pc:docMk/>
            <pc:sldMk cId="4103031125" sldId="414"/>
            <ac:picMk id="32" creationId="{C68960BD-FC4B-6EE2-617F-E17085E62BC2}"/>
          </ac:picMkLst>
        </pc:picChg>
        <pc:cxnChg chg="add mod">
          <ac:chgData name="Hoàng, Trần Minh" userId="c184dfb0-fdd7-4fb6-a869-18c4bb824ecb" providerId="ADAL" clId="{17800B8C-641D-4030-91CE-E42599E7F3EA}" dt="2026-05-27T06:17:50.727" v="1583" actId="1076"/>
          <ac:cxnSpMkLst>
            <pc:docMk/>
            <pc:sldMk cId="4103031125" sldId="414"/>
            <ac:cxnSpMk id="47" creationId="{CA0A2D61-CC5F-9B7C-95C9-61899FC3E453}"/>
          </ac:cxnSpMkLst>
        </pc:cxnChg>
      </pc:sldChg>
      <pc:sldChg chg="modSp add">
        <pc:chgData name="Hoàng, Trần Minh" userId="c184dfb0-fdd7-4fb6-a869-18c4bb824ecb" providerId="ADAL" clId="{17800B8C-641D-4030-91CE-E42599E7F3EA}" dt="2026-05-27T06:27:58.134" v="1607"/>
        <pc:sldMkLst>
          <pc:docMk/>
          <pc:sldMk cId="1066528482" sldId="415"/>
        </pc:sldMkLst>
        <pc:graphicFrameChg chg="mod">
          <ac:chgData name="Hoàng, Trần Minh" userId="c184dfb0-fdd7-4fb6-a869-18c4bb824ecb" providerId="ADAL" clId="{17800B8C-641D-4030-91CE-E42599E7F3EA}" dt="2026-05-27T06:27:58.134" v="1607"/>
          <ac:graphicFrameMkLst>
            <pc:docMk/>
            <pc:sldMk cId="1066528482" sldId="415"/>
            <ac:graphicFrameMk id="2" creationId="{48862435-7943-5D7C-3AD4-A274A91ECD2D}"/>
          </ac:graphicFrameMkLst>
        </pc:graphicFrameChg>
        <pc:graphicFrameChg chg="mod">
          <ac:chgData name="Hoàng, Trần Minh" userId="c184dfb0-fdd7-4fb6-a869-18c4bb824ecb" providerId="ADAL" clId="{17800B8C-641D-4030-91CE-E42599E7F3EA}" dt="2026-05-27T06:27:58.134" v="1607"/>
          <ac:graphicFrameMkLst>
            <pc:docMk/>
            <pc:sldMk cId="1066528482" sldId="415"/>
            <ac:graphicFrameMk id="9" creationId="{356EA3D0-F8B0-B128-B3B4-39996BA10EA9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ranminhhoang\AppData\Local\Microsoft\Windows\INetCache\Content.Outlook\GC6N1UOQ\Danh%20s&#225;ch%20&#272;TM%20TP.HCM%20m&#7899;i%20-%202026.02.07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ranminhhoang\AppData\Local\Microsoft\Windows\INetCache\Content.Outlook\GC6N1UOQ\Danh%20s&#225;ch%20&#272;TM%20TP.HCM%20m&#7899;i%20-%202026.02.07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luuhongnhung_duytanrecycling_com/Documents/01.%20HE%20THONG%20THU%20MUA/00.%20DA%20SUPPLY%20CHAIN/04.%20TC1.%20Phat%20trien%20tram/1.%20Tr&#7841;m%20n&#7897;i%20b&#7897;/Ph&#226;n%20t&#237;ch%20&#273;&#7847;u%20t&#432;%20tr&#7841;m%20c&#7845;p%202%20-%2027.05.202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[Danh sách ĐTM TP.HCM mới - 2026.02.07.xlsx]Sheet1!PivotTable1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err="1"/>
              <a:t>Số</a:t>
            </a:r>
            <a:r>
              <a:rPr lang="en-US" sz="2000" baseline="0"/>
              <a:t> </a:t>
            </a:r>
            <a:r>
              <a:rPr lang="en-US" sz="2000" baseline="0" err="1"/>
              <a:t>lượng</a:t>
            </a:r>
            <a:r>
              <a:rPr lang="en-US" sz="2000" baseline="0"/>
              <a:t> </a:t>
            </a:r>
            <a:r>
              <a:rPr lang="en-US" sz="2000" baseline="0" err="1"/>
              <a:t>các</a:t>
            </a:r>
            <a:r>
              <a:rPr lang="en-US" sz="2000" baseline="0"/>
              <a:t> </a:t>
            </a:r>
            <a:r>
              <a:rPr lang="en-US" sz="2000" baseline="0" err="1"/>
              <a:t>cấp</a:t>
            </a:r>
            <a:r>
              <a:rPr lang="en-US" sz="2000" baseline="0"/>
              <a:t> </a:t>
            </a:r>
            <a:r>
              <a:rPr lang="en-US" sz="2000" baseline="0" err="1"/>
              <a:t>thu</a:t>
            </a:r>
            <a:r>
              <a:rPr lang="en-US" sz="2000" baseline="0"/>
              <a:t> </a:t>
            </a:r>
            <a:r>
              <a:rPr lang="en-US" sz="2000" baseline="0" err="1"/>
              <a:t>mua</a:t>
            </a:r>
            <a:endParaRPr lang="vi-VN" sz="2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2.158216920420656E-2"/>
          <c:y val="0.12714356356004031"/>
          <c:w val="0.95455368047955036"/>
          <c:h val="0.828782863138605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Sheet1!$B$3:$B$4</c:f>
              <c:strCache>
                <c:ptCount val="1"/>
                <c:pt idx="0">
                  <c:v>Cấp 0: Nhà máy tái chế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Sheet1!$A$5:$A$9</c:f>
              <c:strCache>
                <c:ptCount val="4"/>
                <c:pt idx="0">
                  <c:v>Bà Rịa - Vũng Tàu</c:v>
                </c:pt>
                <c:pt idx="1">
                  <c:v>Bình Dương</c:v>
                </c:pt>
                <c:pt idx="2">
                  <c:v>Long An</c:v>
                </c:pt>
                <c:pt idx="3">
                  <c:v>TP. Hồ Chí Minh</c:v>
                </c:pt>
              </c:strCache>
            </c:strRef>
          </c:cat>
          <c:val>
            <c:numRef>
              <c:f>Sheet1!$B$5:$B$9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6F-485A-A16A-8DD1FF132948}"/>
            </c:ext>
          </c:extLst>
        </c:ser>
        <c:ser>
          <c:idx val="1"/>
          <c:order val="1"/>
          <c:tx>
            <c:strRef>
              <c:f>Sheet1!$C$3:$C$4</c:f>
              <c:strCache>
                <c:ptCount val="1"/>
                <c:pt idx="0">
                  <c:v>Cấp 1: Nhà SX vảy nóng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Sheet1!$A$5:$A$9</c:f>
              <c:strCache>
                <c:ptCount val="4"/>
                <c:pt idx="0">
                  <c:v>Bà Rịa - Vũng Tàu</c:v>
                </c:pt>
                <c:pt idx="1">
                  <c:v>Bình Dương</c:v>
                </c:pt>
                <c:pt idx="2">
                  <c:v>Long An</c:v>
                </c:pt>
                <c:pt idx="3">
                  <c:v>TP. Hồ Chí Minh</c:v>
                </c:pt>
              </c:strCache>
            </c:strRef>
          </c:cat>
          <c:val>
            <c:numRef>
              <c:f>Sheet1!$C$5:$C$9</c:f>
              <c:numCache>
                <c:formatCode>General</c:formatCode>
                <c:ptCount val="4"/>
                <c:pt idx="0">
                  <c:v>3</c:v>
                </c:pt>
                <c:pt idx="1">
                  <c:v>21</c:v>
                </c:pt>
                <c:pt idx="2">
                  <c:v>13</c:v>
                </c:pt>
                <c:pt idx="3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6F-485A-A16A-8DD1FF132948}"/>
            </c:ext>
          </c:extLst>
        </c:ser>
        <c:ser>
          <c:idx val="2"/>
          <c:order val="2"/>
          <c:tx>
            <c:strRef>
              <c:f>Sheet1!$D$3:$D$4</c:f>
              <c:strCache>
                <c:ptCount val="1"/>
                <c:pt idx="0">
                  <c:v>Cấp 2: Nhà xử lý chai, xử lý thô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Sheet1!$A$5:$A$9</c:f>
              <c:strCache>
                <c:ptCount val="4"/>
                <c:pt idx="0">
                  <c:v>Bà Rịa - Vũng Tàu</c:v>
                </c:pt>
                <c:pt idx="1">
                  <c:v>Bình Dương</c:v>
                </c:pt>
                <c:pt idx="2">
                  <c:v>Long An</c:v>
                </c:pt>
                <c:pt idx="3">
                  <c:v>TP. Hồ Chí Minh</c:v>
                </c:pt>
              </c:strCache>
            </c:strRef>
          </c:cat>
          <c:val>
            <c:numRef>
              <c:f>Sheet1!$D$5:$D$9</c:f>
              <c:numCache>
                <c:formatCode>General</c:formatCode>
                <c:ptCount val="4"/>
                <c:pt idx="0">
                  <c:v>8</c:v>
                </c:pt>
                <c:pt idx="1">
                  <c:v>17</c:v>
                </c:pt>
                <c:pt idx="2">
                  <c:v>15</c:v>
                </c:pt>
                <c:pt idx="3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66F-485A-A16A-8DD1FF132948}"/>
            </c:ext>
          </c:extLst>
        </c:ser>
        <c:ser>
          <c:idx val="3"/>
          <c:order val="3"/>
          <c:tx>
            <c:strRef>
              <c:f>Sheet1!$E$3:$E$4</c:f>
              <c:strCache>
                <c:ptCount val="1"/>
                <c:pt idx="0">
                  <c:v>Cấp 3: Đại lý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Sheet1!$A$5:$A$9</c:f>
              <c:strCache>
                <c:ptCount val="4"/>
                <c:pt idx="0">
                  <c:v>Bà Rịa - Vũng Tàu</c:v>
                </c:pt>
                <c:pt idx="1">
                  <c:v>Bình Dương</c:v>
                </c:pt>
                <c:pt idx="2">
                  <c:v>Long An</c:v>
                </c:pt>
                <c:pt idx="3">
                  <c:v>TP. Hồ Chí Minh</c:v>
                </c:pt>
              </c:strCache>
            </c:strRef>
          </c:cat>
          <c:val>
            <c:numRef>
              <c:f>Sheet1!$E$5:$E$9</c:f>
              <c:numCache>
                <c:formatCode>General</c:formatCode>
                <c:ptCount val="4"/>
                <c:pt idx="0">
                  <c:v>31</c:v>
                </c:pt>
                <c:pt idx="1">
                  <c:v>7</c:v>
                </c:pt>
                <c:pt idx="2">
                  <c:v>37</c:v>
                </c:pt>
                <c:pt idx="3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66F-485A-A16A-8DD1FF132948}"/>
            </c:ext>
          </c:extLst>
        </c:ser>
        <c:ser>
          <c:idx val="4"/>
          <c:order val="4"/>
          <c:tx>
            <c:strRef>
              <c:f>Sheet1!$F$3:$F$4</c:f>
              <c:strCache>
                <c:ptCount val="1"/>
                <c:pt idx="0">
                  <c:v>Cấp 4: Vựa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Sheet1!$A$5:$A$9</c:f>
              <c:strCache>
                <c:ptCount val="4"/>
                <c:pt idx="0">
                  <c:v>Bà Rịa - Vũng Tàu</c:v>
                </c:pt>
                <c:pt idx="1">
                  <c:v>Bình Dương</c:v>
                </c:pt>
                <c:pt idx="2">
                  <c:v>Long An</c:v>
                </c:pt>
                <c:pt idx="3">
                  <c:v>TP. Hồ Chí Minh</c:v>
                </c:pt>
              </c:strCache>
            </c:strRef>
          </c:cat>
          <c:val>
            <c:numRef>
              <c:f>Sheet1!$F$5:$F$9</c:f>
              <c:numCache>
                <c:formatCode>General</c:formatCode>
                <c:ptCount val="4"/>
                <c:pt idx="0">
                  <c:v>31</c:v>
                </c:pt>
                <c:pt idx="1">
                  <c:v>118</c:v>
                </c:pt>
                <c:pt idx="2">
                  <c:v>163</c:v>
                </c:pt>
                <c:pt idx="3">
                  <c:v>889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66F-485A-A16A-8DD1FF13294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33675712"/>
        <c:axId val="1533665152"/>
      </c:barChart>
      <c:catAx>
        <c:axId val="1533675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3665152"/>
        <c:crosses val="autoZero"/>
        <c:auto val="1"/>
        <c:lblAlgn val="ctr"/>
        <c:lblOffset val="100"/>
        <c:noMultiLvlLbl val="0"/>
      </c:catAx>
      <c:valAx>
        <c:axId val="1533665152"/>
        <c:scaling>
          <c:orientation val="minMax"/>
          <c:max val="900"/>
        </c:scaling>
        <c:delete val="1"/>
        <c:axPos val="l"/>
        <c:numFmt formatCode="General" sourceLinked="1"/>
        <c:majorTickMark val="none"/>
        <c:minorTickMark val="none"/>
        <c:tickLblPos val="nextTo"/>
        <c:crossAx val="1533675712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1.7988544780477633E-2"/>
          <c:y val="0.22131490843529211"/>
          <c:w val="0.40971912793824794"/>
          <c:h val="0.2959244267045706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0070C0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[Danh sách ĐTM TP.HCM mới - 2026.02.07.xlsx]Pivot!PivotTable1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err="1"/>
              <a:t>Sản</a:t>
            </a:r>
            <a:r>
              <a:rPr lang="en-US" sz="2000" baseline="0"/>
              <a:t> </a:t>
            </a:r>
            <a:r>
              <a:rPr lang="en-US" sz="2000" baseline="0" err="1"/>
              <a:t>lượng</a:t>
            </a:r>
            <a:r>
              <a:rPr lang="en-US" sz="2000" baseline="0"/>
              <a:t> </a:t>
            </a:r>
            <a:r>
              <a:rPr lang="en-US" sz="2000" baseline="0" err="1"/>
              <a:t>theo</a:t>
            </a:r>
            <a:r>
              <a:rPr lang="en-US" sz="2000" baseline="0"/>
              <a:t> </a:t>
            </a:r>
            <a:r>
              <a:rPr lang="en-US" sz="2000" baseline="0" err="1"/>
              <a:t>khu</a:t>
            </a:r>
            <a:r>
              <a:rPr lang="en-US" sz="2000" baseline="0"/>
              <a:t> </a:t>
            </a:r>
            <a:r>
              <a:rPr lang="en-US" sz="2000" baseline="0" err="1"/>
              <a:t>vực</a:t>
            </a:r>
            <a:r>
              <a:rPr lang="en-US" sz="2000" baseline="0"/>
              <a:t> – </a:t>
            </a:r>
            <a:r>
              <a:rPr lang="en-US" sz="2000" baseline="0" err="1"/>
              <a:t>ngành</a:t>
            </a:r>
            <a:r>
              <a:rPr lang="en-US" sz="2000" baseline="0"/>
              <a:t> </a:t>
            </a:r>
            <a:r>
              <a:rPr lang="en-US" sz="2000" baseline="0" err="1"/>
              <a:t>hàng</a:t>
            </a:r>
            <a:r>
              <a:rPr lang="en-US" sz="2000" baseline="0"/>
              <a:t> (Tấn/</a:t>
            </a:r>
            <a:r>
              <a:rPr lang="en-US" sz="2000" baseline="0" err="1"/>
              <a:t>tháng</a:t>
            </a:r>
            <a:r>
              <a:rPr lang="en-US" sz="2000" baseline="0"/>
              <a:t>)</a:t>
            </a:r>
            <a:endParaRPr lang="vi-VN" sz="2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2.2263086575358797E-2"/>
          <c:y val="0.11534022002262756"/>
          <c:w val="0.95547382684928239"/>
          <c:h val="0.8375880334454308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Pivot!$B$3</c:f>
              <c:strCache>
                <c:ptCount val="1"/>
                <c:pt idx="0">
                  <c:v>PET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Pivot!$A$4:$A$8</c:f>
              <c:strCache>
                <c:ptCount val="4"/>
                <c:pt idx="0">
                  <c:v>Bà Rịa - Vũng Tàu</c:v>
                </c:pt>
                <c:pt idx="1">
                  <c:v>Bình Dương</c:v>
                </c:pt>
                <c:pt idx="2">
                  <c:v>Long An</c:v>
                </c:pt>
                <c:pt idx="3">
                  <c:v>TP. Hồ Chí Minh</c:v>
                </c:pt>
              </c:strCache>
            </c:strRef>
          </c:cat>
          <c:val>
            <c:numRef>
              <c:f>Pivot!$B$4:$B$8</c:f>
              <c:numCache>
                <c:formatCode>_-* #,##0_-;\-* #,##0_-;_-* "-"??_-;_-@_-</c:formatCode>
                <c:ptCount val="4"/>
                <c:pt idx="0">
                  <c:v>388</c:v>
                </c:pt>
                <c:pt idx="1">
                  <c:v>600.29999999999973</c:v>
                </c:pt>
                <c:pt idx="2">
                  <c:v>824.7</c:v>
                </c:pt>
                <c:pt idx="3">
                  <c:v>2464.4299999999998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A0-434F-B4E5-06CEDEFF4912}"/>
            </c:ext>
          </c:extLst>
        </c:ser>
        <c:ser>
          <c:idx val="1"/>
          <c:order val="1"/>
          <c:tx>
            <c:strRef>
              <c:f>Pivot!$C$3</c:f>
              <c:strCache>
                <c:ptCount val="1"/>
                <c:pt idx="0">
                  <c:v>HDPE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Pivot!$A$4:$A$8</c:f>
              <c:strCache>
                <c:ptCount val="4"/>
                <c:pt idx="0">
                  <c:v>Bà Rịa - Vũng Tàu</c:v>
                </c:pt>
                <c:pt idx="1">
                  <c:v>Bình Dương</c:v>
                </c:pt>
                <c:pt idx="2">
                  <c:v>Long An</c:v>
                </c:pt>
                <c:pt idx="3">
                  <c:v>TP. Hồ Chí Minh</c:v>
                </c:pt>
              </c:strCache>
            </c:strRef>
          </c:cat>
          <c:val>
            <c:numRef>
              <c:f>Pivot!$C$4:$C$8</c:f>
              <c:numCache>
                <c:formatCode>_-* #,##0_-;\-* #,##0_-;_-* "-"??_-;_-@_-</c:formatCode>
                <c:ptCount val="4"/>
                <c:pt idx="0">
                  <c:v>51.5</c:v>
                </c:pt>
                <c:pt idx="1">
                  <c:v>149.6</c:v>
                </c:pt>
                <c:pt idx="2">
                  <c:v>280.49999999999994</c:v>
                </c:pt>
                <c:pt idx="3">
                  <c:v>964.69999999999959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A0-434F-B4E5-06CEDEFF4912}"/>
            </c:ext>
          </c:extLst>
        </c:ser>
        <c:ser>
          <c:idx val="2"/>
          <c:order val="2"/>
          <c:tx>
            <c:strRef>
              <c:f>Pivot!$D$3</c:f>
              <c:strCache>
                <c:ptCount val="1"/>
                <c:pt idx="0">
                  <c:v>PP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Pivot!$A$4:$A$8</c:f>
              <c:strCache>
                <c:ptCount val="4"/>
                <c:pt idx="0">
                  <c:v>Bà Rịa - Vũng Tàu</c:v>
                </c:pt>
                <c:pt idx="1">
                  <c:v>Bình Dương</c:v>
                </c:pt>
                <c:pt idx="2">
                  <c:v>Long An</c:v>
                </c:pt>
                <c:pt idx="3">
                  <c:v>TP. Hồ Chí Minh</c:v>
                </c:pt>
              </c:strCache>
            </c:strRef>
          </c:cat>
          <c:val>
            <c:numRef>
              <c:f>Pivot!$D$4:$D$8</c:f>
              <c:numCache>
                <c:formatCode>_-* #,##0_-;\-* #,##0_-;_-* "-"??_-;_-@_-</c:formatCode>
                <c:ptCount val="4"/>
                <c:pt idx="0">
                  <c:v>50</c:v>
                </c:pt>
                <c:pt idx="1">
                  <c:v>200.50000000000006</c:v>
                </c:pt>
                <c:pt idx="2">
                  <c:v>271.7</c:v>
                </c:pt>
                <c:pt idx="3">
                  <c:v>1162.01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4A0-434F-B4E5-06CEDEFF491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78513151"/>
        <c:axId val="1078504511"/>
      </c:barChart>
      <c:catAx>
        <c:axId val="1078513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8504511"/>
        <c:crosses val="autoZero"/>
        <c:auto val="1"/>
        <c:lblAlgn val="ctr"/>
        <c:lblOffset val="100"/>
        <c:noMultiLvlLbl val="0"/>
      </c:catAx>
      <c:valAx>
        <c:axId val="1078504511"/>
        <c:scaling>
          <c:orientation val="minMax"/>
        </c:scaling>
        <c:delete val="1"/>
        <c:axPos val="l"/>
        <c:numFmt formatCode="_-* #,##0_-;\-* #,##0_-;_-* &quot;-&quot;??_-;_-@_-" sourceLinked="1"/>
        <c:majorTickMark val="none"/>
        <c:minorTickMark val="none"/>
        <c:tickLblPos val="nextTo"/>
        <c:crossAx val="1078513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5.2075064689645081E-2"/>
          <c:y val="0.30757791833537768"/>
          <c:w val="9.289093589585655E-2"/>
          <c:h val="0.157025984198017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0070C0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Số</a:t>
            </a:r>
            <a:r>
              <a:rPr lang="en-US" baseline="0"/>
              <a:t> lượng các cấp thu mua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9130972398301376E-2"/>
          <c:y val="0.17171297550835884"/>
          <c:w val="0.87753018372703417"/>
          <c:h val="0.762879685311164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Cấp 0: Nhà máy Tái chế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TPHCM</c:v>
                </c:pt>
                <c:pt idx="1">
                  <c:v>BR-VT</c:v>
                </c:pt>
                <c:pt idx="2">
                  <c:v>Bình Dương</c:v>
                </c:pt>
                <c:pt idx="3">
                  <c:v>Long 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1</c:v>
                </c:pt>
                <c:pt idx="2">
                  <c:v>3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A7-411B-BBC9-4CA8CCD5A0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Cấp 1: Nhà SX vảy nóng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TPHCM</c:v>
                </c:pt>
                <c:pt idx="1">
                  <c:v>BR-VT</c:v>
                </c:pt>
                <c:pt idx="2">
                  <c:v>Bình Dương</c:v>
                </c:pt>
                <c:pt idx="3">
                  <c:v>Long An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95</c:v>
                </c:pt>
                <c:pt idx="1">
                  <c:v>3</c:v>
                </c:pt>
                <c:pt idx="2">
                  <c:v>21</c:v>
                </c:pt>
                <c:pt idx="3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A7-411B-BBC9-4CA8CCD5A07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Cấp 2: Nhà Xử lý chai/ xử lý thô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TPHCM</c:v>
                </c:pt>
                <c:pt idx="1">
                  <c:v>BR-VT</c:v>
                </c:pt>
                <c:pt idx="2">
                  <c:v>Bình Dương</c:v>
                </c:pt>
                <c:pt idx="3">
                  <c:v>Long An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51</c:v>
                </c:pt>
                <c:pt idx="1">
                  <c:v>8</c:v>
                </c:pt>
                <c:pt idx="2">
                  <c:v>17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A7-411B-BBC9-4CA8CCD5A07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Cấp 3: Đại lý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TPHCM</c:v>
                </c:pt>
                <c:pt idx="1">
                  <c:v>BR-VT</c:v>
                </c:pt>
                <c:pt idx="2">
                  <c:v>Bình Dương</c:v>
                </c:pt>
                <c:pt idx="3">
                  <c:v>Long An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77</c:v>
                </c:pt>
                <c:pt idx="1">
                  <c:v>31</c:v>
                </c:pt>
                <c:pt idx="2">
                  <c:v>7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0A7-411B-BBC9-4CA8CCD5A07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Cấp 4: Vựa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TPHCM</c:v>
                </c:pt>
                <c:pt idx="1">
                  <c:v>BR-VT</c:v>
                </c:pt>
                <c:pt idx="2">
                  <c:v>Bình Dương</c:v>
                </c:pt>
                <c:pt idx="3">
                  <c:v>Long An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889</c:v>
                </c:pt>
                <c:pt idx="1">
                  <c:v>31</c:v>
                </c:pt>
                <c:pt idx="2">
                  <c:v>119</c:v>
                </c:pt>
                <c:pt idx="3">
                  <c:v>163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A7-411B-BBC9-4CA8CCD5A07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49667552"/>
        <c:axId val="1849665152"/>
      </c:barChart>
      <c:catAx>
        <c:axId val="18496675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9665152"/>
        <c:crosses val="autoZero"/>
        <c:auto val="1"/>
        <c:lblAlgn val="ctr"/>
        <c:lblOffset val="100"/>
        <c:noMultiLvlLbl val="0"/>
      </c:catAx>
      <c:valAx>
        <c:axId val="184966515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849667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6107523863264197"/>
          <c:y val="9.6641878098571013E-2"/>
          <c:w val="0.40670696330172529"/>
          <c:h val="0.2574610879362296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00B0F0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44379-4CA4-4E00-A2F2-2CE50F12403B}" type="datetimeFigureOut">
              <a:rPr lang="vi-VN" smtClean="0"/>
              <a:t>27/05/2026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6CB62-A1B1-4ED1-95FE-9D7AAA289EF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55449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330D3-2DEC-8556-91C9-7F3778F9D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3DE5A-E8AC-BBFB-A66C-5D2177A64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098FA7-A37F-C746-8853-13AAA60A8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2FA75-F71B-0BEF-1D59-5CE8F2D0B3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6CB62-A1B1-4ED1-95FE-9D7AAA289EF3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93496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584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2EE86-C439-E207-9BF6-94EFAEFFD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67ABC-D42E-9793-5E7B-A978FF0CA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55638" y="1792288"/>
            <a:ext cx="8615362" cy="48466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B74A5-4923-B0EA-7964-48E57DFF2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CE032-BC72-D595-BC65-6BF7549A8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ADE544-BB65-4634-B3EE-1A55C59C50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117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F17D5-FC72-83D6-A743-CF724C7E6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A68640-8F98-7F86-2C7A-0F408935F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55638" y="1792288"/>
            <a:ext cx="8615362" cy="48466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DBFE2A-C180-E82D-65E9-509941272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57747-B297-7A08-55FD-34CE7946E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ADE544-BB65-4634-B3EE-1A55C59C50A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3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68E2E-43EF-8D85-9DB5-9FA52DB23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FEDD9-006F-0443-0778-2A31531BD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5E97AB-0785-27BC-3FA7-BD537C702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89987-925A-62BC-7659-9A6913E57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6CB62-A1B1-4ED1-95FE-9D7AAA289EF3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15163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6CB62-A1B1-4ED1-95FE-9D7AAA289EF3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8628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F79A-D16D-D7E9-092A-25D0F1803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570242-41AD-417F-D5BA-6AC6C0C95A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4C5A7-60D0-AA16-5AEB-5E74AF5D6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B494A-71A0-4895-A966-34A1A34507FF}" type="datetime1">
              <a:rPr lang="vi-VN" smtClean="0"/>
              <a:t>27/05/2026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1F1FB-E84F-AFFA-4442-B6237CB06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14437-745F-8BF7-750C-DFB4ADF2D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00D5-C58B-49F2-8483-00FFE43C31E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85138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3DB04-DF90-A04E-7EC5-C7A23F92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5B6E5-5586-9C58-4ED6-2DF1A6917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D1FD3-3990-D6AA-E23E-F300985D7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062F8-9E4A-4173-B812-8B4CDE779620}" type="datetime1">
              <a:rPr lang="vi-VN" smtClean="0"/>
              <a:t>27/05/2026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1A77E-647B-F92E-0365-CC8406233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44A96-C173-A7E3-4D45-DAFCCCA7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00D5-C58B-49F2-8483-00FFE43C31E7}" type="slidenum">
              <a:rPr lang="vi-VN" smtClean="0"/>
              <a:pPr/>
              <a:t>‹#›</a:t>
            </a:fld>
            <a:r>
              <a:rPr lang="en-US"/>
              <a:t>/7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43898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809A6-75C3-D191-6F1D-D19F998E0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8F06E-D5F0-209C-E48F-38E0D46A5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0B2F5-F0FF-D771-9F17-B02B14A8E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160E-786D-4839-A3B5-3FD8E66929F8}" type="datetime1">
              <a:rPr lang="vi-VN" smtClean="0"/>
              <a:t>27/05/2026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3F8C3-E72C-3783-A8C3-6996FF94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89529-B50E-EEFC-9C37-93F926D2D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00D5-C58B-49F2-8483-00FFE43C31E7}" type="slidenum">
              <a:rPr lang="vi-VN" smtClean="0"/>
              <a:pPr/>
              <a:t>‹#›</a:t>
            </a:fld>
            <a:r>
              <a:rPr lang="en-US"/>
              <a:t>/7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97195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9197-E194-E49C-1F89-D78EE89CB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6E158-C6D6-D1F5-2E85-A7EAE9D0A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F0900-5068-29DC-B72A-CFA7F4235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56D33-E5F1-528E-3A01-4266ABA2C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9859-DAD0-44A0-AA7C-D55FE3E92732}" type="datetime1">
              <a:rPr lang="vi-VN" smtClean="0"/>
              <a:t>27/05/2026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BB684-505B-A631-3B44-3995DDAA9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616AC-3B19-1F3B-BE19-25B3D5D9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00D5-C58B-49F2-8483-00FFE43C31E7}" type="slidenum">
              <a:rPr lang="vi-VN" smtClean="0"/>
              <a:pPr/>
              <a:t>‹#›</a:t>
            </a:fld>
            <a:r>
              <a:rPr lang="en-US"/>
              <a:t>/7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7348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8DA95-6598-FBEE-4A44-CD4196CC4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9BFB2-D132-6DA2-17F4-2BC46E8EC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3F8AA-76B4-3F0C-9C05-9C573F283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54A2EF-4455-7F88-00C6-87F8A959F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4ED3DE-702A-2595-9FC2-BD57836125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100FD2-A36E-F676-F02F-CF8DA0709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75A27-5DD8-42AE-B69D-4D631813473C}" type="datetime1">
              <a:rPr lang="vi-VN" smtClean="0"/>
              <a:t>27/05/2026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F87B5C-6A52-1A47-E2EA-DF005F234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45E50C-83B2-3BF7-CD16-C48F597A9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00D5-C58B-49F2-8483-00FFE43C31E7}" type="slidenum">
              <a:rPr lang="vi-VN" smtClean="0"/>
              <a:pPr/>
              <a:t>‹#›</a:t>
            </a:fld>
            <a:r>
              <a:rPr lang="en-US"/>
              <a:t>/7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12137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D18C8-4887-94B4-8962-3AED15678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153848-5059-7D82-FC4A-F63BC8A46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C3214-2EAB-4CE0-8BD9-AF1E1AA00F69}" type="datetime1">
              <a:rPr lang="vi-VN" smtClean="0"/>
              <a:t>27/05/2026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7C8366-EB56-4AB9-F265-DBAFB1AAB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F314E-80FF-18D5-8503-33E3018C3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00D5-C58B-49F2-8483-00FFE43C31E7}" type="slidenum">
              <a:rPr lang="vi-VN" smtClean="0"/>
              <a:pPr/>
              <a:t>‹#›</a:t>
            </a:fld>
            <a:r>
              <a:rPr lang="en-US"/>
              <a:t>/7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99912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E6BC32-A030-01D0-A2E2-9EC14EE7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35D27-C23F-45F1-A5CB-A2F271CBEFB4}" type="datetime1">
              <a:rPr lang="vi-VN" smtClean="0"/>
              <a:t>27/05/2026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83DE23-016E-B5E3-3F35-79FBC3783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FB48D-FF70-0A45-0449-873A6957C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00D5-C58B-49F2-8483-00FFE43C31E7}" type="slidenum">
              <a:rPr lang="vi-VN" smtClean="0"/>
              <a:pPr/>
              <a:t>‹#›</a:t>
            </a:fld>
            <a:r>
              <a:rPr lang="en-US"/>
              <a:t>/7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65458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AC233-6A6A-87D4-079E-24CF71347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204ED-1698-1FC1-04A7-43B9C3994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4E65DB-CD4D-6B42-EA56-C7754021A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52C98-621A-2DE6-1A05-87ACCE9C2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9D037-6CDB-4D9C-AE45-062AEF940751}" type="datetime1">
              <a:rPr lang="vi-VN" smtClean="0"/>
              <a:t>27/05/2026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C2EEE-E67A-EC50-11F9-19CCBC467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17709-40DD-7429-03BC-5EB437F3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00D5-C58B-49F2-8483-00FFE43C31E7}" type="slidenum">
              <a:rPr lang="vi-VN" smtClean="0"/>
              <a:pPr/>
              <a:t>‹#›</a:t>
            </a:fld>
            <a:r>
              <a:rPr lang="en-US"/>
              <a:t>/7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94087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B730-C4F9-4F35-8A2C-2DEFB930F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14F42C-21CA-523A-7296-A2C000275F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A1E13-97D9-6A2A-244D-6A1DDC0A5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CA9BD-A96A-3726-ED4C-263F26990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6A213-6C06-414A-9615-5914C465BBCA}" type="datetime1">
              <a:rPr lang="vi-VN" smtClean="0"/>
              <a:t>27/05/2026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78492-62F5-447D-1584-80A6735D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D5672-A7C2-21BF-E9BD-EF2F30FA0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00D5-C58B-49F2-8483-00FFE43C31E7}" type="slidenum">
              <a:rPr lang="vi-VN" smtClean="0"/>
              <a:pPr/>
              <a:t>‹#›</a:t>
            </a:fld>
            <a:r>
              <a:rPr lang="en-US"/>
              <a:t>/7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10431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DBC28-B18A-31B6-856F-E57DF9794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C01F5-88CA-B81B-E065-C5416717A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85ACE-8F33-6CDF-B26E-9FEA21752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A363E-528C-4348-94EA-5E3950C83B01}" type="datetime1">
              <a:rPr lang="vi-VN" smtClean="0"/>
              <a:t>27/05/2026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357D5-F52F-9E58-5590-DB9F0B0AA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3B79C-84BD-B180-C06B-E6D4781A5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00D5-C58B-49F2-8483-00FFE43C31E7}" type="slidenum">
              <a:rPr lang="vi-VN" smtClean="0"/>
              <a:pPr/>
              <a:t>‹#›</a:t>
            </a:fld>
            <a:r>
              <a:rPr lang="en-US"/>
              <a:t>/7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60607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E850CC-6619-3669-AD66-6EA4A5490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5FB6E-55BA-88A1-1FD6-6DCC3205B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7D8AA-FFA9-3BFD-9DEB-C3EBD8602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4999F-F84C-4AD1-B873-74CF15F696D9}" type="datetime1">
              <a:rPr lang="vi-VN" smtClean="0"/>
              <a:t>27/05/2026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E8BAF-41FE-2D33-C19E-C4C635944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311D5-7BCB-F6DD-A538-4C061DE5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00D5-C58B-49F2-8483-00FFE43C31E7}" type="slidenum">
              <a:rPr lang="vi-VN" smtClean="0"/>
              <a:pPr/>
              <a:t>‹#›</a:t>
            </a:fld>
            <a:r>
              <a:rPr lang="en-US"/>
              <a:t>/7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27219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493979" y="593367"/>
            <a:ext cx="1128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493965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55" lvl="0" indent="-457165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07" lvl="1" indent="-42330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661" lvl="2" indent="-42330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218" lvl="3" indent="-42330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772" lvl="4" indent="-42330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325" lvl="5" indent="-42330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6881" lvl="6" indent="-42330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437" lvl="7" indent="-42330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5988" lvl="8" indent="-42330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493979" y="1255367"/>
            <a:ext cx="1128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6108205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55" lvl="0" indent="-457165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07" lvl="1" indent="-42330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661" lvl="2" indent="-42330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218" lvl="3" indent="-42330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772" lvl="4" indent="-42330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325" lvl="5" indent="-42330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6881" lvl="6" indent="-42330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437" lvl="7" indent="-42330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5988" lvl="8" indent="-42330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542458-9AA8-4154-A343-957E67D6FF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3791" y="6634323"/>
            <a:ext cx="757808" cy="1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653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9E374B-1BB5-F3D4-7077-BBA1E15E7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C4047-530E-02D4-4196-B298A89C0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D4D55-C724-E2CD-7F6C-E364089E21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414FCD-E9B0-44FA-9FB3-D4C1F7BC4AB2}" type="datetime1">
              <a:rPr lang="vi-VN" smtClean="0"/>
              <a:t>27/05/2026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14ED7-8216-D994-7A91-2E256F6C54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D3B43-FB5F-C09B-6EFB-1FCCDB4CB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F00D5-C58B-49F2-8483-00FFE43C31E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68958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7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1AFC29F9-1CCD-0A0D-4A12-CF07B256F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70" y="1508760"/>
            <a:ext cx="10640754" cy="21701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dirty="0">
                <a:solidFill>
                  <a:schemeClr val="tx2"/>
                </a:solidFill>
              </a:rPr>
              <a:t>ĐỀ XUẤT PHÁT TRIỂN</a:t>
            </a:r>
            <a:br>
              <a:rPr lang="en-US" sz="5400" b="1" dirty="0">
                <a:solidFill>
                  <a:schemeClr val="tx2"/>
                </a:solidFill>
              </a:rPr>
            </a:br>
            <a:r>
              <a:rPr lang="en-US" sz="5400" b="1" dirty="0">
                <a:solidFill>
                  <a:schemeClr val="tx2"/>
                </a:solidFill>
              </a:rPr>
              <a:t> TRẠM TP.HCM</a:t>
            </a:r>
            <a:endParaRPr lang="en-US" sz="54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" name="Picture 29" descr="A green and grey recycle sign&#10;&#10;Description automatically generated">
            <a:extLst>
              <a:ext uri="{FF2B5EF4-FFF2-40B4-BE49-F238E27FC236}">
                <a16:creationId xmlns:a16="http://schemas.microsoft.com/office/drawing/2014/main" id="{E84F97A3-6CEE-DB3B-893B-C2DD1EFF567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622" y="380739"/>
            <a:ext cx="2622489" cy="571727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9908EB-CD63-C944-2DCD-3245FF272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00D5-C58B-49F2-8483-00FFE43C31E7}" type="slidenum">
              <a:rPr lang="vi-VN" smtClean="0"/>
              <a:pPr/>
              <a:t>1</a:t>
            </a:fld>
            <a:r>
              <a:rPr lang="en-US"/>
              <a:t>/7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44864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A6FFF-4DF3-2EE7-898A-E9A27F10E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73D9F76E-22DF-B9DE-026B-DCC4C3F0D9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26" t="22167" r="21156" b="15167"/>
          <a:stretch>
            <a:fillRect/>
          </a:stretch>
        </p:blipFill>
        <p:spPr>
          <a:xfrm>
            <a:off x="1119838" y="335736"/>
            <a:ext cx="11072162" cy="622291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9F398-DAEE-64FC-1FCF-59966FB0F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0990" y="6364817"/>
            <a:ext cx="2743200" cy="365125"/>
          </a:xfrm>
        </p:spPr>
        <p:txBody>
          <a:bodyPr/>
          <a:lstStyle/>
          <a:p>
            <a:fld id="{1B2F00D5-C58B-49F2-8483-00FFE43C31E7}" type="slidenum">
              <a:rPr lang="vi-VN" smtClean="0"/>
              <a:pPr/>
              <a:t>2</a:t>
            </a:fld>
            <a:r>
              <a:rPr lang="en-US"/>
              <a:t>/7</a:t>
            </a:r>
            <a:endParaRPr lang="vi-VN"/>
          </a:p>
        </p:txBody>
      </p:sp>
      <p:sp>
        <p:nvSpPr>
          <p:cNvPr id="43" name="Primary Heading-0">
            <a:extLst>
              <a:ext uri="{FF2B5EF4-FFF2-40B4-BE49-F238E27FC236}">
                <a16:creationId xmlns:a16="http://schemas.microsoft.com/office/drawing/2014/main" id="{360CE6FA-1624-0075-0BF9-94A62852DC13}"/>
              </a:ext>
            </a:extLst>
          </p:cNvPr>
          <p:cNvSpPr txBox="1"/>
          <p:nvPr/>
        </p:nvSpPr>
        <p:spPr>
          <a:xfrm>
            <a:off x="49374" y="1675823"/>
            <a:ext cx="1156821" cy="2031325"/>
          </a:xfrm>
          <a:prstGeom prst="rect">
            <a:avLst/>
          </a:prstGeom>
          <a:noFill/>
        </p:spPr>
        <p:txBody>
          <a:bodyPr vertOverflow="clip" horzOverflow="clip" wrap="square" lIns="0" tIns="182880" rIns="0" bIns="0" rtlCol="0" anchor="ctr" anchorCtr="0">
            <a:spAutoFit/>
          </a:bodyPr>
          <a:lstStyle>
            <a:defPPr>
              <a:defRPr kern="0"/>
            </a:defPPr>
            <a:lvl1pPr>
              <a:lnSpc>
                <a:spcPts val="1706"/>
              </a:lnSpc>
              <a:defRPr sz="2400" b="1" spc="-12">
                <a:solidFill>
                  <a:srgbClr val="0D4714">
                    <a:alpha val="100000"/>
                  </a:srgbClr>
                </a:solidFill>
                <a:latin typeface="+mj-lt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/>
              <a:t>HIỆN</a:t>
            </a:r>
          </a:p>
          <a:p>
            <a:pPr algn="ctr">
              <a:lnSpc>
                <a:spcPct val="100000"/>
              </a:lnSpc>
            </a:pPr>
            <a:r>
              <a:rPr lang="en-US" sz="2000" dirty="0"/>
              <a:t>TRẠNG</a:t>
            </a:r>
          </a:p>
          <a:p>
            <a:pPr algn="ctr">
              <a:lnSpc>
                <a:spcPct val="100000"/>
              </a:lnSpc>
            </a:pPr>
            <a:r>
              <a:rPr lang="en-US" sz="2000" dirty="0"/>
              <a:t>CÁC</a:t>
            </a:r>
          </a:p>
          <a:p>
            <a:pPr algn="ctr">
              <a:lnSpc>
                <a:spcPct val="100000"/>
              </a:lnSpc>
            </a:pPr>
            <a:r>
              <a:rPr lang="en-US" sz="2000" dirty="0"/>
              <a:t>TRẠM</a:t>
            </a:r>
          </a:p>
          <a:p>
            <a:pPr algn="ctr">
              <a:lnSpc>
                <a:spcPct val="100000"/>
              </a:lnSpc>
            </a:pPr>
            <a:r>
              <a:rPr lang="en-US" sz="2000" dirty="0"/>
              <a:t>DTR </a:t>
            </a:r>
          </a:p>
          <a:p>
            <a:pPr algn="ctr">
              <a:lnSpc>
                <a:spcPct val="100000"/>
              </a:lnSpc>
            </a:pPr>
            <a:r>
              <a:rPr lang="en-US" sz="2000" dirty="0"/>
              <a:t>ĐẦU TƯ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E6A3106-7A3A-7686-8FF9-9312133A7399}"/>
              </a:ext>
            </a:extLst>
          </p:cNvPr>
          <p:cNvSpPr/>
          <p:nvPr/>
        </p:nvSpPr>
        <p:spPr>
          <a:xfrm>
            <a:off x="10247257" y="5712134"/>
            <a:ext cx="206045" cy="206045"/>
          </a:xfrm>
          <a:prstGeom prst="ellipse">
            <a:avLst/>
          </a:prstGeom>
          <a:solidFill>
            <a:srgbClr val="00B050">
              <a:alpha val="77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EB8B6C5-FBE5-A6E0-B0D6-685C7E9AF000}"/>
              </a:ext>
            </a:extLst>
          </p:cNvPr>
          <p:cNvSpPr/>
          <p:nvPr/>
        </p:nvSpPr>
        <p:spPr>
          <a:xfrm>
            <a:off x="10244934" y="6032724"/>
            <a:ext cx="206045" cy="206045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EF3759-F6BE-A82D-7676-F1853718DA80}"/>
              </a:ext>
            </a:extLst>
          </p:cNvPr>
          <p:cNvSpPr txBox="1"/>
          <p:nvPr/>
        </p:nvSpPr>
        <p:spPr>
          <a:xfrm>
            <a:off x="10556324" y="5661267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err="1"/>
              <a:t>Trạm</a:t>
            </a:r>
            <a:r>
              <a:rPr lang="en-US" sz="1400" b="1"/>
              <a:t> </a:t>
            </a:r>
            <a:r>
              <a:rPr lang="en-US" sz="1400" b="1" err="1"/>
              <a:t>hiện</a:t>
            </a:r>
            <a:r>
              <a:rPr lang="en-US" sz="1400" b="1"/>
              <a:t> </a:t>
            </a:r>
            <a:r>
              <a:rPr lang="en-US" sz="1400" b="1" err="1"/>
              <a:t>hữu</a:t>
            </a:r>
            <a:endParaRPr lang="vi-VN" sz="1400" b="1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5BC813-B83B-4BAD-85E7-C7689CADF77B}"/>
              </a:ext>
            </a:extLst>
          </p:cNvPr>
          <p:cNvSpPr txBox="1"/>
          <p:nvPr/>
        </p:nvSpPr>
        <p:spPr>
          <a:xfrm>
            <a:off x="10556324" y="5981857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err="1"/>
              <a:t>Trạm</a:t>
            </a:r>
            <a:r>
              <a:rPr lang="en-US" sz="1400" b="1"/>
              <a:t> </a:t>
            </a:r>
            <a:r>
              <a:rPr lang="en-US" sz="1400" b="1" err="1"/>
              <a:t>đề</a:t>
            </a:r>
            <a:r>
              <a:rPr lang="en-US" sz="1400" b="1"/>
              <a:t> </a:t>
            </a:r>
            <a:r>
              <a:rPr lang="en-US" sz="1400" b="1" err="1"/>
              <a:t>xuất</a:t>
            </a:r>
            <a:endParaRPr lang="vi-VN" sz="14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72F85B-105F-98CB-65C1-B4D93D9B1B1B}"/>
              </a:ext>
            </a:extLst>
          </p:cNvPr>
          <p:cNvSpPr txBox="1"/>
          <p:nvPr/>
        </p:nvSpPr>
        <p:spPr>
          <a:xfrm>
            <a:off x="6164580" y="2614541"/>
            <a:ext cx="235074" cy="153888"/>
          </a:xfrm>
          <a:prstGeom prst="rect">
            <a:avLst/>
          </a:prstGeom>
          <a:solidFill>
            <a:srgbClr val="8BFAB9"/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 dirty="0"/>
              <a:t>DTR</a:t>
            </a:r>
            <a:endParaRPr lang="vi-VN" sz="10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855DD2-20D6-7042-27E0-D272BD0D6D42}"/>
              </a:ext>
            </a:extLst>
          </p:cNvPr>
          <p:cNvSpPr txBox="1"/>
          <p:nvPr/>
        </p:nvSpPr>
        <p:spPr>
          <a:xfrm>
            <a:off x="6493763" y="2847378"/>
            <a:ext cx="410669" cy="138499"/>
          </a:xfrm>
          <a:prstGeom prst="rect">
            <a:avLst/>
          </a:prstGeom>
          <a:solidFill>
            <a:srgbClr val="55E1E6"/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>
                <a:latin typeface="+mj-lt"/>
              </a:rPr>
              <a:t>Tân </a:t>
            </a:r>
            <a:r>
              <a:rPr lang="en-US" sz="900" b="1" dirty="0" err="1">
                <a:latin typeface="+mj-lt"/>
              </a:rPr>
              <a:t>Tạo</a:t>
            </a:r>
            <a:endParaRPr lang="vi-VN" sz="900" b="1" dirty="0"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E2FE72-4B30-18C0-6CAC-9BAB5DF510F8}"/>
              </a:ext>
            </a:extLst>
          </p:cNvPr>
          <p:cNvSpPr txBox="1"/>
          <p:nvPr/>
        </p:nvSpPr>
        <p:spPr>
          <a:xfrm>
            <a:off x="7177362" y="2245717"/>
            <a:ext cx="328169" cy="138499"/>
          </a:xfrm>
          <a:prstGeom prst="rect">
            <a:avLst/>
          </a:prstGeom>
          <a:solidFill>
            <a:srgbClr val="EBE67D"/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 err="1"/>
              <a:t>Dĩ</a:t>
            </a:r>
            <a:r>
              <a:rPr lang="en-US" sz="900" b="1" dirty="0"/>
              <a:t> An</a:t>
            </a:r>
            <a:endParaRPr lang="vi-VN" sz="9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2F418A-A9A9-BD30-2CBB-50DF14CCF450}"/>
              </a:ext>
            </a:extLst>
          </p:cNvPr>
          <p:cNvSpPr txBox="1"/>
          <p:nvPr/>
        </p:nvSpPr>
        <p:spPr>
          <a:xfrm>
            <a:off x="9062013" y="1989701"/>
            <a:ext cx="457200" cy="182880"/>
          </a:xfrm>
          <a:prstGeom prst="rect">
            <a:avLst/>
          </a:prstGeom>
          <a:solidFill>
            <a:srgbClr val="8BFAB9"/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 dirty="0"/>
              <a:t>Đại Lộc</a:t>
            </a:r>
            <a:endParaRPr lang="vi-VN" sz="10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7AD4AE-AF2D-CD18-FF97-CCC313E19D78}"/>
              </a:ext>
            </a:extLst>
          </p:cNvPr>
          <p:cNvSpPr txBox="1"/>
          <p:nvPr/>
        </p:nvSpPr>
        <p:spPr>
          <a:xfrm>
            <a:off x="5213913" y="4222361"/>
            <a:ext cx="640080" cy="182880"/>
          </a:xfrm>
          <a:prstGeom prst="rect">
            <a:avLst/>
          </a:prstGeom>
          <a:solidFill>
            <a:srgbClr val="8BFAB9"/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 dirty="0"/>
              <a:t>Khánh Nga</a:t>
            </a:r>
            <a:endParaRPr lang="vi-VN" sz="10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928173-5C61-95CA-AF8B-0EBF8249E117}"/>
              </a:ext>
            </a:extLst>
          </p:cNvPr>
          <p:cNvSpPr txBox="1"/>
          <p:nvPr/>
        </p:nvSpPr>
        <p:spPr>
          <a:xfrm>
            <a:off x="3708963" y="4911971"/>
            <a:ext cx="640080" cy="153888"/>
          </a:xfrm>
          <a:prstGeom prst="rect">
            <a:avLst/>
          </a:prstGeom>
          <a:solidFill>
            <a:srgbClr val="8BFAB9"/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 dirty="0" err="1"/>
              <a:t>Đồng</a:t>
            </a:r>
            <a:r>
              <a:rPr lang="en-US" sz="1000" b="1" dirty="0"/>
              <a:t> Lâm</a:t>
            </a:r>
            <a:endParaRPr lang="vi-VN" sz="10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0440419-A792-A0E1-C21D-EFC762292BAD}"/>
              </a:ext>
            </a:extLst>
          </p:cNvPr>
          <p:cNvSpPr txBox="1"/>
          <p:nvPr/>
        </p:nvSpPr>
        <p:spPr>
          <a:xfrm>
            <a:off x="9571052" y="1675110"/>
            <a:ext cx="8799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30km</a:t>
            </a:r>
            <a:endParaRPr lang="vi-VN" sz="12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A0A2D61-CC5F-9B7C-95C9-61899FC3E453}"/>
              </a:ext>
            </a:extLst>
          </p:cNvPr>
          <p:cNvCxnSpPr>
            <a:cxnSpLocks/>
          </p:cNvCxnSpPr>
          <p:nvPr/>
        </p:nvCxnSpPr>
        <p:spPr>
          <a:xfrm rot="5400000" flipV="1">
            <a:off x="9842490" y="1374529"/>
            <a:ext cx="0" cy="114300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3031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0FC11-BA61-6FC0-ECA9-9D424D956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60EC8-AF6F-3AD5-9BAC-068790A082E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/>
          <a:lstStyle/>
          <a:p>
            <a:pPr algn="r"/>
            <a:fld id="{00000000-1234-1234-1234-123412341234}" type="slidenum">
              <a:rPr lang="en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3</a:t>
            </a:fld>
            <a:endParaRPr lang="e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1BB330-7D2D-2EB9-104F-81E0A3F2EE11}"/>
              </a:ext>
            </a:extLst>
          </p:cNvPr>
          <p:cNvGrpSpPr/>
          <p:nvPr/>
        </p:nvGrpSpPr>
        <p:grpSpPr>
          <a:xfrm>
            <a:off x="180297" y="136648"/>
            <a:ext cx="9229517" cy="513700"/>
            <a:chOff x="51991" y="49046"/>
            <a:chExt cx="6922139" cy="38527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CA66CAF-810E-3681-CEA6-99B837EE569A}"/>
                </a:ext>
              </a:extLst>
            </p:cNvPr>
            <p:cNvSpPr txBox="1"/>
            <p:nvPr/>
          </p:nvSpPr>
          <p:spPr>
            <a:xfrm>
              <a:off x="143950" y="49046"/>
              <a:ext cx="6830180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67" b="1" dirty="0">
                  <a:solidFill>
                    <a:srgbClr val="70AD4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THÔNG TIN THỊ TRƯỜNG – DỮ LIỆU SẢN LƯỢNG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A95DED7-83C6-E243-029F-6776AA46DB35}"/>
                </a:ext>
              </a:extLst>
            </p:cNvPr>
            <p:cNvSpPr/>
            <p:nvPr/>
          </p:nvSpPr>
          <p:spPr>
            <a:xfrm>
              <a:off x="51991" y="63882"/>
              <a:ext cx="91960" cy="370438"/>
            </a:xfrm>
            <a:prstGeom prst="rect">
              <a:avLst/>
            </a:prstGeom>
            <a:solidFill>
              <a:srgbClr val="70AD47"/>
            </a:solidFill>
            <a:ln>
              <a:solidFill>
                <a:srgbClr val="70AD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8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9789D9A-EC2B-EEA1-EE21-D7238FC2A345}"/>
              </a:ext>
            </a:extLst>
          </p:cNvPr>
          <p:cNvSpPr txBox="1"/>
          <p:nvPr/>
        </p:nvSpPr>
        <p:spPr>
          <a:xfrm>
            <a:off x="9042589" y="235293"/>
            <a:ext cx="2770310" cy="297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35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335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35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335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35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335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35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335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35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1335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35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335" i="1">
                <a:latin typeface="Times New Roman" panose="02020603050405020304" pitchFamily="18" charset="0"/>
                <a:cs typeface="Times New Roman" panose="02020603050405020304" pitchFamily="18" charset="0"/>
              </a:rPr>
              <a:t> 31/01/2026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45ADAC7-4BBA-07BD-1603-3A3BD5F9AC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2357082"/>
              </p:ext>
            </p:extLst>
          </p:nvPr>
        </p:nvGraphicFramePr>
        <p:xfrm>
          <a:off x="12652526" y="650348"/>
          <a:ext cx="5547864" cy="59546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9C7A36E-86F7-7C5A-DF65-0A6C3E4505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5594067"/>
              </p:ext>
            </p:extLst>
          </p:nvPr>
        </p:nvGraphicFramePr>
        <p:xfrm>
          <a:off x="5765619" y="667484"/>
          <a:ext cx="6274961" cy="59546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519DEF2-DD00-557B-EDC3-0FB10CBAB0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0674665"/>
              </p:ext>
            </p:extLst>
          </p:nvPr>
        </p:nvGraphicFramePr>
        <p:xfrm>
          <a:off x="180297" y="685800"/>
          <a:ext cx="5279349" cy="5919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563867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474F-A7BC-56C5-F651-0852DD0B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4579E79-7B2C-3D4F-06AA-FE86921AC24E}"/>
              </a:ext>
            </a:extLst>
          </p:cNvPr>
          <p:cNvSpPr txBox="1">
            <a:spLocks/>
          </p:cNvSpPr>
          <p:nvPr/>
        </p:nvSpPr>
        <p:spPr>
          <a:xfrm>
            <a:off x="3524250" y="112866"/>
            <a:ext cx="5143500" cy="254527"/>
          </a:xfrm>
          <a:prstGeom prst="rect">
            <a:avLst/>
          </a:prstGeom>
        </p:spPr>
        <p:txBody>
          <a:bodyPr vert="horz" lIns="48986" tIns="24493" rIns="48986" bIns="24493" rtlCol="0" anchor="ctr">
            <a:noAutofit/>
          </a:bodyPr>
          <a:lstStyle>
            <a:lvl1pPr algn="l" defTabSz="9601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86" b="1" dirty="0">
                <a:latin typeface="Arial" panose="020B0604020202020204" pitchFamily="34" charset="0"/>
                <a:cs typeface="Arial" panose="020B0604020202020204" pitchFamily="34" charset="0"/>
              </a:rPr>
              <a:t>THÔNG TIN CÁC NHÀ THU MUA TPHCM</a:t>
            </a:r>
            <a:endParaRPr lang="vi-VN" sz="1286" b="1" dirty="0">
              <a:latin typeface="A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6C8F70-43B1-6DE9-BBA6-67E4994ACE27}"/>
              </a:ext>
            </a:extLst>
          </p:cNvPr>
          <p:cNvSpPr txBox="1"/>
          <p:nvPr/>
        </p:nvSpPr>
        <p:spPr>
          <a:xfrm>
            <a:off x="7410748" y="0"/>
            <a:ext cx="1210206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4">
                <a:latin typeface="Arial" panose="020B0604020202020204" pitchFamily="34" charset="0"/>
                <a:cs typeface="Arial" panose="020B0604020202020204" pitchFamily="34" charset="0"/>
              </a:rPr>
              <a:t>Update: 07/2025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DEFAEF0-B150-9157-3A0F-80DF03FE11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095489"/>
              </p:ext>
            </p:extLst>
          </p:nvPr>
        </p:nvGraphicFramePr>
        <p:xfrm>
          <a:off x="849300" y="400049"/>
          <a:ext cx="10492740" cy="6301141"/>
        </p:xfrm>
        <a:graphic>
          <a:graphicData uri="http://schemas.openxmlformats.org/drawingml/2006/table">
            <a:tbl>
              <a:tblPr/>
              <a:tblGrid>
                <a:gridCol w="719609">
                  <a:extLst>
                    <a:ext uri="{9D8B030D-6E8A-4147-A177-3AD203B41FA5}">
                      <a16:colId xmlns:a16="http://schemas.microsoft.com/office/drawing/2014/main" val="2321060235"/>
                    </a:ext>
                  </a:extLst>
                </a:gridCol>
                <a:gridCol w="2326243">
                  <a:extLst>
                    <a:ext uri="{9D8B030D-6E8A-4147-A177-3AD203B41FA5}">
                      <a16:colId xmlns:a16="http://schemas.microsoft.com/office/drawing/2014/main" val="2642714403"/>
                    </a:ext>
                  </a:extLst>
                </a:gridCol>
                <a:gridCol w="3211811">
                  <a:extLst>
                    <a:ext uri="{9D8B030D-6E8A-4147-A177-3AD203B41FA5}">
                      <a16:colId xmlns:a16="http://schemas.microsoft.com/office/drawing/2014/main" val="1584474804"/>
                    </a:ext>
                  </a:extLst>
                </a:gridCol>
                <a:gridCol w="1454588">
                  <a:extLst>
                    <a:ext uri="{9D8B030D-6E8A-4147-A177-3AD203B41FA5}">
                      <a16:colId xmlns:a16="http://schemas.microsoft.com/office/drawing/2014/main" val="275072811"/>
                    </a:ext>
                  </a:extLst>
                </a:gridCol>
                <a:gridCol w="1327679">
                  <a:extLst>
                    <a:ext uri="{9D8B030D-6E8A-4147-A177-3AD203B41FA5}">
                      <a16:colId xmlns:a16="http://schemas.microsoft.com/office/drawing/2014/main" val="2697396822"/>
                    </a:ext>
                  </a:extLst>
                </a:gridCol>
                <a:gridCol w="1452810">
                  <a:extLst>
                    <a:ext uri="{9D8B030D-6E8A-4147-A177-3AD203B41FA5}">
                      <a16:colId xmlns:a16="http://schemas.microsoft.com/office/drawing/2014/main" val="504206895"/>
                    </a:ext>
                  </a:extLst>
                </a:gridCol>
              </a:tblGrid>
              <a:tr h="9567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STT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Danh </a:t>
                      </a:r>
                      <a:r>
                        <a:rPr lang="en-US" sz="14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sách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các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điểm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thu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mua</a:t>
                      </a:r>
                      <a:b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4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đã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kích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hoạt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Cấp thu mua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Năng lực PET </a:t>
                      </a:r>
                      <a:b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(tấn/ tháng)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Năng lực HDPE </a:t>
                      </a:r>
                      <a:b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(tấn/ tháng)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Năng lực PP </a:t>
                      </a:r>
                      <a:b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(tấn/ tháng) 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500195"/>
                  </a:ext>
                </a:extLst>
              </a:tr>
              <a:tr h="3760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Cty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SG Xanh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Cấp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2: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Nhà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xử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lý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chai,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xử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lý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thô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vảy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lạnh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        50,0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      -  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-  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478737"/>
                  </a:ext>
                </a:extLst>
              </a:tr>
              <a:tr h="3760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Huỳnh Trần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Cấp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1: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Nhà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SX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vảy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nóng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     500,0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      -  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-  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026351"/>
                  </a:ext>
                </a:extLst>
              </a:tr>
              <a:tr h="3760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Á Châu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Cấp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2: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Nhà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xử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lý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chai,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xử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lý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thô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vảy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lạnh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           5,0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      -  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-  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262599"/>
                  </a:ext>
                </a:extLst>
              </a:tr>
              <a:tr h="3760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vi-V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Anh Thư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Cấp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1: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Nhà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SX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vảy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nóng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     400,0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15,0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-  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551707"/>
                  </a:ext>
                </a:extLst>
              </a:tr>
              <a:tr h="3760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Hữu Phát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Cấp 1: Nhà SX vảy nóng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              -  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14,0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-  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720976"/>
                  </a:ext>
                </a:extLst>
              </a:tr>
              <a:tr h="3760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Tấn Phát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Cấp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1: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Nhà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SX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vảy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nóng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     100,0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30,0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10,0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93687"/>
                  </a:ext>
                </a:extLst>
              </a:tr>
              <a:tr h="3760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vi-V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 Phương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Cấp 1: Nhà SX vảy nóng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     700,0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15,0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-  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190011"/>
                  </a:ext>
                </a:extLst>
              </a:tr>
              <a:tr h="3760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Việt Anh Plastic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Cấp 0: Nhà máy tái chế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              -  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50,0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200,0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728315"/>
                  </a:ext>
                </a:extLst>
              </a:tr>
              <a:tr h="5794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Chú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Tiến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lái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chú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Hỏa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Cấp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3: Đại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lý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        10,0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      -  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-  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061749"/>
                  </a:ext>
                </a:extLst>
              </a:tr>
              <a:tr h="5794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vi-V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Công Hưng - Nhà Bè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Cấp 2: Nhà xử lý chai, xử lý thô (vảy lạnh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        70,0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      -  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-  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735212"/>
                  </a:ext>
                </a:extLst>
              </a:tr>
              <a:tr h="3760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Trung Hằng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Cấp 2: Nhà xử lý chai, xử lý thô (vảy lạnh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        12,0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      1,0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60132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             1,0 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676942"/>
                  </a:ext>
                </a:extLst>
              </a:tr>
              <a:tr h="315209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305" marR="3305" marT="33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Tổng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305" marR="3305" marT="33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60132" rtl="0" eaLnBrk="1" fontAlgn="b" latinLnBrk="0" hangingPunct="1"/>
                      <a:r>
                        <a:rPr lang="en-US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1.847,0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60132" rtl="0" eaLnBrk="1" fontAlgn="b" latinLnBrk="0" hangingPunct="1"/>
                      <a:r>
                        <a:rPr lang="en-US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125,0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60132" rtl="0" eaLnBrk="1" fontAlgn="b" latinLnBrk="0" hangingPunct="1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211,0</a:t>
                      </a:r>
                    </a:p>
                  </a:txBody>
                  <a:tcPr marL="3305" marR="3305" marT="33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517574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83C8918-71E9-DAC4-AD06-B6FA2E76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3559" y="6389115"/>
            <a:ext cx="2743200" cy="365125"/>
          </a:xfrm>
        </p:spPr>
        <p:txBody>
          <a:bodyPr/>
          <a:lstStyle/>
          <a:p>
            <a:r>
              <a:rPr lang="en-US" dirty="0"/>
              <a:t>Trang </a:t>
            </a:r>
            <a:fld id="{279315BB-BF29-4093-9F1E-1DC6DF61C6AC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531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A40CA-146B-06F3-958A-27299249B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3F32465-3330-DA05-4DE0-FFD4583CFE5E}"/>
              </a:ext>
            </a:extLst>
          </p:cNvPr>
          <p:cNvSpPr txBox="1"/>
          <p:nvPr/>
        </p:nvSpPr>
        <p:spPr>
          <a:xfrm>
            <a:off x="7410749" y="0"/>
            <a:ext cx="1210206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4">
                <a:latin typeface="Arial" panose="020B0604020202020204" pitchFamily="34" charset="0"/>
                <a:cs typeface="Arial" panose="020B0604020202020204" pitchFamily="34" charset="0"/>
              </a:rPr>
              <a:t>Update: 07/2025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56EA3D0-F8B0-B128-B3B4-39996BA10EA9}"/>
              </a:ext>
            </a:extLst>
          </p:cNvPr>
          <p:cNvGraphicFramePr>
            <a:graphicFrameLocks noGrp="1"/>
          </p:cNvGraphicFramePr>
          <p:nvPr/>
        </p:nvGraphicFramePr>
        <p:xfrm>
          <a:off x="758191" y="320041"/>
          <a:ext cx="10492739" cy="3164145"/>
        </p:xfrm>
        <a:graphic>
          <a:graphicData uri="http://schemas.openxmlformats.org/drawingml/2006/table">
            <a:tbl>
              <a:tblPr/>
              <a:tblGrid>
                <a:gridCol w="492590">
                  <a:extLst>
                    <a:ext uri="{9D8B030D-6E8A-4147-A177-3AD203B41FA5}">
                      <a16:colId xmlns:a16="http://schemas.microsoft.com/office/drawing/2014/main" val="946149846"/>
                    </a:ext>
                  </a:extLst>
                </a:gridCol>
                <a:gridCol w="1631174">
                  <a:extLst>
                    <a:ext uri="{9D8B030D-6E8A-4147-A177-3AD203B41FA5}">
                      <a16:colId xmlns:a16="http://schemas.microsoft.com/office/drawing/2014/main" val="308925502"/>
                    </a:ext>
                  </a:extLst>
                </a:gridCol>
                <a:gridCol w="939701">
                  <a:extLst>
                    <a:ext uri="{9D8B030D-6E8A-4147-A177-3AD203B41FA5}">
                      <a16:colId xmlns:a16="http://schemas.microsoft.com/office/drawing/2014/main" val="491564749"/>
                    </a:ext>
                  </a:extLst>
                </a:gridCol>
                <a:gridCol w="939701">
                  <a:extLst>
                    <a:ext uri="{9D8B030D-6E8A-4147-A177-3AD203B41FA5}">
                      <a16:colId xmlns:a16="http://schemas.microsoft.com/office/drawing/2014/main" val="1804193336"/>
                    </a:ext>
                  </a:extLst>
                </a:gridCol>
                <a:gridCol w="939701">
                  <a:extLst>
                    <a:ext uri="{9D8B030D-6E8A-4147-A177-3AD203B41FA5}">
                      <a16:colId xmlns:a16="http://schemas.microsoft.com/office/drawing/2014/main" val="3728058573"/>
                    </a:ext>
                  </a:extLst>
                </a:gridCol>
                <a:gridCol w="939701">
                  <a:extLst>
                    <a:ext uri="{9D8B030D-6E8A-4147-A177-3AD203B41FA5}">
                      <a16:colId xmlns:a16="http://schemas.microsoft.com/office/drawing/2014/main" val="3875046367"/>
                    </a:ext>
                  </a:extLst>
                </a:gridCol>
                <a:gridCol w="939701">
                  <a:extLst>
                    <a:ext uri="{9D8B030D-6E8A-4147-A177-3AD203B41FA5}">
                      <a16:colId xmlns:a16="http://schemas.microsoft.com/office/drawing/2014/main" val="4285020747"/>
                    </a:ext>
                  </a:extLst>
                </a:gridCol>
                <a:gridCol w="1223490">
                  <a:extLst>
                    <a:ext uri="{9D8B030D-6E8A-4147-A177-3AD203B41FA5}">
                      <a16:colId xmlns:a16="http://schemas.microsoft.com/office/drawing/2014/main" val="1733689718"/>
                    </a:ext>
                  </a:extLst>
                </a:gridCol>
                <a:gridCol w="1223490">
                  <a:extLst>
                    <a:ext uri="{9D8B030D-6E8A-4147-A177-3AD203B41FA5}">
                      <a16:colId xmlns:a16="http://schemas.microsoft.com/office/drawing/2014/main" val="3287808883"/>
                    </a:ext>
                  </a:extLst>
                </a:gridCol>
                <a:gridCol w="1223490">
                  <a:extLst>
                    <a:ext uri="{9D8B030D-6E8A-4147-A177-3AD203B41FA5}">
                      <a16:colId xmlns:a16="http://schemas.microsoft.com/office/drawing/2014/main" val="3325883445"/>
                    </a:ext>
                  </a:extLst>
                </a:gridCol>
              </a:tblGrid>
              <a:tr h="246874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kê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về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loại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hình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nhà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mua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khu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vực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trạm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TÂN TẠO</a:t>
                      </a:r>
                      <a:endParaRPr lang="vi-V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607665"/>
                  </a:ext>
                </a:extLst>
              </a:tr>
              <a:tr h="26840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STT</a:t>
                      </a:r>
                      <a:endParaRPr lang="vi-V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vi-V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Quận/Huyện</a:t>
                      </a: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Số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lượng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KH</a:t>
                      </a:r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vi-V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vi-V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Dung </a:t>
                      </a:r>
                      <a:r>
                        <a:rPr lang="en-US" sz="1100" b="1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Lượng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PET </a:t>
                      </a:r>
                    </a:p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(Tấn)</a:t>
                      </a:r>
                      <a:endParaRPr lang="vi-VN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6013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Dung </a:t>
                      </a:r>
                      <a:r>
                        <a:rPr kumimoji="0" lang="en-US" sz="11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Lượng</a:t>
                      </a:r>
                      <a:endParaRPr kumimoji="0" 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6013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HDPE</a:t>
                      </a:r>
                    </a:p>
                    <a:p>
                      <a:pPr marL="0" marR="0" lvl="0" indent="0" algn="ctr" defTabSz="96013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(Tấn)</a:t>
                      </a:r>
                      <a:endParaRPr kumimoji="0" lang="vi-VN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Dung </a:t>
                      </a:r>
                      <a:r>
                        <a:rPr lang="en-US" sz="1100" b="1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Lượng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</a:t>
                      </a:r>
                    </a:p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(Tấn)</a:t>
                      </a:r>
                      <a:endParaRPr lang="vi-VN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540035"/>
                  </a:ext>
                </a:extLst>
              </a:tr>
              <a:tr h="475085">
                <a:tc vMerge="1">
                  <a:txBody>
                    <a:bodyPr/>
                    <a:lstStyle/>
                    <a:p>
                      <a:pPr algn="ctr" fontAlgn="ctr"/>
                      <a:endParaRPr lang="vi-V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vi-V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C4: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Vựa</a:t>
                      </a:r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C3: Đại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lý</a:t>
                      </a:r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C2: Nhà </a:t>
                      </a:r>
                      <a:r>
                        <a:rPr lang="en-US" sz="1100" b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xử</a:t>
                      </a:r>
                      <a:r>
                        <a:rPr lang="en-US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lý</a:t>
                      </a:r>
                      <a:r>
                        <a:rPr lang="en-US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chai</a:t>
                      </a: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C1: SX </a:t>
                      </a:r>
                      <a:r>
                        <a:rPr lang="en-US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vảy</a:t>
                      </a:r>
                      <a:endParaRPr lang="en-US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13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C0: </a:t>
                      </a:r>
                      <a:r>
                        <a:rPr lang="en-US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Nhà</a:t>
                      </a:r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tái</a:t>
                      </a:r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chế</a:t>
                      </a:r>
                      <a:endParaRPr lang="en-US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</a:t>
                      </a:r>
                      <a:r>
                        <a:rPr lang="en-US" sz="10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sz="1000" b="1" i="0" u="none" strike="noStrike" baseline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tấn</a:t>
                      </a:r>
                      <a:r>
                        <a:rPr lang="en-US" sz="10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vi-V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6013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 (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tấn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vi-V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997602"/>
                  </a:ext>
                </a:extLst>
              </a:tr>
              <a:tr h="27172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Huyện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Bình Chánh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835224"/>
                  </a:ext>
                </a:extLst>
              </a:tr>
              <a:tr h="27172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Huyện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Cần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Giờ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667509"/>
                  </a:ext>
                </a:extLst>
              </a:tr>
              <a:tr h="27172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Huyện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Nhà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Bè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704334"/>
                  </a:ext>
                </a:extLst>
              </a:tr>
              <a:tr h="27172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Quận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10,0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8704746"/>
                  </a:ext>
                </a:extLst>
              </a:tr>
              <a:tr h="271723">
                <a:tc>
                  <a:txBody>
                    <a:bodyPr/>
                    <a:lstStyle/>
                    <a:p>
                      <a:pPr algn="ctr" fontAlgn="b"/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Quận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80,0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788442"/>
                  </a:ext>
                </a:extLst>
              </a:tr>
              <a:tr h="271723">
                <a:tc>
                  <a:txBody>
                    <a:bodyPr/>
                    <a:lstStyle/>
                    <a:p>
                      <a:pPr algn="ctr" fontAlgn="b"/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Quận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Bình Tân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3947458"/>
                  </a:ext>
                </a:extLst>
              </a:tr>
              <a:tr h="27172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Bà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Rịa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–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Vũng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Tàu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4222184"/>
                  </a:ext>
                </a:extLst>
              </a:tr>
              <a:tr h="271723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Tổng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cộng</a:t>
                      </a:r>
                      <a:endParaRPr lang="vi-V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vi-VN" sz="1300" b="0" i="0" u="none" strike="noStrike">
                        <a:solidFill>
                          <a:srgbClr val="000000"/>
                        </a:solidFill>
                        <a:effectLst/>
                        <a:latin typeface="AARIAL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1.000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9752122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0DD04C4-40E7-3DCC-128C-7B068404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  <a:prstGeom prst="rect">
            <a:avLst/>
          </a:prstGeom>
        </p:spPr>
        <p:txBody>
          <a:bodyPr vert="horz" lIns="76200" tIns="38100" rIns="76200" bIns="38100" rtlCol="0" anchor="ctr"/>
          <a:lstStyle>
            <a:defPPr>
              <a:defRPr lang="en-US"/>
            </a:defPPr>
            <a:lvl1pPr marL="0" algn="r" defTabSz="761970" rtl="0" eaLnBrk="1" latinLnBrk="0" hangingPunct="1">
              <a:defRPr sz="1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2F00D5-C58B-49F2-8483-00FFE43C31E7}" type="slidenum">
              <a:rPr lang="vi-VN" smtClean="0"/>
              <a:pPr/>
              <a:t>5</a:t>
            </a:fld>
            <a:r>
              <a:rPr lang="en-US"/>
              <a:t>/7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8862435-7943-5D7C-3AD4-A274A91ECD2D}"/>
              </a:ext>
            </a:extLst>
          </p:cNvPr>
          <p:cNvGraphicFramePr>
            <a:graphicFrameLocks noGrp="1"/>
          </p:cNvGraphicFramePr>
          <p:nvPr/>
        </p:nvGraphicFramePr>
        <p:xfrm>
          <a:off x="750571" y="4012787"/>
          <a:ext cx="10492739" cy="2348976"/>
        </p:xfrm>
        <a:graphic>
          <a:graphicData uri="http://schemas.openxmlformats.org/drawingml/2006/table">
            <a:tbl>
              <a:tblPr/>
              <a:tblGrid>
                <a:gridCol w="492590">
                  <a:extLst>
                    <a:ext uri="{9D8B030D-6E8A-4147-A177-3AD203B41FA5}">
                      <a16:colId xmlns:a16="http://schemas.microsoft.com/office/drawing/2014/main" val="946149846"/>
                    </a:ext>
                  </a:extLst>
                </a:gridCol>
                <a:gridCol w="1631174">
                  <a:extLst>
                    <a:ext uri="{9D8B030D-6E8A-4147-A177-3AD203B41FA5}">
                      <a16:colId xmlns:a16="http://schemas.microsoft.com/office/drawing/2014/main" val="308925502"/>
                    </a:ext>
                  </a:extLst>
                </a:gridCol>
                <a:gridCol w="939701">
                  <a:extLst>
                    <a:ext uri="{9D8B030D-6E8A-4147-A177-3AD203B41FA5}">
                      <a16:colId xmlns:a16="http://schemas.microsoft.com/office/drawing/2014/main" val="491564749"/>
                    </a:ext>
                  </a:extLst>
                </a:gridCol>
                <a:gridCol w="939701">
                  <a:extLst>
                    <a:ext uri="{9D8B030D-6E8A-4147-A177-3AD203B41FA5}">
                      <a16:colId xmlns:a16="http://schemas.microsoft.com/office/drawing/2014/main" val="1804193336"/>
                    </a:ext>
                  </a:extLst>
                </a:gridCol>
                <a:gridCol w="939701">
                  <a:extLst>
                    <a:ext uri="{9D8B030D-6E8A-4147-A177-3AD203B41FA5}">
                      <a16:colId xmlns:a16="http://schemas.microsoft.com/office/drawing/2014/main" val="3728058573"/>
                    </a:ext>
                  </a:extLst>
                </a:gridCol>
                <a:gridCol w="939701">
                  <a:extLst>
                    <a:ext uri="{9D8B030D-6E8A-4147-A177-3AD203B41FA5}">
                      <a16:colId xmlns:a16="http://schemas.microsoft.com/office/drawing/2014/main" val="3875046367"/>
                    </a:ext>
                  </a:extLst>
                </a:gridCol>
                <a:gridCol w="939701">
                  <a:extLst>
                    <a:ext uri="{9D8B030D-6E8A-4147-A177-3AD203B41FA5}">
                      <a16:colId xmlns:a16="http://schemas.microsoft.com/office/drawing/2014/main" val="4285020747"/>
                    </a:ext>
                  </a:extLst>
                </a:gridCol>
                <a:gridCol w="1223490">
                  <a:extLst>
                    <a:ext uri="{9D8B030D-6E8A-4147-A177-3AD203B41FA5}">
                      <a16:colId xmlns:a16="http://schemas.microsoft.com/office/drawing/2014/main" val="1733689718"/>
                    </a:ext>
                  </a:extLst>
                </a:gridCol>
                <a:gridCol w="1223490">
                  <a:extLst>
                    <a:ext uri="{9D8B030D-6E8A-4147-A177-3AD203B41FA5}">
                      <a16:colId xmlns:a16="http://schemas.microsoft.com/office/drawing/2014/main" val="3287808883"/>
                    </a:ext>
                  </a:extLst>
                </a:gridCol>
                <a:gridCol w="1223490">
                  <a:extLst>
                    <a:ext uri="{9D8B030D-6E8A-4147-A177-3AD203B41FA5}">
                      <a16:colId xmlns:a16="http://schemas.microsoft.com/office/drawing/2014/main" val="3325883445"/>
                    </a:ext>
                  </a:extLst>
                </a:gridCol>
              </a:tblGrid>
              <a:tr h="246874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kê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về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loại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hình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nhà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mua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khu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vực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trạm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DĨ AN</a:t>
                      </a:r>
                      <a:endParaRPr lang="vi-V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607665"/>
                  </a:ext>
                </a:extLst>
              </a:tr>
              <a:tr h="26840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STT</a:t>
                      </a:r>
                      <a:endParaRPr lang="vi-V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vi-V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Quận/Huyện</a:t>
                      </a: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Số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lượng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KH</a:t>
                      </a:r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vi-V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vi-V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Dung </a:t>
                      </a:r>
                      <a:r>
                        <a:rPr lang="en-US" sz="1100" b="1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Lượng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PET </a:t>
                      </a:r>
                    </a:p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(Tấn)</a:t>
                      </a:r>
                      <a:endParaRPr lang="vi-VN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6013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Dung </a:t>
                      </a:r>
                      <a:r>
                        <a:rPr kumimoji="0" lang="en-US" sz="11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Lượng</a:t>
                      </a:r>
                      <a:endParaRPr kumimoji="0" 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6013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HDPE</a:t>
                      </a:r>
                    </a:p>
                    <a:p>
                      <a:pPr marL="0" marR="0" lvl="0" indent="0" algn="ctr" defTabSz="96013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(Tấn)</a:t>
                      </a:r>
                      <a:endParaRPr kumimoji="0" lang="vi-VN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Dung </a:t>
                      </a:r>
                      <a:r>
                        <a:rPr lang="en-US" sz="1100" b="1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Lượng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</a:t>
                      </a:r>
                    </a:p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(Tấn)</a:t>
                      </a:r>
                      <a:endParaRPr lang="vi-VN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540035"/>
                  </a:ext>
                </a:extLst>
              </a:tr>
              <a:tr h="475085">
                <a:tc vMerge="1">
                  <a:txBody>
                    <a:bodyPr/>
                    <a:lstStyle/>
                    <a:p>
                      <a:pPr algn="ctr" fontAlgn="ctr"/>
                      <a:endParaRPr lang="vi-V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vi-V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C4: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Vựa</a:t>
                      </a:r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C3: Đại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lý</a:t>
                      </a:r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C2: Nhà </a:t>
                      </a:r>
                      <a:r>
                        <a:rPr lang="en-US" sz="1100" b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xử</a:t>
                      </a:r>
                      <a:r>
                        <a:rPr lang="en-US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lý</a:t>
                      </a:r>
                      <a:r>
                        <a:rPr lang="en-US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chai</a:t>
                      </a: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C1: SX </a:t>
                      </a:r>
                      <a:r>
                        <a:rPr lang="en-US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vảy</a:t>
                      </a:r>
                      <a:endParaRPr lang="en-US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13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C0: </a:t>
                      </a:r>
                      <a:r>
                        <a:rPr lang="en-US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Nhà</a:t>
                      </a:r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tái</a:t>
                      </a:r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chế</a:t>
                      </a:r>
                      <a:endParaRPr lang="en-US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</a:t>
                      </a:r>
                      <a:r>
                        <a:rPr lang="en-US" sz="10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sz="1000" b="1" i="0" u="none" strike="noStrike" baseline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tấn</a:t>
                      </a:r>
                      <a:r>
                        <a:rPr lang="en-US" sz="10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vi-V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6013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 (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tấn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vi-V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997602"/>
                  </a:ext>
                </a:extLst>
              </a:tr>
              <a:tr h="27172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Bình Dương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835224"/>
                  </a:ext>
                </a:extLst>
              </a:tr>
              <a:tr h="27172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Biên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Hòa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667509"/>
                  </a:ext>
                </a:extLst>
              </a:tr>
              <a:tr h="27172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Nhơn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Trạch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704334"/>
                  </a:ext>
                </a:extLst>
              </a:tr>
              <a:tr h="27172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Thủ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Đức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8704746"/>
                  </a:ext>
                </a:extLst>
              </a:tr>
              <a:tr h="271723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Tổng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cộng</a:t>
                      </a:r>
                      <a:endParaRPr lang="vi-V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03" marR="5103" marT="51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vi-VN" sz="1300" b="0" i="0" u="none" strike="noStrike">
                        <a:solidFill>
                          <a:srgbClr val="000000"/>
                        </a:solidFill>
                        <a:effectLst/>
                        <a:latin typeface="AARIAL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9752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6528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EDE514-6871-58F0-BE37-A0AE4126C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2AC88D0E-AC01-BEDF-C413-FDD65287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E8B25B3-74D1-4A0B-0562-2ED79AC8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52FF270F-FDDE-27CF-3C78-9A664CEC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70" y="1508760"/>
            <a:ext cx="10640754" cy="21701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>
                <a:solidFill>
                  <a:schemeClr val="tx2"/>
                </a:solidFill>
              </a:rPr>
              <a:t>CẢM ƠN !</a:t>
            </a:r>
            <a:endParaRPr lang="en-US" sz="5400" b="1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2BB244D-A240-10B3-4835-E5B1DF064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B1314B7-E535-DC42-4A32-C19744CB0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C044331-2DFC-AA9B-2D6B-61A9908810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60FFC20-3107-E1DA-8337-8A395564DA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1B757B5-BFF8-0A8F-A8CC-C132C7AE88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" name="Picture 29" descr="A green and grey recycle sign&#10;&#10;Description automatically generated">
            <a:extLst>
              <a:ext uri="{FF2B5EF4-FFF2-40B4-BE49-F238E27FC236}">
                <a16:creationId xmlns:a16="http://schemas.microsoft.com/office/drawing/2014/main" id="{B52FED56-D341-AFC9-D727-D790B5DCF4B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622" y="380739"/>
            <a:ext cx="2622489" cy="571727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663A5DB1-DAC9-C2B0-D952-9B0EA44D6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5167054-27D0-DE14-D0B2-A71C18AA6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1009304-2014-922B-7DA4-4B0A193E17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92ACB39-2578-4F1C-0F9A-A1FA3C24A9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59B1C65-B829-4F07-3898-C0333D2F9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4280D8-C2A0-2477-76A1-9D8CBCA6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00D5-C58B-49F2-8483-00FFE43C31E7}" type="slidenum">
              <a:rPr lang="vi-VN" smtClean="0"/>
              <a:pPr/>
              <a:t>6</a:t>
            </a:fld>
            <a:r>
              <a:rPr lang="en-US"/>
              <a:t>/7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92194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04F457C-FD70-A843-3213-6DF17D877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051E2CE-ED3E-65BE-F37D-9498CE9967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" b="17783"/>
          <a:stretch>
            <a:fillRect/>
          </a:stretch>
        </p:blipFill>
        <p:spPr>
          <a:xfrm>
            <a:off x="2779805" y="0"/>
            <a:ext cx="9269625" cy="685800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2461E81-CDAB-38F1-8EE7-8F011D076599}"/>
              </a:ext>
            </a:extLst>
          </p:cNvPr>
          <p:cNvGrpSpPr/>
          <p:nvPr/>
        </p:nvGrpSpPr>
        <p:grpSpPr>
          <a:xfrm>
            <a:off x="4888336" y="4244345"/>
            <a:ext cx="300309" cy="457200"/>
            <a:chOff x="2528182" y="3619961"/>
            <a:chExt cx="269585" cy="449306"/>
          </a:xfrm>
          <a:solidFill>
            <a:schemeClr val="accent2"/>
          </a:solidFill>
        </p:grpSpPr>
        <p:pic>
          <p:nvPicPr>
            <p:cNvPr id="14" name="Graphic 13" descr="Flag with solid fill">
              <a:extLst>
                <a:ext uri="{FF2B5EF4-FFF2-40B4-BE49-F238E27FC236}">
                  <a16:creationId xmlns:a16="http://schemas.microsoft.com/office/drawing/2014/main" id="{9196848D-98D6-59C6-C266-04CEDE0E9C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28182" y="3619961"/>
              <a:ext cx="269585" cy="269584"/>
            </a:xfrm>
            <a:prstGeom prst="rect">
              <a:avLst/>
            </a:prstGeom>
          </p:spPr>
        </p:pic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B31F5A1-6354-C027-6E66-9E1BEFDBA140}"/>
                </a:ext>
              </a:extLst>
            </p:cNvPr>
            <p:cNvSpPr/>
            <p:nvPr/>
          </p:nvSpPr>
          <p:spPr>
            <a:xfrm>
              <a:off x="2529301" y="3863222"/>
              <a:ext cx="188795" cy="206045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05A3D-D394-D6D9-B970-3BE9B6AF5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0990" y="6364817"/>
            <a:ext cx="2743200" cy="365125"/>
          </a:xfrm>
        </p:spPr>
        <p:txBody>
          <a:bodyPr/>
          <a:lstStyle/>
          <a:p>
            <a:fld id="{1B2F00D5-C58B-49F2-8483-00FFE43C31E7}" type="slidenum">
              <a:rPr lang="vi-VN" smtClean="0"/>
              <a:pPr/>
              <a:t>7</a:t>
            </a:fld>
            <a:r>
              <a:rPr lang="en-US"/>
              <a:t>/7</a:t>
            </a:r>
            <a:endParaRPr lang="vi-V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9158C6-9274-D189-733D-C7CA03B23685}"/>
              </a:ext>
            </a:extLst>
          </p:cNvPr>
          <p:cNvSpPr txBox="1"/>
          <p:nvPr/>
        </p:nvSpPr>
        <p:spPr>
          <a:xfrm>
            <a:off x="5947401" y="3689752"/>
            <a:ext cx="1005840" cy="461665"/>
          </a:xfrm>
          <a:prstGeom prst="rect">
            <a:avLst/>
          </a:prstGeom>
          <a:solidFill>
            <a:srgbClr val="FFC000">
              <a:alpha val="35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/>
              <a:t>Trạm</a:t>
            </a:r>
            <a:endParaRPr lang="en-US" sz="1200" b="1" dirty="0"/>
          </a:p>
          <a:p>
            <a:pPr algn="ctr"/>
            <a:r>
              <a:rPr lang="en-US" sz="1200" b="1" dirty="0" err="1"/>
              <a:t>Dĩ</a:t>
            </a:r>
            <a:r>
              <a:rPr lang="en-US" sz="1200" b="1" dirty="0"/>
              <a:t> An</a:t>
            </a:r>
            <a:endParaRPr lang="vi-VN" sz="1200" b="1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00738C7-557D-40F2-6B15-40BB44220FFB}"/>
              </a:ext>
            </a:extLst>
          </p:cNvPr>
          <p:cNvGrpSpPr/>
          <p:nvPr/>
        </p:nvGrpSpPr>
        <p:grpSpPr>
          <a:xfrm>
            <a:off x="5724639" y="3486654"/>
            <a:ext cx="377342" cy="394005"/>
            <a:chOff x="2529302" y="3675262"/>
            <a:chExt cx="377342" cy="394005"/>
          </a:xfrm>
          <a:solidFill>
            <a:srgbClr val="FFC000"/>
          </a:solidFill>
        </p:grpSpPr>
        <p:pic>
          <p:nvPicPr>
            <p:cNvPr id="34" name="Graphic 33" descr="Flag with solid fill">
              <a:extLst>
                <a:ext uri="{FF2B5EF4-FFF2-40B4-BE49-F238E27FC236}">
                  <a16:creationId xmlns:a16="http://schemas.microsoft.com/office/drawing/2014/main" id="{A876A442-13B8-4BCC-CCBB-10A0E44C28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32324" y="3675262"/>
              <a:ext cx="274320" cy="274320"/>
            </a:xfrm>
            <a:prstGeom prst="rect">
              <a:avLst/>
            </a:prstGeom>
          </p:spPr>
        </p:pic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8C262AE-C4D9-82B2-2B55-22CFDE23CC3B}"/>
                </a:ext>
              </a:extLst>
            </p:cNvPr>
            <p:cNvSpPr/>
            <p:nvPr/>
          </p:nvSpPr>
          <p:spPr>
            <a:xfrm>
              <a:off x="2529302" y="3863222"/>
              <a:ext cx="206045" cy="206045"/>
            </a:xfrm>
            <a:prstGeom prst="ellipse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AD25740-956C-3A02-7C72-5D662DB810CD}"/>
              </a:ext>
            </a:extLst>
          </p:cNvPr>
          <p:cNvGrpSpPr/>
          <p:nvPr/>
        </p:nvGrpSpPr>
        <p:grpSpPr>
          <a:xfrm>
            <a:off x="2980747" y="5926764"/>
            <a:ext cx="1015756" cy="688025"/>
            <a:chOff x="2980747" y="5926764"/>
            <a:chExt cx="1015756" cy="68802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C232689-F575-39B4-F0B3-1C79A15A18D6}"/>
                </a:ext>
              </a:extLst>
            </p:cNvPr>
            <p:cNvGrpSpPr/>
            <p:nvPr/>
          </p:nvGrpSpPr>
          <p:grpSpPr>
            <a:xfrm>
              <a:off x="2989078" y="5926764"/>
              <a:ext cx="290982" cy="394005"/>
              <a:chOff x="2529302" y="3675262"/>
              <a:chExt cx="290982" cy="394005"/>
            </a:xfrm>
          </p:grpSpPr>
          <p:pic>
            <p:nvPicPr>
              <p:cNvPr id="28" name="Graphic 27" descr="Flag with solid fill">
                <a:extLst>
                  <a:ext uri="{FF2B5EF4-FFF2-40B4-BE49-F238E27FC236}">
                    <a16:creationId xmlns:a16="http://schemas.microsoft.com/office/drawing/2014/main" id="{DA755FB6-C36D-F64E-BFC5-90E810C839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632324" y="3675262"/>
                <a:ext cx="187960" cy="187960"/>
              </a:xfrm>
              <a:prstGeom prst="rect">
                <a:avLst/>
              </a:prstGeom>
            </p:spPr>
          </p:pic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149F22F7-231F-A78E-4397-F15B7A935E78}"/>
                  </a:ext>
                </a:extLst>
              </p:cNvPr>
              <p:cNvSpPr/>
              <p:nvPr/>
            </p:nvSpPr>
            <p:spPr>
              <a:xfrm>
                <a:off x="2529302" y="3863222"/>
                <a:ext cx="206045" cy="206045"/>
              </a:xfrm>
              <a:prstGeom prst="ellipse">
                <a:avLst/>
              </a:prstGeom>
              <a:solidFill>
                <a:srgbClr val="00B050">
                  <a:alpha val="77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E4CD33B-EF15-FF7B-256D-79D28F216D92}"/>
                </a:ext>
              </a:extLst>
            </p:cNvPr>
            <p:cNvSpPr txBox="1"/>
            <p:nvPr/>
          </p:nvSpPr>
          <p:spPr>
            <a:xfrm>
              <a:off x="2980747" y="6337790"/>
              <a:ext cx="1015756" cy="276999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/>
                <a:t>Khánh Nga</a:t>
              </a:r>
              <a:endParaRPr lang="vi-VN" sz="1200" b="1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3BF72F2-B53A-7E8E-20EF-39837AEEB585}"/>
              </a:ext>
            </a:extLst>
          </p:cNvPr>
          <p:cNvGrpSpPr/>
          <p:nvPr/>
        </p:nvGrpSpPr>
        <p:grpSpPr>
          <a:xfrm>
            <a:off x="8113385" y="3197412"/>
            <a:ext cx="1026266" cy="593802"/>
            <a:chOff x="8113385" y="3197412"/>
            <a:chExt cx="1026266" cy="593802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5BEF28B-D6BE-EAB8-E919-ECF94B9B3CA9}"/>
                </a:ext>
              </a:extLst>
            </p:cNvPr>
            <p:cNvGrpSpPr/>
            <p:nvPr/>
          </p:nvGrpSpPr>
          <p:grpSpPr>
            <a:xfrm>
              <a:off x="8113385" y="3197412"/>
              <a:ext cx="412719" cy="593802"/>
              <a:chOff x="2509798" y="3633786"/>
              <a:chExt cx="328340" cy="426438"/>
            </a:xfrm>
          </p:grpSpPr>
          <p:pic>
            <p:nvPicPr>
              <p:cNvPr id="38" name="Graphic 37" descr="Flag with solid fill">
                <a:extLst>
                  <a:ext uri="{FF2B5EF4-FFF2-40B4-BE49-F238E27FC236}">
                    <a16:creationId xmlns:a16="http://schemas.microsoft.com/office/drawing/2014/main" id="{FDEB6995-4C53-6A9C-FBBC-CCAA3D12A2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509798" y="3633786"/>
                <a:ext cx="328340" cy="328338"/>
              </a:xfrm>
              <a:prstGeom prst="rect">
                <a:avLst/>
              </a:prstGeom>
            </p:spPr>
          </p:pic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A13A6455-1AD8-20A2-1B4F-76D86EEC2F3E}"/>
                  </a:ext>
                </a:extLst>
              </p:cNvPr>
              <p:cNvSpPr/>
              <p:nvPr/>
            </p:nvSpPr>
            <p:spPr>
              <a:xfrm>
                <a:off x="2529301" y="3863222"/>
                <a:ext cx="218237" cy="197002"/>
              </a:xfrm>
              <a:prstGeom prst="ellipse">
                <a:avLst/>
              </a:prstGeom>
              <a:solidFill>
                <a:srgbClr val="00B050">
                  <a:alpha val="77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B3921DD-D074-A236-366C-4A1F77DAEE7D}"/>
                </a:ext>
              </a:extLst>
            </p:cNvPr>
            <p:cNvSpPr txBox="1"/>
            <p:nvPr/>
          </p:nvSpPr>
          <p:spPr>
            <a:xfrm>
              <a:off x="8408131" y="3486072"/>
              <a:ext cx="731520" cy="276999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/>
                <a:t>Đại Lộc</a:t>
              </a:r>
              <a:endParaRPr lang="vi-VN" sz="1200" b="1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12D992E5-F7E9-CB88-B518-5334F076A059}"/>
              </a:ext>
            </a:extLst>
          </p:cNvPr>
          <p:cNvSpPr txBox="1"/>
          <p:nvPr/>
        </p:nvSpPr>
        <p:spPr>
          <a:xfrm>
            <a:off x="3497668" y="4340603"/>
            <a:ext cx="822960" cy="276999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DTR</a:t>
            </a:r>
            <a:endParaRPr lang="vi-VN" sz="1200" b="1"/>
          </a:p>
        </p:txBody>
      </p:sp>
      <p:sp>
        <p:nvSpPr>
          <p:cNvPr id="43" name="Primary Heading-0">
            <a:extLst>
              <a:ext uri="{FF2B5EF4-FFF2-40B4-BE49-F238E27FC236}">
                <a16:creationId xmlns:a16="http://schemas.microsoft.com/office/drawing/2014/main" id="{055C82FE-D984-BA0B-3D87-FFC64A9A6BEA}"/>
              </a:ext>
            </a:extLst>
          </p:cNvPr>
          <p:cNvSpPr txBox="1"/>
          <p:nvPr/>
        </p:nvSpPr>
        <p:spPr>
          <a:xfrm>
            <a:off x="603399" y="163314"/>
            <a:ext cx="1816734" cy="5170646"/>
          </a:xfrm>
          <a:prstGeom prst="rect">
            <a:avLst/>
          </a:prstGeom>
          <a:noFill/>
        </p:spPr>
        <p:txBody>
          <a:bodyPr vertOverflow="clip" horzOverflow="clip" wrap="square" lIns="0" tIns="182880" rIns="0" bIns="0" rtlCol="0" anchor="ctr" anchorCtr="0">
            <a:spAutoFit/>
          </a:bodyPr>
          <a:lstStyle>
            <a:defPPr>
              <a:defRPr kern="0"/>
            </a:defPPr>
            <a:lvl1pPr>
              <a:lnSpc>
                <a:spcPts val="1706"/>
              </a:lnSpc>
              <a:defRPr sz="2400" b="1" spc="-12">
                <a:solidFill>
                  <a:srgbClr val="0D4714">
                    <a:alpha val="100000"/>
                  </a:srgbClr>
                </a:solidFill>
                <a:latin typeface="+mj-lt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600" dirty="0"/>
              <a:t>1. HIỆN</a:t>
            </a:r>
          </a:p>
          <a:p>
            <a:pPr algn="ctr">
              <a:lnSpc>
                <a:spcPct val="100000"/>
              </a:lnSpc>
            </a:pPr>
            <a:r>
              <a:rPr lang="en-US" sz="3600" dirty="0"/>
              <a:t>TRẠNG</a:t>
            </a:r>
          </a:p>
          <a:p>
            <a:pPr algn="ctr">
              <a:lnSpc>
                <a:spcPct val="100000"/>
              </a:lnSpc>
            </a:pPr>
            <a:r>
              <a:rPr lang="en-US" sz="3600" dirty="0"/>
              <a:t>CÁC</a:t>
            </a:r>
          </a:p>
          <a:p>
            <a:pPr algn="ctr">
              <a:lnSpc>
                <a:spcPct val="100000"/>
              </a:lnSpc>
            </a:pPr>
            <a:r>
              <a:rPr lang="en-US" sz="3600" dirty="0"/>
              <a:t>TRẠM</a:t>
            </a:r>
          </a:p>
          <a:p>
            <a:pPr algn="ctr">
              <a:lnSpc>
                <a:spcPct val="100000"/>
              </a:lnSpc>
            </a:pPr>
            <a:r>
              <a:rPr lang="en-US" sz="3600" dirty="0"/>
              <a:t>VỆ TINH /ĐỐI TÁC</a:t>
            </a:r>
          </a:p>
          <a:p>
            <a:pPr algn="ctr">
              <a:lnSpc>
                <a:spcPct val="100000"/>
              </a:lnSpc>
            </a:pPr>
            <a:r>
              <a:rPr lang="en-US" sz="3600" dirty="0"/>
              <a:t>KHU VỰC TPHCM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58126C-1CF6-D6DD-5FBC-373EDF891129}"/>
              </a:ext>
            </a:extLst>
          </p:cNvPr>
          <p:cNvSpPr txBox="1"/>
          <p:nvPr/>
        </p:nvSpPr>
        <p:spPr>
          <a:xfrm>
            <a:off x="3084005" y="3655872"/>
            <a:ext cx="1454904" cy="461665"/>
          </a:xfrm>
          <a:prstGeom prst="rect">
            <a:avLst/>
          </a:prstGeom>
          <a:solidFill>
            <a:srgbClr val="7FD7A7">
              <a:alpha val="11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/>
              <a:t>Trạm</a:t>
            </a:r>
            <a:r>
              <a:rPr lang="en-US" sz="1200" b="1" dirty="0"/>
              <a:t> Khánh Nga</a:t>
            </a:r>
          </a:p>
          <a:p>
            <a:pPr algn="ctr"/>
            <a:r>
              <a:rPr lang="en-US" sz="1200" b="1" dirty="0"/>
              <a:t>Long An</a:t>
            </a:r>
            <a:endParaRPr lang="vi-VN" sz="12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253C844-D221-5679-05C0-AA38098E5353}"/>
              </a:ext>
            </a:extLst>
          </p:cNvPr>
          <p:cNvSpPr txBox="1"/>
          <p:nvPr/>
        </p:nvSpPr>
        <p:spPr>
          <a:xfrm>
            <a:off x="4577289" y="4717910"/>
            <a:ext cx="1005840" cy="276999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Tân </a:t>
            </a:r>
            <a:r>
              <a:rPr lang="en-US" sz="1200" b="1" err="1"/>
              <a:t>Tạo</a:t>
            </a:r>
            <a:endParaRPr lang="vi-VN" sz="1200" b="1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1E9BD51-E6C9-5D20-C739-0245D544DDE5}"/>
              </a:ext>
            </a:extLst>
          </p:cNvPr>
          <p:cNvSpPr/>
          <p:nvPr/>
        </p:nvSpPr>
        <p:spPr>
          <a:xfrm>
            <a:off x="691777" y="6020744"/>
            <a:ext cx="206045" cy="206045"/>
          </a:xfrm>
          <a:prstGeom prst="ellipse">
            <a:avLst/>
          </a:prstGeom>
          <a:solidFill>
            <a:srgbClr val="00B050">
              <a:alpha val="77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AC235A1-76F7-C056-0E10-42BAB33F2A22}"/>
              </a:ext>
            </a:extLst>
          </p:cNvPr>
          <p:cNvSpPr/>
          <p:nvPr/>
        </p:nvSpPr>
        <p:spPr>
          <a:xfrm>
            <a:off x="689454" y="6341334"/>
            <a:ext cx="206045" cy="206045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" name="Graphic 1" descr="Flag with solid fill">
            <a:extLst>
              <a:ext uri="{FF2B5EF4-FFF2-40B4-BE49-F238E27FC236}">
                <a16:creationId xmlns:a16="http://schemas.microsoft.com/office/drawing/2014/main" id="{3E584863-CF3C-B7EE-1569-68C654A027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2477" y="3858403"/>
            <a:ext cx="187960" cy="18796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FD715C8B-5A24-FCA5-00C7-288D7BAE887C}"/>
              </a:ext>
            </a:extLst>
          </p:cNvPr>
          <p:cNvSpPr/>
          <p:nvPr/>
        </p:nvSpPr>
        <p:spPr>
          <a:xfrm>
            <a:off x="4159455" y="4046363"/>
            <a:ext cx="206045" cy="206045"/>
          </a:xfrm>
          <a:prstGeom prst="ellipse">
            <a:avLst/>
          </a:prstGeom>
          <a:solidFill>
            <a:srgbClr val="00B050">
              <a:alpha val="77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369679-334D-06E0-3375-370CB446617A}"/>
              </a:ext>
            </a:extLst>
          </p:cNvPr>
          <p:cNvSpPr txBox="1"/>
          <p:nvPr/>
        </p:nvSpPr>
        <p:spPr>
          <a:xfrm>
            <a:off x="1000844" y="5969877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err="1"/>
              <a:t>Trạm</a:t>
            </a:r>
            <a:r>
              <a:rPr lang="en-US" sz="1400" b="1"/>
              <a:t> </a:t>
            </a:r>
            <a:r>
              <a:rPr lang="en-US" sz="1400" b="1" err="1"/>
              <a:t>hiện</a:t>
            </a:r>
            <a:r>
              <a:rPr lang="en-US" sz="1400" b="1"/>
              <a:t> </a:t>
            </a:r>
            <a:r>
              <a:rPr lang="en-US" sz="1400" b="1" err="1"/>
              <a:t>hữu</a:t>
            </a:r>
            <a:endParaRPr lang="vi-VN" sz="1400" b="1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11F39C-A7D7-752D-9A3A-13C1AB80A56F}"/>
              </a:ext>
            </a:extLst>
          </p:cNvPr>
          <p:cNvSpPr txBox="1"/>
          <p:nvPr/>
        </p:nvSpPr>
        <p:spPr>
          <a:xfrm>
            <a:off x="1000844" y="6290467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err="1"/>
              <a:t>Trạm</a:t>
            </a:r>
            <a:r>
              <a:rPr lang="en-US" sz="1400" b="1"/>
              <a:t> </a:t>
            </a:r>
            <a:r>
              <a:rPr lang="en-US" sz="1400" b="1" err="1"/>
              <a:t>đề</a:t>
            </a:r>
            <a:r>
              <a:rPr lang="en-US" sz="1400" b="1"/>
              <a:t> </a:t>
            </a:r>
            <a:r>
              <a:rPr lang="en-US" sz="1400" b="1" err="1"/>
              <a:t>xuất</a:t>
            </a:r>
            <a:endParaRPr lang="vi-VN" sz="1400" b="1"/>
          </a:p>
        </p:txBody>
      </p:sp>
      <p:sp>
        <p:nvSpPr>
          <p:cNvPr id="11" name="Star: 6 Points 10">
            <a:extLst>
              <a:ext uri="{FF2B5EF4-FFF2-40B4-BE49-F238E27FC236}">
                <a16:creationId xmlns:a16="http://schemas.microsoft.com/office/drawing/2014/main" id="{2DB909A2-50C2-C3B4-FC86-6701E5B145CC}"/>
              </a:ext>
            </a:extLst>
          </p:cNvPr>
          <p:cNvSpPr/>
          <p:nvPr/>
        </p:nvSpPr>
        <p:spPr>
          <a:xfrm>
            <a:off x="4140219" y="4138420"/>
            <a:ext cx="182880" cy="182880"/>
          </a:xfrm>
          <a:prstGeom prst="star6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0EF2D0E-7C16-DE8B-2E12-69F889306F32}"/>
              </a:ext>
            </a:extLst>
          </p:cNvPr>
          <p:cNvSpPr/>
          <p:nvPr/>
        </p:nvSpPr>
        <p:spPr>
          <a:xfrm>
            <a:off x="3132836" y="2968630"/>
            <a:ext cx="2286000" cy="2286000"/>
          </a:xfrm>
          <a:prstGeom prst="ellipse">
            <a:avLst/>
          </a:prstGeom>
          <a:solidFill>
            <a:srgbClr val="7FD7A7">
              <a:alpha val="24000"/>
            </a:srgbClr>
          </a:solidFill>
          <a:ln>
            <a:solidFill>
              <a:srgbClr val="3BC2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61C470-4439-D357-C735-3E1F36413163}"/>
              </a:ext>
            </a:extLst>
          </p:cNvPr>
          <p:cNvSpPr/>
          <p:nvPr/>
        </p:nvSpPr>
        <p:spPr>
          <a:xfrm>
            <a:off x="4655290" y="2648214"/>
            <a:ext cx="2286000" cy="2286000"/>
          </a:xfrm>
          <a:prstGeom prst="ellipse">
            <a:avLst/>
          </a:prstGeom>
          <a:solidFill>
            <a:srgbClr val="FFC000">
              <a:alpha val="16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1214225-7237-CC19-8471-A75B369BFC1F}"/>
              </a:ext>
            </a:extLst>
          </p:cNvPr>
          <p:cNvSpPr/>
          <p:nvPr/>
        </p:nvSpPr>
        <p:spPr>
          <a:xfrm>
            <a:off x="3854791" y="3474602"/>
            <a:ext cx="2286000" cy="2286000"/>
          </a:xfrm>
          <a:prstGeom prst="ellipse">
            <a:avLst/>
          </a:prstGeom>
          <a:solidFill>
            <a:srgbClr val="00B0F0">
              <a:alpha val="1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67AD49B-9207-4405-E9FA-61B8A5388ED8}"/>
              </a:ext>
            </a:extLst>
          </p:cNvPr>
          <p:cNvCxnSpPr>
            <a:cxnSpLocks/>
          </p:cNvCxnSpPr>
          <p:nvPr/>
        </p:nvCxnSpPr>
        <p:spPr>
          <a:xfrm rot="5400000" flipV="1">
            <a:off x="4847336" y="3540130"/>
            <a:ext cx="0" cy="114300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926DFB9-EECE-1C54-2D61-7A7AA038FB90}"/>
              </a:ext>
            </a:extLst>
          </p:cNvPr>
          <p:cNvSpPr txBox="1"/>
          <p:nvPr/>
        </p:nvSpPr>
        <p:spPr>
          <a:xfrm>
            <a:off x="4547438" y="3767551"/>
            <a:ext cx="87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30km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922392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5FC3ED-CC81-A846-9E12-EC53EA633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" b="17783"/>
          <a:stretch>
            <a:fillRect/>
          </a:stretch>
        </p:blipFill>
        <p:spPr>
          <a:xfrm>
            <a:off x="2779805" y="0"/>
            <a:ext cx="9269625" cy="6858001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87160D7B-5A62-89D4-1EBF-E69F1D574D28}"/>
              </a:ext>
            </a:extLst>
          </p:cNvPr>
          <p:cNvSpPr/>
          <p:nvPr/>
        </p:nvSpPr>
        <p:spPr>
          <a:xfrm>
            <a:off x="3843361" y="3440312"/>
            <a:ext cx="2286000" cy="2286000"/>
          </a:xfrm>
          <a:prstGeom prst="ellipse">
            <a:avLst/>
          </a:prstGeom>
          <a:solidFill>
            <a:srgbClr val="00B0F0">
              <a:alpha val="12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E1A4949-60FC-12FE-7F63-BE6C2A0641E4}"/>
              </a:ext>
            </a:extLst>
          </p:cNvPr>
          <p:cNvSpPr/>
          <p:nvPr/>
        </p:nvSpPr>
        <p:spPr>
          <a:xfrm>
            <a:off x="4745183" y="2648214"/>
            <a:ext cx="2286000" cy="2286000"/>
          </a:xfrm>
          <a:prstGeom prst="ellipse">
            <a:avLst/>
          </a:prstGeom>
          <a:solidFill>
            <a:srgbClr val="FFC000">
              <a:alpha val="1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D5522F4-37E3-C830-8286-43DF135BC9E8}"/>
              </a:ext>
            </a:extLst>
          </p:cNvPr>
          <p:cNvSpPr/>
          <p:nvPr/>
        </p:nvSpPr>
        <p:spPr>
          <a:xfrm>
            <a:off x="3132836" y="2968630"/>
            <a:ext cx="2286000" cy="2286000"/>
          </a:xfrm>
          <a:prstGeom prst="ellipse">
            <a:avLst/>
          </a:prstGeom>
          <a:solidFill>
            <a:srgbClr val="7FD7A7">
              <a:alpha val="64000"/>
            </a:srgbClr>
          </a:solidFill>
          <a:ln>
            <a:solidFill>
              <a:srgbClr val="3BC2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D512174-5A2E-0BCC-754E-5FC28A6E559F}"/>
              </a:ext>
            </a:extLst>
          </p:cNvPr>
          <p:cNvGrpSpPr/>
          <p:nvPr/>
        </p:nvGrpSpPr>
        <p:grpSpPr>
          <a:xfrm>
            <a:off x="4888336" y="4244345"/>
            <a:ext cx="300309" cy="457200"/>
            <a:chOff x="2528182" y="3619961"/>
            <a:chExt cx="269585" cy="449306"/>
          </a:xfrm>
          <a:solidFill>
            <a:schemeClr val="accent2"/>
          </a:solidFill>
        </p:grpSpPr>
        <p:pic>
          <p:nvPicPr>
            <p:cNvPr id="14" name="Graphic 13" descr="Flag with solid fill">
              <a:extLst>
                <a:ext uri="{FF2B5EF4-FFF2-40B4-BE49-F238E27FC236}">
                  <a16:creationId xmlns:a16="http://schemas.microsoft.com/office/drawing/2014/main" id="{C0E90A0B-4FC4-AB04-EC29-79AE809EAA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28182" y="3619961"/>
              <a:ext cx="269585" cy="269584"/>
            </a:xfrm>
            <a:prstGeom prst="rect">
              <a:avLst/>
            </a:prstGeom>
          </p:spPr>
        </p:pic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37F3A1E-86C3-D9AA-42FB-1EEA7BC031E9}"/>
                </a:ext>
              </a:extLst>
            </p:cNvPr>
            <p:cNvSpPr/>
            <p:nvPr/>
          </p:nvSpPr>
          <p:spPr>
            <a:xfrm>
              <a:off x="2529301" y="3863222"/>
              <a:ext cx="188795" cy="206045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1A6A2-D8DF-34F8-210C-E197B79DB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0990" y="6364817"/>
            <a:ext cx="2743200" cy="365125"/>
          </a:xfrm>
        </p:spPr>
        <p:txBody>
          <a:bodyPr/>
          <a:lstStyle/>
          <a:p>
            <a:fld id="{1B2F00D5-C58B-49F2-8483-00FFE43C31E7}" type="slidenum">
              <a:rPr lang="vi-VN" smtClean="0"/>
              <a:pPr/>
              <a:t>8</a:t>
            </a:fld>
            <a:r>
              <a:rPr lang="en-US"/>
              <a:t>/7</a:t>
            </a:r>
            <a:endParaRPr lang="vi-VN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2FCBEE4-7598-CAA2-EFA0-B98EAD6C171D}"/>
              </a:ext>
            </a:extLst>
          </p:cNvPr>
          <p:cNvGrpSpPr/>
          <p:nvPr/>
        </p:nvGrpSpPr>
        <p:grpSpPr>
          <a:xfrm>
            <a:off x="2942443" y="5926764"/>
            <a:ext cx="337617" cy="400355"/>
            <a:chOff x="2942443" y="5926764"/>
            <a:chExt cx="337617" cy="40035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DBBC2B0-86AE-CD5F-5616-0FA488806563}"/>
                </a:ext>
              </a:extLst>
            </p:cNvPr>
            <p:cNvGrpSpPr/>
            <p:nvPr/>
          </p:nvGrpSpPr>
          <p:grpSpPr>
            <a:xfrm>
              <a:off x="2989078" y="5926764"/>
              <a:ext cx="290982" cy="394005"/>
              <a:chOff x="2529302" y="3675262"/>
              <a:chExt cx="290982" cy="394005"/>
            </a:xfrm>
          </p:grpSpPr>
          <p:pic>
            <p:nvPicPr>
              <p:cNvPr id="28" name="Graphic 27" descr="Flag with solid fill">
                <a:extLst>
                  <a:ext uri="{FF2B5EF4-FFF2-40B4-BE49-F238E27FC236}">
                    <a16:creationId xmlns:a16="http://schemas.microsoft.com/office/drawing/2014/main" id="{FF4E1643-690B-4D7C-CFFB-A20FAFBA89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632324" y="3675262"/>
                <a:ext cx="187960" cy="187960"/>
              </a:xfrm>
              <a:prstGeom prst="rect">
                <a:avLst/>
              </a:prstGeom>
            </p:spPr>
          </p:pic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E7AB7988-F3F5-0694-D9A2-682FD8FA134B}"/>
                  </a:ext>
                </a:extLst>
              </p:cNvPr>
              <p:cNvSpPr/>
              <p:nvPr/>
            </p:nvSpPr>
            <p:spPr>
              <a:xfrm>
                <a:off x="2529302" y="3863222"/>
                <a:ext cx="206045" cy="206045"/>
              </a:xfrm>
              <a:prstGeom prst="ellipse">
                <a:avLst/>
              </a:prstGeom>
              <a:solidFill>
                <a:srgbClr val="00B050">
                  <a:alpha val="77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E47DDFB-7C85-E78C-4494-83F278CBCEEA}"/>
                </a:ext>
              </a:extLst>
            </p:cNvPr>
            <p:cNvSpPr txBox="1"/>
            <p:nvPr/>
          </p:nvSpPr>
          <p:spPr>
            <a:xfrm>
              <a:off x="2942443" y="6142453"/>
              <a:ext cx="299313" cy="184666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b="1" dirty="0"/>
                <a:t>KN</a:t>
              </a:r>
              <a:endParaRPr lang="vi-VN" sz="1200" b="1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55CA080-574B-E4FD-2468-4104DDE65E56}"/>
              </a:ext>
            </a:extLst>
          </p:cNvPr>
          <p:cNvGrpSpPr/>
          <p:nvPr/>
        </p:nvGrpSpPr>
        <p:grpSpPr>
          <a:xfrm>
            <a:off x="8113385" y="3197412"/>
            <a:ext cx="412719" cy="615701"/>
            <a:chOff x="8113385" y="3197412"/>
            <a:chExt cx="412719" cy="615701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FDAAED8-DD57-BF0F-8629-E7F0B96D1633}"/>
                </a:ext>
              </a:extLst>
            </p:cNvPr>
            <p:cNvGrpSpPr/>
            <p:nvPr/>
          </p:nvGrpSpPr>
          <p:grpSpPr>
            <a:xfrm>
              <a:off x="8113385" y="3197412"/>
              <a:ext cx="412719" cy="593802"/>
              <a:chOff x="2509798" y="3633786"/>
              <a:chExt cx="328340" cy="426438"/>
            </a:xfrm>
          </p:grpSpPr>
          <p:pic>
            <p:nvPicPr>
              <p:cNvPr id="38" name="Graphic 37" descr="Flag with solid fill">
                <a:extLst>
                  <a:ext uri="{FF2B5EF4-FFF2-40B4-BE49-F238E27FC236}">
                    <a16:creationId xmlns:a16="http://schemas.microsoft.com/office/drawing/2014/main" id="{FD865054-43E7-9030-83DE-7BC77BA92A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509798" y="3633786"/>
                <a:ext cx="328340" cy="328338"/>
              </a:xfrm>
              <a:prstGeom prst="rect">
                <a:avLst/>
              </a:prstGeom>
            </p:spPr>
          </p:pic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16A00DC0-B6A5-5F48-14F8-8C1BB4F008D9}"/>
                  </a:ext>
                </a:extLst>
              </p:cNvPr>
              <p:cNvSpPr/>
              <p:nvPr/>
            </p:nvSpPr>
            <p:spPr>
              <a:xfrm>
                <a:off x="2529301" y="3863222"/>
                <a:ext cx="218237" cy="197002"/>
              </a:xfrm>
              <a:prstGeom prst="ellipse">
                <a:avLst/>
              </a:prstGeom>
              <a:solidFill>
                <a:srgbClr val="00B050">
                  <a:alpha val="77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73A55A2-5327-4A1C-B315-6AC0BEAB5426}"/>
                </a:ext>
              </a:extLst>
            </p:cNvPr>
            <p:cNvSpPr txBox="1"/>
            <p:nvPr/>
          </p:nvSpPr>
          <p:spPr>
            <a:xfrm>
              <a:off x="8137900" y="3536114"/>
              <a:ext cx="274321" cy="276999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900" b="1" dirty="0"/>
                <a:t>Đại Lộc</a:t>
              </a:r>
              <a:endParaRPr lang="vi-VN" sz="900" b="1" dirty="0"/>
            </a:p>
          </p:txBody>
        </p:sp>
      </p:grpSp>
      <p:sp>
        <p:nvSpPr>
          <p:cNvPr id="43" name="Primary Heading-0">
            <a:extLst>
              <a:ext uri="{FF2B5EF4-FFF2-40B4-BE49-F238E27FC236}">
                <a16:creationId xmlns:a16="http://schemas.microsoft.com/office/drawing/2014/main" id="{37FD7A79-2420-8F31-5E0E-297C23B6C134}"/>
              </a:ext>
            </a:extLst>
          </p:cNvPr>
          <p:cNvSpPr txBox="1"/>
          <p:nvPr/>
        </p:nvSpPr>
        <p:spPr>
          <a:xfrm>
            <a:off x="603399" y="163314"/>
            <a:ext cx="1816734" cy="5170646"/>
          </a:xfrm>
          <a:prstGeom prst="rect">
            <a:avLst/>
          </a:prstGeom>
          <a:noFill/>
        </p:spPr>
        <p:txBody>
          <a:bodyPr vertOverflow="clip" horzOverflow="clip" wrap="square" lIns="0" tIns="182880" rIns="0" bIns="0" rtlCol="0" anchor="ctr" anchorCtr="0">
            <a:spAutoFit/>
          </a:bodyPr>
          <a:lstStyle>
            <a:defPPr>
              <a:defRPr kern="0"/>
            </a:defPPr>
            <a:lvl1pPr>
              <a:lnSpc>
                <a:spcPts val="1706"/>
              </a:lnSpc>
              <a:defRPr sz="2400" b="1" spc="-12">
                <a:solidFill>
                  <a:srgbClr val="0D4714">
                    <a:alpha val="100000"/>
                  </a:srgbClr>
                </a:solidFill>
                <a:latin typeface="+mj-lt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600" dirty="0"/>
              <a:t>1. HIỆN</a:t>
            </a:r>
          </a:p>
          <a:p>
            <a:pPr algn="ctr">
              <a:lnSpc>
                <a:spcPct val="100000"/>
              </a:lnSpc>
            </a:pPr>
            <a:r>
              <a:rPr lang="en-US" sz="3600" dirty="0"/>
              <a:t>TRẠNG</a:t>
            </a:r>
          </a:p>
          <a:p>
            <a:pPr algn="ctr">
              <a:lnSpc>
                <a:spcPct val="100000"/>
              </a:lnSpc>
            </a:pPr>
            <a:r>
              <a:rPr lang="en-US" sz="3600" dirty="0"/>
              <a:t>CÁC</a:t>
            </a:r>
          </a:p>
          <a:p>
            <a:pPr algn="ctr">
              <a:lnSpc>
                <a:spcPct val="100000"/>
              </a:lnSpc>
            </a:pPr>
            <a:r>
              <a:rPr lang="en-US" sz="3600" dirty="0"/>
              <a:t>TRẠM</a:t>
            </a:r>
          </a:p>
          <a:p>
            <a:pPr algn="ctr">
              <a:lnSpc>
                <a:spcPct val="100000"/>
              </a:lnSpc>
            </a:pPr>
            <a:r>
              <a:rPr lang="en-US" sz="3600" dirty="0"/>
              <a:t>VỆ TINH /ĐỐI TÁC</a:t>
            </a:r>
          </a:p>
          <a:p>
            <a:pPr algn="ctr">
              <a:lnSpc>
                <a:spcPct val="100000"/>
              </a:lnSpc>
            </a:pPr>
            <a:r>
              <a:rPr lang="en-US" sz="3600" dirty="0"/>
              <a:t>KHU VỰC TPHCM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663663-1E8C-2DEA-1695-F051D6B42FBB}"/>
              </a:ext>
            </a:extLst>
          </p:cNvPr>
          <p:cNvSpPr txBox="1"/>
          <p:nvPr/>
        </p:nvSpPr>
        <p:spPr>
          <a:xfrm>
            <a:off x="4847336" y="4496912"/>
            <a:ext cx="255061" cy="276999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/>
              <a:t>Tân </a:t>
            </a:r>
            <a:r>
              <a:rPr lang="en-US" sz="900" b="1" dirty="0" err="1"/>
              <a:t>Tạo</a:t>
            </a:r>
            <a:endParaRPr lang="vi-VN" sz="900" b="1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BBEAFF2-E477-ADD2-878E-B88844B61445}"/>
              </a:ext>
            </a:extLst>
          </p:cNvPr>
          <p:cNvSpPr/>
          <p:nvPr/>
        </p:nvSpPr>
        <p:spPr>
          <a:xfrm>
            <a:off x="691777" y="6020744"/>
            <a:ext cx="206045" cy="206045"/>
          </a:xfrm>
          <a:prstGeom prst="ellipse">
            <a:avLst/>
          </a:prstGeom>
          <a:solidFill>
            <a:srgbClr val="00B050">
              <a:alpha val="77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D594E92-5D35-D65F-BC56-9AF232926FB0}"/>
              </a:ext>
            </a:extLst>
          </p:cNvPr>
          <p:cNvSpPr/>
          <p:nvPr/>
        </p:nvSpPr>
        <p:spPr>
          <a:xfrm>
            <a:off x="689454" y="6341334"/>
            <a:ext cx="206045" cy="206045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B44A700-FDF5-709A-3990-44FD5664E90A}"/>
              </a:ext>
            </a:extLst>
          </p:cNvPr>
          <p:cNvSpPr txBox="1"/>
          <p:nvPr/>
        </p:nvSpPr>
        <p:spPr>
          <a:xfrm>
            <a:off x="1000844" y="5969877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err="1"/>
              <a:t>Trạm</a:t>
            </a:r>
            <a:r>
              <a:rPr lang="en-US" sz="1400" b="1"/>
              <a:t> </a:t>
            </a:r>
            <a:r>
              <a:rPr lang="en-US" sz="1400" b="1" err="1"/>
              <a:t>hiện</a:t>
            </a:r>
            <a:r>
              <a:rPr lang="en-US" sz="1400" b="1"/>
              <a:t> </a:t>
            </a:r>
            <a:r>
              <a:rPr lang="en-US" sz="1400" b="1" err="1"/>
              <a:t>hữu</a:t>
            </a:r>
            <a:endParaRPr lang="vi-VN" sz="1400" b="1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48F5F7B-6CD3-2F4B-0D05-1B5E55E010CB}"/>
              </a:ext>
            </a:extLst>
          </p:cNvPr>
          <p:cNvSpPr txBox="1"/>
          <p:nvPr/>
        </p:nvSpPr>
        <p:spPr>
          <a:xfrm>
            <a:off x="1000844" y="6290467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err="1"/>
              <a:t>Trạm</a:t>
            </a:r>
            <a:r>
              <a:rPr lang="en-US" sz="1400" b="1"/>
              <a:t> </a:t>
            </a:r>
            <a:r>
              <a:rPr lang="en-US" sz="1400" b="1" err="1"/>
              <a:t>đề</a:t>
            </a:r>
            <a:r>
              <a:rPr lang="en-US" sz="1400" b="1"/>
              <a:t> </a:t>
            </a:r>
            <a:r>
              <a:rPr lang="en-US" sz="1400" b="1" err="1"/>
              <a:t>xuất</a:t>
            </a:r>
            <a:endParaRPr lang="vi-VN" sz="1400" b="1"/>
          </a:p>
        </p:txBody>
      </p:sp>
      <p:sp>
        <p:nvSpPr>
          <p:cNvPr id="11" name="Star: 6 Points 10">
            <a:extLst>
              <a:ext uri="{FF2B5EF4-FFF2-40B4-BE49-F238E27FC236}">
                <a16:creationId xmlns:a16="http://schemas.microsoft.com/office/drawing/2014/main" id="{306404ED-8790-61AD-BB50-D9CD435670F7}"/>
              </a:ext>
            </a:extLst>
          </p:cNvPr>
          <p:cNvSpPr/>
          <p:nvPr/>
        </p:nvSpPr>
        <p:spPr>
          <a:xfrm>
            <a:off x="4140219" y="4138420"/>
            <a:ext cx="182880" cy="182880"/>
          </a:xfrm>
          <a:prstGeom prst="star6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8319235-154B-357E-76BC-359AD5E2AC0F}"/>
              </a:ext>
            </a:extLst>
          </p:cNvPr>
          <p:cNvCxnSpPr>
            <a:cxnSpLocks/>
          </p:cNvCxnSpPr>
          <p:nvPr/>
        </p:nvCxnSpPr>
        <p:spPr>
          <a:xfrm rot="5400000" flipV="1">
            <a:off x="3681184" y="3575730"/>
            <a:ext cx="0" cy="114300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5250CA22-F52C-9B8D-3A72-BE062EC5FB4B}"/>
              </a:ext>
            </a:extLst>
          </p:cNvPr>
          <p:cNvSpPr txBox="1"/>
          <p:nvPr/>
        </p:nvSpPr>
        <p:spPr>
          <a:xfrm>
            <a:off x="3207621" y="3819628"/>
            <a:ext cx="8799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30km</a:t>
            </a:r>
            <a:endParaRPr lang="vi-VN" sz="12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A9C0748-3F58-0F20-3839-B680525D908B}"/>
              </a:ext>
            </a:extLst>
          </p:cNvPr>
          <p:cNvGrpSpPr/>
          <p:nvPr/>
        </p:nvGrpSpPr>
        <p:grpSpPr>
          <a:xfrm>
            <a:off x="5724639" y="3486654"/>
            <a:ext cx="377342" cy="394005"/>
            <a:chOff x="2529302" y="3675262"/>
            <a:chExt cx="377342" cy="394005"/>
          </a:xfrm>
          <a:solidFill>
            <a:srgbClr val="FFC000"/>
          </a:solidFill>
        </p:grpSpPr>
        <p:pic>
          <p:nvPicPr>
            <p:cNvPr id="34" name="Graphic 33" descr="Flag with solid fill">
              <a:extLst>
                <a:ext uri="{FF2B5EF4-FFF2-40B4-BE49-F238E27FC236}">
                  <a16:creationId xmlns:a16="http://schemas.microsoft.com/office/drawing/2014/main" id="{86B8E319-807E-25F6-1039-F4107C27C4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632324" y="3675262"/>
              <a:ext cx="274320" cy="274320"/>
            </a:xfrm>
            <a:prstGeom prst="rect">
              <a:avLst/>
            </a:prstGeom>
          </p:spPr>
        </p:pic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4825BBD-88AC-44A6-B594-D752A14B9B29}"/>
                </a:ext>
              </a:extLst>
            </p:cNvPr>
            <p:cNvSpPr/>
            <p:nvPr/>
          </p:nvSpPr>
          <p:spPr>
            <a:xfrm>
              <a:off x="2529302" y="3863222"/>
              <a:ext cx="206045" cy="206045"/>
            </a:xfrm>
            <a:prstGeom prst="ellipse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E6DA0A5-FD2A-80C2-4923-2AF865E32C13}"/>
              </a:ext>
            </a:extLst>
          </p:cNvPr>
          <p:cNvSpPr txBox="1"/>
          <p:nvPr/>
        </p:nvSpPr>
        <p:spPr>
          <a:xfrm>
            <a:off x="5722111" y="3634069"/>
            <a:ext cx="193390" cy="276999"/>
          </a:xfrm>
          <a:prstGeom prst="rect">
            <a:avLst/>
          </a:prstGeom>
          <a:solidFill>
            <a:srgbClr val="FFC000">
              <a:alpha val="22000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 err="1"/>
              <a:t>Dĩ</a:t>
            </a:r>
            <a:r>
              <a:rPr lang="en-US" sz="900" b="1" dirty="0"/>
              <a:t> An</a:t>
            </a:r>
            <a:endParaRPr lang="vi-VN" sz="9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0D2C00-FA57-A102-32F8-6621152B0922}"/>
              </a:ext>
            </a:extLst>
          </p:cNvPr>
          <p:cNvSpPr txBox="1"/>
          <p:nvPr/>
        </p:nvSpPr>
        <p:spPr>
          <a:xfrm>
            <a:off x="4130426" y="4153096"/>
            <a:ext cx="235074" cy="138499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/>
              <a:t>DTR</a:t>
            </a:r>
            <a:endParaRPr lang="vi-VN" sz="900" b="1" dirty="0"/>
          </a:p>
        </p:txBody>
      </p:sp>
    </p:spTree>
    <p:extLst>
      <p:ext uri="{BB962C8B-B14F-4D97-AF65-F5344CB8AC3E}">
        <p14:creationId xmlns:p14="http://schemas.microsoft.com/office/powerpoint/2010/main" val="2317360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AD1CD753196F4C8DFF1950A0CA4822" ma:contentTypeVersion="13" ma:contentTypeDescription="Create a new document." ma:contentTypeScope="" ma:versionID="45f1df0e8c0ccd56d41c9b90ff404286">
  <xsd:schema xmlns:xsd="http://www.w3.org/2001/XMLSchema" xmlns:xs="http://www.w3.org/2001/XMLSchema" xmlns:p="http://schemas.microsoft.com/office/2006/metadata/properties" xmlns:ns2="39beedf3-351d-4f1d-b5da-8cef7e54c07b" xmlns:ns3="6b2d660f-a34b-40f0-bcee-be44ec657f9b" targetNamespace="http://schemas.microsoft.com/office/2006/metadata/properties" ma:root="true" ma:fieldsID="79d1b811fd4eed4610f11bfc5c04bb03" ns2:_="" ns3:_="">
    <xsd:import namespace="39beedf3-351d-4f1d-b5da-8cef7e54c07b"/>
    <xsd:import namespace="6b2d660f-a34b-40f0-bcee-be44ec657f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Ng_x01b0__x1edd_iqu_x1ea3_nl_x00fd_th_x01b0_m_x1ee5_c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beedf3-351d-4f1d-b5da-8cef7e54c0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Ng_x01b0__x1edd_iqu_x1ea3_nl_x00fd_th_x01b0_m_x1ee5_c" ma:index="15" nillable="true" ma:displayName="Người quản lý thư mục" ma:format="Dropdown" ma:internalName="Ng_x01b0__x1edd_iqu_x1ea3_nl_x00fd_th_x01b0_m_x1ee5_c">
      <xsd:simpleType>
        <xsd:restriction base="dms:Text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2d660f-a34b-40f0-bcee-be44ec657f9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3c6f692-9cac-40fe-b48c-743084e68e9c}" ma:internalName="TaxCatchAll" ma:showField="CatchAllData" ma:web="6b2d660f-a34b-40f0-bcee-be44ec657f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g_x01b0__x1edd_iqu_x1ea3_nl_x00fd_th_x01b0_m_x1ee5_c xmlns="39beedf3-351d-4f1d-b5da-8cef7e54c07b" xsi:nil="true"/>
    <lcf76f155ced4ddcb4097134ff3c332f xmlns="39beedf3-351d-4f1d-b5da-8cef7e54c07b">
      <Terms xmlns="http://schemas.microsoft.com/office/infopath/2007/PartnerControls"/>
    </lcf76f155ced4ddcb4097134ff3c332f>
    <TaxCatchAll xmlns="6b2d660f-a34b-40f0-bcee-be44ec657f9b" xsi:nil="true"/>
  </documentManagement>
</p:properties>
</file>

<file path=customXml/itemProps1.xml><?xml version="1.0" encoding="utf-8"?>
<ds:datastoreItem xmlns:ds="http://schemas.openxmlformats.org/officeDocument/2006/customXml" ds:itemID="{8AE9B73F-A1F1-4313-B807-AA66248EF15F}">
  <ds:schemaRefs>
    <ds:schemaRef ds:uri="39beedf3-351d-4f1d-b5da-8cef7e54c07b"/>
    <ds:schemaRef ds:uri="6b2d660f-a34b-40f0-bcee-be44ec657f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96E7E5C-4A3C-4F34-A0B0-D1700CD6CE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8F25E8-0FA0-4CC7-BC9B-40D74947BC8A}">
  <ds:schemaRefs>
    <ds:schemaRef ds:uri="39beedf3-351d-4f1d-b5da-8cef7e54c07b"/>
    <ds:schemaRef ds:uri="6b2d660f-a34b-40f0-bcee-be44ec657f9b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724</Words>
  <Application>Microsoft Office PowerPoint</Application>
  <PresentationFormat>Widescreen</PresentationFormat>
  <Paragraphs>309</Paragraphs>
  <Slides>8</Slides>
  <Notes>6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AARIAL</vt:lpstr>
      <vt:lpstr>Aptos</vt:lpstr>
      <vt:lpstr>Aptos Display</vt:lpstr>
      <vt:lpstr>Aptos Narrow</vt:lpstr>
      <vt:lpstr>Arial</vt:lpstr>
      <vt:lpstr>Calibri</vt:lpstr>
      <vt:lpstr>Muli</vt:lpstr>
      <vt:lpstr>Times New Roman</vt:lpstr>
      <vt:lpstr>Office Theme</vt:lpstr>
      <vt:lpstr>ĐỀ XUẤT PHÁT TRIỂN  TRẠM TP.HCM</vt:lpstr>
      <vt:lpstr>PowerPoint Presentation</vt:lpstr>
      <vt:lpstr>PowerPoint Presentation</vt:lpstr>
      <vt:lpstr>PowerPoint Presentation</vt:lpstr>
      <vt:lpstr>PowerPoint Presentation</vt:lpstr>
      <vt:lpstr>CẢM ƠN !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Hoàng, Trần Minh</dc:creator>
  <cp:lastModifiedBy>Hoàng, Trần Minh</cp:lastModifiedBy>
  <cp:revision>2</cp:revision>
  <dcterms:created xsi:type="dcterms:W3CDTF">2025-07-03T04:29:33Z</dcterms:created>
  <dcterms:modified xsi:type="dcterms:W3CDTF">2026-05-27T06:29:01Z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0x01010042AD1CD753196F4C8DFF1950A0CA4822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</Properties>
</file>