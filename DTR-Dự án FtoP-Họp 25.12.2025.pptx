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339" r:id="rId3"/>
    <p:sldId id="334" r:id="rId4"/>
    <p:sldId id="341" r:id="rId5"/>
    <p:sldId id="348" r:id="rId6"/>
    <p:sldId id="349" r:id="rId7"/>
    <p:sldId id="343" r:id="rId8"/>
    <p:sldId id="350" r:id="rId9"/>
    <p:sldId id="351" r:id="rId10"/>
    <p:sldId id="352" r:id="rId11"/>
    <p:sldId id="35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19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55541-B40E-4C73-9F77-9CED1702D86B}" v="147" dt="2025-12-24T07:16:28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>
        <p:scale>
          <a:sx n="100" d="100"/>
          <a:sy n="100" d="100"/>
        </p:scale>
        <p:origin x="99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custSel addSld delSld modSld sldOrd">
      <pc:chgData name="Danh, Hoàng Duy" userId="3a448fcf-317f-4972-a161-06742a14d4c7" providerId="ADAL" clId="{CE1C8B88-0719-4E4A-B0E4-7DC533AE261F}" dt="2025-12-24T07:16:31.333" v="5514" actId="478"/>
      <pc:docMkLst>
        <pc:docMk/>
      </pc:docMkLst>
      <pc:sldChg chg="del">
        <pc:chgData name="Danh, Hoàng Duy" userId="3a448fcf-317f-4972-a161-06742a14d4c7" providerId="ADAL" clId="{CE1C8B88-0719-4E4A-B0E4-7DC533AE261F}" dt="2025-12-24T04:39:40.758" v="4616" actId="47"/>
        <pc:sldMkLst>
          <pc:docMk/>
          <pc:sldMk cId="436695271" sldId="256"/>
        </pc:sldMkLst>
      </pc:sldChg>
      <pc:sldChg chg="addSp delSp modSp add mod ord">
        <pc:chgData name="Danh, Hoàng Duy" userId="3a448fcf-317f-4972-a161-06742a14d4c7" providerId="ADAL" clId="{CE1C8B88-0719-4E4A-B0E4-7DC533AE261F}" dt="2025-12-24T03:45:38.649" v="2876" actId="1440"/>
        <pc:sldMkLst>
          <pc:docMk/>
          <pc:sldMk cId="0" sldId="261"/>
        </pc:sldMkLst>
        <pc:spChg chg="del">
          <ac:chgData name="Danh, Hoàng Duy" userId="3a448fcf-317f-4972-a161-06742a14d4c7" providerId="ADAL" clId="{CE1C8B88-0719-4E4A-B0E4-7DC533AE261F}" dt="2025-12-23T08:48:31.235" v="152" actId="478"/>
          <ac:spMkLst>
            <pc:docMk/>
            <pc:sldMk cId="0" sldId="261"/>
            <ac:spMk id="4" creationId="{13148EE7-E1D9-202D-F123-9FB8B8BF279B}"/>
          </ac:spMkLst>
        </pc:spChg>
        <pc:spChg chg="mod">
          <ac:chgData name="Danh, Hoàng Duy" userId="3a448fcf-317f-4972-a161-06742a14d4c7" providerId="ADAL" clId="{CE1C8B88-0719-4E4A-B0E4-7DC533AE261F}" dt="2025-12-24T03:45:27.824" v="2873" actId="164"/>
          <ac:spMkLst>
            <pc:docMk/>
            <pc:sldMk cId="0" sldId="261"/>
            <ac:spMk id="6" creationId="{6D0DFC0C-E3A7-AC85-8C7C-C6BD6BEC71AB}"/>
          </ac:spMkLst>
        </pc:spChg>
        <pc:spChg chg="mod">
          <ac:chgData name="Danh, Hoàng Duy" userId="3a448fcf-317f-4972-a161-06742a14d4c7" providerId="ADAL" clId="{CE1C8B88-0719-4E4A-B0E4-7DC533AE261F}" dt="2025-12-24T03:45:27.824" v="2873" actId="164"/>
          <ac:spMkLst>
            <pc:docMk/>
            <pc:sldMk cId="0" sldId="261"/>
            <ac:spMk id="7" creationId="{B0E32C53-F9F6-E860-9F82-A8EA53A25691}"/>
          </ac:spMkLst>
        </pc:spChg>
        <pc:spChg chg="mod">
          <ac:chgData name="Danh, Hoàng Duy" userId="3a448fcf-317f-4972-a161-06742a14d4c7" providerId="ADAL" clId="{CE1C8B88-0719-4E4A-B0E4-7DC533AE261F}" dt="2025-12-23T08:48:45.033" v="160" actId="20577"/>
          <ac:spMkLst>
            <pc:docMk/>
            <pc:sldMk cId="0" sldId="261"/>
            <ac:spMk id="9" creationId="{0C454FAF-64C6-8169-39AC-7716333EF97F}"/>
          </ac:spMkLst>
        </pc:spChg>
        <pc:grpChg chg="add mod">
          <ac:chgData name="Danh, Hoàng Duy" userId="3a448fcf-317f-4972-a161-06742a14d4c7" providerId="ADAL" clId="{CE1C8B88-0719-4E4A-B0E4-7DC533AE261F}" dt="2025-12-24T03:45:29.490" v="2874" actId="1076"/>
          <ac:grpSpMkLst>
            <pc:docMk/>
            <pc:sldMk cId="0" sldId="261"/>
            <ac:grpSpMk id="4" creationId="{E1BA8B28-E692-BEAF-1BD6-70F88AC0E91D}"/>
          </ac:grpSpMkLst>
        </pc:grpChg>
        <pc:picChg chg="add mod">
          <ac:chgData name="Danh, Hoàng Duy" userId="3a448fcf-317f-4972-a161-06742a14d4c7" providerId="ADAL" clId="{CE1C8B88-0719-4E4A-B0E4-7DC533AE261F}" dt="2025-12-24T03:45:38.649" v="2876" actId="1440"/>
          <ac:picMkLst>
            <pc:docMk/>
            <pc:sldMk cId="0" sldId="261"/>
            <ac:picMk id="3" creationId="{CED02CAF-88A6-3CC4-73F9-7DD112455899}"/>
          </ac:picMkLst>
        </pc:picChg>
      </pc:sldChg>
      <pc:sldChg chg="addSp delSp modSp add mod delAnim modAnim modNotesTx">
        <pc:chgData name="Danh, Hoàng Duy" userId="3a448fcf-317f-4972-a161-06742a14d4c7" providerId="ADAL" clId="{CE1C8B88-0719-4E4A-B0E4-7DC533AE261F}" dt="2025-12-24T06:34:02.011" v="5111" actId="1076"/>
        <pc:sldMkLst>
          <pc:docMk/>
          <pc:sldMk cId="2965839819" sldId="334"/>
        </pc:sldMkLst>
        <pc:spChg chg="add del mod">
          <ac:chgData name="Danh, Hoàng Duy" userId="3a448fcf-317f-4972-a161-06742a14d4c7" providerId="ADAL" clId="{CE1C8B88-0719-4E4A-B0E4-7DC533AE261F}" dt="2025-12-24T03:33:03.348" v="2789" actId="478"/>
          <ac:spMkLst>
            <pc:docMk/>
            <pc:sldMk cId="2965839819" sldId="334"/>
            <ac:spMk id="2" creationId="{2399A99C-58DF-0D5E-E5C4-26C57529A854}"/>
          </ac:spMkLst>
        </pc:spChg>
        <pc:spChg chg="del mod">
          <ac:chgData name="Danh, Hoàng Duy" userId="3a448fcf-317f-4972-a161-06742a14d4c7" providerId="ADAL" clId="{CE1C8B88-0719-4E4A-B0E4-7DC533AE261F}" dt="2025-12-23T09:18:45.610" v="190" actId="478"/>
          <ac:spMkLst>
            <pc:docMk/>
            <pc:sldMk cId="2965839819" sldId="334"/>
            <ac:spMk id="3" creationId="{6CDD9FF1-8CBF-4708-0CE3-7C9C25991F76}"/>
          </ac:spMkLst>
        </pc:spChg>
        <pc:spChg chg="mod">
          <ac:chgData name="Danh, Hoàng Duy" userId="3a448fcf-317f-4972-a161-06742a14d4c7" providerId="ADAL" clId="{CE1C8B88-0719-4E4A-B0E4-7DC533AE261F}" dt="2025-12-23T09:18:19.367" v="181" actId="1076"/>
          <ac:spMkLst>
            <pc:docMk/>
            <pc:sldMk cId="2965839819" sldId="334"/>
            <ac:spMk id="6" creationId="{8861ECA3-5A89-C0C3-51C9-9D603C6DD9F5}"/>
          </ac:spMkLst>
        </pc:spChg>
        <pc:graphicFrameChg chg="add del mod">
          <ac:chgData name="Danh, Hoàng Duy" userId="3a448fcf-317f-4972-a161-06742a14d4c7" providerId="ADAL" clId="{CE1C8B88-0719-4E4A-B0E4-7DC533AE261F}" dt="2025-12-24T01:31:41.195" v="1565" actId="478"/>
          <ac:graphicFrameMkLst>
            <pc:docMk/>
            <pc:sldMk cId="2965839819" sldId="334"/>
            <ac:graphicFrameMk id="3" creationId="{E31000AE-75D2-F538-96EB-227BB96A4990}"/>
          </ac:graphicFrameMkLst>
        </pc:graphicFrameChg>
        <pc:graphicFrameChg chg="add del mod">
          <ac:chgData name="Danh, Hoàng Duy" userId="3a448fcf-317f-4972-a161-06742a14d4c7" providerId="ADAL" clId="{CE1C8B88-0719-4E4A-B0E4-7DC533AE261F}" dt="2025-12-24T03:33:06.306" v="2791" actId="478"/>
          <ac:graphicFrameMkLst>
            <pc:docMk/>
            <pc:sldMk cId="2965839819" sldId="334"/>
            <ac:graphicFrameMk id="5" creationId="{74997329-1B6A-8AD0-5CF3-19836EFC1A4F}"/>
          </ac:graphicFrameMkLst>
        </pc:graphicFrameChg>
        <pc:graphicFrameChg chg="del mod">
          <ac:chgData name="Danh, Hoàng Duy" userId="3a448fcf-317f-4972-a161-06742a14d4c7" providerId="ADAL" clId="{CE1C8B88-0719-4E4A-B0E4-7DC533AE261F}" dt="2025-12-24T04:30:28.260" v="4215" actId="478"/>
          <ac:graphicFrameMkLst>
            <pc:docMk/>
            <pc:sldMk cId="2965839819" sldId="334"/>
            <ac:graphicFrameMk id="8" creationId="{0BF6A51E-EB3A-F8C8-0042-4F7B529E472D}"/>
          </ac:graphicFrameMkLst>
        </pc:graphicFrameChg>
        <pc:picChg chg="add mod">
          <ac:chgData name="Danh, Hoàng Duy" userId="3a448fcf-317f-4972-a161-06742a14d4c7" providerId="ADAL" clId="{CE1C8B88-0719-4E4A-B0E4-7DC533AE261F}" dt="2025-12-24T06:34:02.011" v="5111" actId="1076"/>
          <ac:picMkLst>
            <pc:docMk/>
            <pc:sldMk cId="2965839819" sldId="334"/>
            <ac:picMk id="2" creationId="{FC90D924-4C3C-92F1-92AE-1AC171536E94}"/>
          </ac:picMkLst>
        </pc:picChg>
        <pc:picChg chg="add mod">
          <ac:chgData name="Danh, Hoàng Duy" userId="3a448fcf-317f-4972-a161-06742a14d4c7" providerId="ADAL" clId="{CE1C8B88-0719-4E4A-B0E4-7DC533AE261F}" dt="2025-12-24T03:33:18.006" v="2793"/>
          <ac:picMkLst>
            <pc:docMk/>
            <pc:sldMk cId="2965839819" sldId="334"/>
            <ac:picMk id="7" creationId="{A52C3F50-825E-69FF-7E2B-A8AB03718641}"/>
          </ac:picMkLst>
        </pc:picChg>
        <pc:picChg chg="add del mod">
          <ac:chgData name="Danh, Hoàng Duy" userId="3a448fcf-317f-4972-a161-06742a14d4c7" providerId="ADAL" clId="{CE1C8B88-0719-4E4A-B0E4-7DC533AE261F}" dt="2025-12-24T03:41:51.494" v="2810" actId="478"/>
          <ac:picMkLst>
            <pc:docMk/>
            <pc:sldMk cId="2965839819" sldId="334"/>
            <ac:picMk id="9" creationId="{CA7D4149-5400-0240-8EDF-608B083B3DDE}"/>
          </ac:picMkLst>
        </pc:picChg>
        <pc:picChg chg="add del mod">
          <ac:chgData name="Danh, Hoàng Duy" userId="3a448fcf-317f-4972-a161-06742a14d4c7" providerId="ADAL" clId="{CE1C8B88-0719-4E4A-B0E4-7DC533AE261F}" dt="2025-12-24T03:42:24.438" v="2827" actId="478"/>
          <ac:picMkLst>
            <pc:docMk/>
            <pc:sldMk cId="2965839819" sldId="334"/>
            <ac:picMk id="10" creationId="{C8EC3107-13BE-CAF0-ED45-11EB829E97E0}"/>
          </ac:picMkLst>
        </pc:picChg>
        <pc:picChg chg="add del mod">
          <ac:chgData name="Danh, Hoàng Duy" userId="3a448fcf-317f-4972-a161-06742a14d4c7" providerId="ADAL" clId="{CE1C8B88-0719-4E4A-B0E4-7DC533AE261F}" dt="2025-12-24T04:31:00.731" v="4216" actId="478"/>
          <ac:picMkLst>
            <pc:docMk/>
            <pc:sldMk cId="2965839819" sldId="334"/>
            <ac:picMk id="11" creationId="{13D4FE66-03C9-B861-110C-043B4732AE19}"/>
          </ac:picMkLst>
        </pc:picChg>
        <pc:picChg chg="add del mod">
          <ac:chgData name="Danh, Hoàng Duy" userId="3a448fcf-317f-4972-a161-06742a14d4c7" providerId="ADAL" clId="{CE1C8B88-0719-4E4A-B0E4-7DC533AE261F}" dt="2025-12-24T06:32:22.329" v="5109" actId="478"/>
          <ac:picMkLst>
            <pc:docMk/>
            <pc:sldMk cId="2965839819" sldId="334"/>
            <ac:picMk id="12" creationId="{D68F087F-9932-525F-34F9-41AA1B2D54A6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5-12-24T04:44:35.980" v="4908" actId="465"/>
        <pc:sldMkLst>
          <pc:docMk/>
          <pc:sldMk cId="3818345709" sldId="339"/>
        </pc:sldMkLst>
        <pc:spChg chg="del">
          <ac:chgData name="Danh, Hoàng Duy" userId="3a448fcf-317f-4972-a161-06742a14d4c7" providerId="ADAL" clId="{CE1C8B88-0719-4E4A-B0E4-7DC533AE261F}" dt="2025-12-24T04:42:45.566" v="4804" actId="478"/>
          <ac:spMkLst>
            <pc:docMk/>
            <pc:sldMk cId="3818345709" sldId="339"/>
            <ac:spMk id="2" creationId="{D54907FB-DFAB-7623-C761-0B2B7BB61D0D}"/>
          </ac:spMkLst>
        </pc:spChg>
        <pc:spChg chg="mod">
          <ac:chgData name="Danh, Hoàng Duy" userId="3a448fcf-317f-4972-a161-06742a14d4c7" providerId="ADAL" clId="{CE1C8B88-0719-4E4A-B0E4-7DC533AE261F}" dt="2025-12-24T04:44:18.910" v="4868" actId="1037"/>
          <ac:spMkLst>
            <pc:docMk/>
            <pc:sldMk cId="3818345709" sldId="339"/>
            <ac:spMk id="3" creationId="{B31979D1-FFB3-BD91-FA64-6E5FC01DE89E}"/>
          </ac:spMkLst>
        </pc:spChg>
        <pc:spChg chg="mod">
          <ac:chgData name="Danh, Hoàng Duy" userId="3a448fcf-317f-4972-a161-06742a14d4c7" providerId="ADAL" clId="{CE1C8B88-0719-4E4A-B0E4-7DC533AE261F}" dt="2025-12-24T04:42:59.623" v="4809" actId="1076"/>
          <ac:spMkLst>
            <pc:docMk/>
            <pc:sldMk cId="3818345709" sldId="339"/>
            <ac:spMk id="6" creationId="{4B0228C8-05DA-FEDA-A182-DA8BE4A8BA55}"/>
          </ac:spMkLst>
        </pc:spChg>
        <pc:spChg chg="del topLvl">
          <ac:chgData name="Danh, Hoàng Duy" userId="3a448fcf-317f-4972-a161-06742a14d4c7" providerId="ADAL" clId="{CE1C8B88-0719-4E4A-B0E4-7DC533AE261F}" dt="2025-12-24T04:42:49.352" v="4807" actId="478"/>
          <ac:spMkLst>
            <pc:docMk/>
            <pc:sldMk cId="3818345709" sldId="339"/>
            <ac:spMk id="7" creationId="{4AF66A7A-665A-0A33-10F4-02E30B0D12E7}"/>
          </ac:spMkLst>
        </pc:spChg>
        <pc:spChg chg="mod">
          <ac:chgData name="Danh, Hoàng Duy" userId="3a448fcf-317f-4972-a161-06742a14d4c7" providerId="ADAL" clId="{CE1C8B88-0719-4E4A-B0E4-7DC533AE261F}" dt="2025-12-23T08:49:15.901" v="178" actId="6549"/>
          <ac:spMkLst>
            <pc:docMk/>
            <pc:sldMk cId="3818345709" sldId="339"/>
            <ac:spMk id="9" creationId="{C2B5E61E-5449-618F-DC0C-C2CAE44337F7}"/>
          </ac:spMkLst>
        </pc:spChg>
        <pc:spChg chg="mod">
          <ac:chgData name="Danh, Hoàng Duy" userId="3a448fcf-317f-4972-a161-06742a14d4c7" providerId="ADAL" clId="{CE1C8B88-0719-4E4A-B0E4-7DC533AE261F}" dt="2025-12-24T04:39:53.281" v="4643" actId="20577"/>
          <ac:spMkLst>
            <pc:docMk/>
            <pc:sldMk cId="3818345709" sldId="339"/>
            <ac:spMk id="16" creationId="{5A4049F4-BB92-517F-3E86-0BD1B63B5F33}"/>
          </ac:spMkLst>
        </pc:spChg>
        <pc:spChg chg="mod">
          <ac:chgData name="Danh, Hoàng Duy" userId="3a448fcf-317f-4972-a161-06742a14d4c7" providerId="ADAL" clId="{CE1C8B88-0719-4E4A-B0E4-7DC533AE261F}" dt="2025-12-24T04:40:32.179" v="4762" actId="20577"/>
          <ac:spMkLst>
            <pc:docMk/>
            <pc:sldMk cId="3818345709" sldId="339"/>
            <ac:spMk id="28" creationId="{C2EF5D01-995D-3FA3-55DF-FA968C88C329}"/>
          </ac:spMkLst>
        </pc:spChg>
        <pc:spChg chg="del mod">
          <ac:chgData name="Danh, Hoàng Duy" userId="3a448fcf-317f-4972-a161-06742a14d4c7" providerId="ADAL" clId="{CE1C8B88-0719-4E4A-B0E4-7DC533AE261F}" dt="2025-12-24T04:42:45.566" v="4804" actId="478"/>
          <ac:spMkLst>
            <pc:docMk/>
            <pc:sldMk cId="3818345709" sldId="339"/>
            <ac:spMk id="30" creationId="{7AF787D7-256C-3A2D-343A-B725EE1234DA}"/>
          </ac:spMkLst>
        </pc:spChg>
        <pc:spChg chg="mod">
          <ac:chgData name="Danh, Hoàng Duy" userId="3a448fcf-317f-4972-a161-06742a14d4c7" providerId="ADAL" clId="{CE1C8B88-0719-4E4A-B0E4-7DC533AE261F}" dt="2025-12-24T04:40:26.569" v="4753" actId="20577"/>
          <ac:spMkLst>
            <pc:docMk/>
            <pc:sldMk cId="3818345709" sldId="339"/>
            <ac:spMk id="35" creationId="{4BC6DF5E-6848-9449-7451-16382E5C8B0F}"/>
          </ac:spMkLst>
        </pc:spChg>
        <pc:spChg chg="mod">
          <ac:chgData name="Danh, Hoàng Duy" userId="3a448fcf-317f-4972-a161-06742a14d4c7" providerId="ADAL" clId="{CE1C8B88-0719-4E4A-B0E4-7DC533AE261F}" dt="2025-12-24T04:40:41.422" v="4782" actId="20577"/>
          <ac:spMkLst>
            <pc:docMk/>
            <pc:sldMk cId="3818345709" sldId="339"/>
            <ac:spMk id="41" creationId="{5285E834-E39C-0888-6CCF-82156C5E2F75}"/>
          </ac:spMkLst>
        </pc:spChg>
        <pc:spChg chg="del mod">
          <ac:chgData name="Danh, Hoàng Duy" userId="3a448fcf-317f-4972-a161-06742a14d4c7" providerId="ADAL" clId="{CE1C8B88-0719-4E4A-B0E4-7DC533AE261F}" dt="2025-12-24T04:42:45.566" v="4804" actId="478"/>
          <ac:spMkLst>
            <pc:docMk/>
            <pc:sldMk cId="3818345709" sldId="339"/>
            <ac:spMk id="73" creationId="{CA5A5236-88F6-A6C9-9264-EC4017BD2078}"/>
          </ac:spMkLst>
        </pc:spChg>
        <pc:spChg chg="del mod">
          <ac:chgData name="Danh, Hoàng Duy" userId="3a448fcf-317f-4972-a161-06742a14d4c7" providerId="ADAL" clId="{CE1C8B88-0719-4E4A-B0E4-7DC533AE261F}" dt="2025-12-24T04:42:45.566" v="4804" actId="478"/>
          <ac:spMkLst>
            <pc:docMk/>
            <pc:sldMk cId="3818345709" sldId="339"/>
            <ac:spMk id="74" creationId="{BB98DFAE-3199-CB0B-20AA-B282DD358114}"/>
          </ac:spMkLst>
        </pc:spChg>
        <pc:spChg chg="del mod">
          <ac:chgData name="Danh, Hoàng Duy" userId="3a448fcf-317f-4972-a161-06742a14d4c7" providerId="ADAL" clId="{CE1C8B88-0719-4E4A-B0E4-7DC533AE261F}" dt="2025-12-24T04:42:45.566" v="4804" actId="478"/>
          <ac:spMkLst>
            <pc:docMk/>
            <pc:sldMk cId="3818345709" sldId="339"/>
            <ac:spMk id="75" creationId="{BEA4A2B6-6A60-DD39-785D-894351032894}"/>
          </ac:spMkLst>
        </pc:spChg>
        <pc:spChg chg="del mod">
          <ac:chgData name="Danh, Hoàng Duy" userId="3a448fcf-317f-4972-a161-06742a14d4c7" providerId="ADAL" clId="{CE1C8B88-0719-4E4A-B0E4-7DC533AE261F}" dt="2025-12-24T04:42:45.566" v="4804" actId="478"/>
          <ac:spMkLst>
            <pc:docMk/>
            <pc:sldMk cId="3818345709" sldId="339"/>
            <ac:spMk id="76" creationId="{2195190F-65FA-D549-E7C9-11F6E6EA5149}"/>
          </ac:spMkLst>
        </pc:spChg>
        <pc:spChg chg="del">
          <ac:chgData name="Danh, Hoàng Duy" userId="3a448fcf-317f-4972-a161-06742a14d4c7" providerId="ADAL" clId="{CE1C8B88-0719-4E4A-B0E4-7DC533AE261F}" dt="2025-12-24T04:42:27.920" v="4799" actId="478"/>
          <ac:spMkLst>
            <pc:docMk/>
            <pc:sldMk cId="3818345709" sldId="339"/>
            <ac:spMk id="77" creationId="{360348CB-CC35-67DA-86AF-790191E1EFAF}"/>
          </ac:spMkLst>
        </pc:spChg>
        <pc:spChg chg="del">
          <ac:chgData name="Danh, Hoàng Duy" userId="3a448fcf-317f-4972-a161-06742a14d4c7" providerId="ADAL" clId="{CE1C8B88-0719-4E4A-B0E4-7DC533AE261F}" dt="2025-12-24T04:42:27.920" v="4799" actId="478"/>
          <ac:spMkLst>
            <pc:docMk/>
            <pc:sldMk cId="3818345709" sldId="339"/>
            <ac:spMk id="78" creationId="{5175E2BD-251D-05B4-4AF3-511E71445A3B}"/>
          </ac:spMkLst>
        </pc:spChg>
        <pc:spChg chg="del">
          <ac:chgData name="Danh, Hoàng Duy" userId="3a448fcf-317f-4972-a161-06742a14d4c7" providerId="ADAL" clId="{CE1C8B88-0719-4E4A-B0E4-7DC533AE261F}" dt="2025-12-24T04:42:27.920" v="4799" actId="478"/>
          <ac:spMkLst>
            <pc:docMk/>
            <pc:sldMk cId="3818345709" sldId="339"/>
            <ac:spMk id="79" creationId="{8CE50502-3A34-A903-1DAC-116537142C5C}"/>
          </ac:spMkLst>
        </pc:spChg>
        <pc:spChg chg="del">
          <ac:chgData name="Danh, Hoàng Duy" userId="3a448fcf-317f-4972-a161-06742a14d4c7" providerId="ADAL" clId="{CE1C8B88-0719-4E4A-B0E4-7DC533AE261F}" dt="2025-12-24T04:42:45.566" v="4804" actId="478"/>
          <ac:spMkLst>
            <pc:docMk/>
            <pc:sldMk cId="3818345709" sldId="339"/>
            <ac:spMk id="80" creationId="{38973840-1E90-BBF2-E836-9B5D4A254030}"/>
          </ac:spMkLst>
        </pc:spChg>
        <pc:spChg chg="del">
          <ac:chgData name="Danh, Hoàng Duy" userId="3a448fcf-317f-4972-a161-06742a14d4c7" providerId="ADAL" clId="{CE1C8B88-0719-4E4A-B0E4-7DC533AE261F}" dt="2025-12-24T04:42:45.566" v="4804" actId="478"/>
          <ac:spMkLst>
            <pc:docMk/>
            <pc:sldMk cId="3818345709" sldId="339"/>
            <ac:spMk id="81" creationId="{58A01F91-E185-4353-50D6-C2C66A7FA205}"/>
          </ac:spMkLst>
        </pc:spChg>
        <pc:spChg chg="del mod">
          <ac:chgData name="Danh, Hoàng Duy" userId="3a448fcf-317f-4972-a161-06742a14d4c7" providerId="ADAL" clId="{CE1C8B88-0719-4E4A-B0E4-7DC533AE261F}" dt="2025-12-24T04:43:26.898" v="4813" actId="478"/>
          <ac:spMkLst>
            <pc:docMk/>
            <pc:sldMk cId="3818345709" sldId="339"/>
            <ac:spMk id="87" creationId="{14056433-F098-8A01-974E-E5E1FF573D82}"/>
          </ac:spMkLst>
        </pc:spChg>
        <pc:spChg chg="del mod">
          <ac:chgData name="Danh, Hoàng Duy" userId="3a448fcf-317f-4972-a161-06742a14d4c7" providerId="ADAL" clId="{CE1C8B88-0719-4E4A-B0E4-7DC533AE261F}" dt="2025-12-24T04:43:28.395" v="4814" actId="478"/>
          <ac:spMkLst>
            <pc:docMk/>
            <pc:sldMk cId="3818345709" sldId="339"/>
            <ac:spMk id="88" creationId="{1440F316-BDEA-7537-6859-3A6EC863C4E4}"/>
          </ac:spMkLst>
        </pc:spChg>
        <pc:spChg chg="del mod">
          <ac:chgData name="Danh, Hoàng Duy" userId="3a448fcf-317f-4972-a161-06742a14d4c7" providerId="ADAL" clId="{CE1C8B88-0719-4E4A-B0E4-7DC533AE261F}" dt="2025-12-24T04:43:28.395" v="4814" actId="478"/>
          <ac:spMkLst>
            <pc:docMk/>
            <pc:sldMk cId="3818345709" sldId="339"/>
            <ac:spMk id="89" creationId="{B75CA0D1-6002-5D60-F23F-8E51E8FA77FE}"/>
          </ac:spMkLst>
        </pc:spChg>
        <pc:spChg chg="del mod">
          <ac:chgData name="Danh, Hoàng Duy" userId="3a448fcf-317f-4972-a161-06742a14d4c7" providerId="ADAL" clId="{CE1C8B88-0719-4E4A-B0E4-7DC533AE261F}" dt="2025-12-24T04:43:28.395" v="4814" actId="478"/>
          <ac:spMkLst>
            <pc:docMk/>
            <pc:sldMk cId="3818345709" sldId="339"/>
            <ac:spMk id="90" creationId="{CDA64092-8628-7717-3A81-18E2AFEAC20D}"/>
          </ac:spMkLst>
        </pc:spChg>
        <pc:spChg chg="del mod">
          <ac:chgData name="Danh, Hoàng Duy" userId="3a448fcf-317f-4972-a161-06742a14d4c7" providerId="ADAL" clId="{CE1C8B88-0719-4E4A-B0E4-7DC533AE261F}" dt="2025-12-24T04:43:28.395" v="4814" actId="478"/>
          <ac:spMkLst>
            <pc:docMk/>
            <pc:sldMk cId="3818345709" sldId="339"/>
            <ac:spMk id="91" creationId="{236BB3B2-BF00-07B4-FA53-062B1E8561A4}"/>
          </ac:spMkLst>
        </pc:spChg>
        <pc:spChg chg="del">
          <ac:chgData name="Danh, Hoàng Duy" userId="3a448fcf-317f-4972-a161-06742a14d4c7" providerId="ADAL" clId="{CE1C8B88-0719-4E4A-B0E4-7DC533AE261F}" dt="2025-12-24T04:42:27.920" v="4799" actId="478"/>
          <ac:spMkLst>
            <pc:docMk/>
            <pc:sldMk cId="3818345709" sldId="339"/>
            <ac:spMk id="92" creationId="{5A1FA512-3AFB-0795-6B5E-A0E73A386FA7}"/>
          </ac:spMkLst>
        </pc:spChg>
        <pc:spChg chg="del">
          <ac:chgData name="Danh, Hoàng Duy" userId="3a448fcf-317f-4972-a161-06742a14d4c7" providerId="ADAL" clId="{CE1C8B88-0719-4E4A-B0E4-7DC533AE261F}" dt="2025-12-24T04:42:27.920" v="4799" actId="478"/>
          <ac:spMkLst>
            <pc:docMk/>
            <pc:sldMk cId="3818345709" sldId="339"/>
            <ac:spMk id="93" creationId="{D6DB7A28-D122-2190-3096-035DA57C9D88}"/>
          </ac:spMkLst>
        </pc:spChg>
        <pc:spChg chg="del">
          <ac:chgData name="Danh, Hoàng Duy" userId="3a448fcf-317f-4972-a161-06742a14d4c7" providerId="ADAL" clId="{CE1C8B88-0719-4E4A-B0E4-7DC533AE261F}" dt="2025-12-24T04:42:27.920" v="4799" actId="478"/>
          <ac:spMkLst>
            <pc:docMk/>
            <pc:sldMk cId="3818345709" sldId="339"/>
            <ac:spMk id="94" creationId="{ABA0D884-D123-27AC-7632-DB66FD7FC098}"/>
          </ac:spMkLst>
        </pc:spChg>
        <pc:spChg chg="del">
          <ac:chgData name="Danh, Hoàng Duy" userId="3a448fcf-317f-4972-a161-06742a14d4c7" providerId="ADAL" clId="{CE1C8B88-0719-4E4A-B0E4-7DC533AE261F}" dt="2025-12-24T04:42:27.920" v="4799" actId="478"/>
          <ac:spMkLst>
            <pc:docMk/>
            <pc:sldMk cId="3818345709" sldId="339"/>
            <ac:spMk id="95" creationId="{9857F661-99C1-F45D-B286-D4C6675FE025}"/>
          </ac:spMkLst>
        </pc:spChg>
        <pc:spChg chg="del">
          <ac:chgData name="Danh, Hoàng Duy" userId="3a448fcf-317f-4972-a161-06742a14d4c7" providerId="ADAL" clId="{CE1C8B88-0719-4E4A-B0E4-7DC533AE261F}" dt="2025-12-24T04:42:27.920" v="4799" actId="478"/>
          <ac:spMkLst>
            <pc:docMk/>
            <pc:sldMk cId="3818345709" sldId="339"/>
            <ac:spMk id="96" creationId="{DA4B2875-B541-B052-3783-3AB60403BAA5}"/>
          </ac:spMkLst>
        </pc:spChg>
        <pc:grpChg chg="add del">
          <ac:chgData name="Danh, Hoàng Duy" userId="3a448fcf-317f-4972-a161-06742a14d4c7" providerId="ADAL" clId="{CE1C8B88-0719-4E4A-B0E4-7DC533AE261F}" dt="2025-12-24T04:42:49.352" v="4807" actId="478"/>
          <ac:grpSpMkLst>
            <pc:docMk/>
            <pc:sldMk cId="3818345709" sldId="339"/>
            <ac:grpSpMk id="4" creationId="{A4A9E36B-D516-000A-44C4-F29372BC16DC}"/>
          </ac:grpSpMkLst>
        </pc:grpChg>
        <pc:grpChg chg="mod topLvl">
          <ac:chgData name="Danh, Hoàng Duy" userId="3a448fcf-317f-4972-a161-06742a14d4c7" providerId="ADAL" clId="{CE1C8B88-0719-4E4A-B0E4-7DC533AE261F}" dt="2025-12-24T04:44:23.162" v="4889" actId="1037"/>
          <ac:grpSpMkLst>
            <pc:docMk/>
            <pc:sldMk cId="3818345709" sldId="339"/>
            <ac:grpSpMk id="5" creationId="{1B142A12-2AF3-7A1E-20CE-D6F60B8C3957}"/>
          </ac:grpSpMkLst>
        </pc:grpChg>
        <pc:grpChg chg="mod">
          <ac:chgData name="Danh, Hoàng Duy" userId="3a448fcf-317f-4972-a161-06742a14d4c7" providerId="ADAL" clId="{CE1C8B88-0719-4E4A-B0E4-7DC533AE261F}" dt="2025-12-24T04:44:35.980" v="4908" actId="465"/>
          <ac:grpSpMkLst>
            <pc:docMk/>
            <pc:sldMk cId="3818345709" sldId="339"/>
            <ac:grpSpMk id="12" creationId="{CCECCFDC-9135-609C-8D51-A9D50B4132DD}"/>
          </ac:grpSpMkLst>
        </pc:grpChg>
        <pc:grpChg chg="mod">
          <ac:chgData name="Danh, Hoàng Duy" userId="3a448fcf-317f-4972-a161-06742a14d4c7" providerId="ADAL" clId="{CE1C8B88-0719-4E4A-B0E4-7DC533AE261F}" dt="2025-12-24T04:44:35.980" v="4908" actId="465"/>
          <ac:grpSpMkLst>
            <pc:docMk/>
            <pc:sldMk cId="3818345709" sldId="339"/>
            <ac:grpSpMk id="25" creationId="{D87EF04A-FF2A-AD70-2274-A3BC450B1551}"/>
          </ac:grpSpMkLst>
        </pc:grpChg>
        <pc:grpChg chg="mod">
          <ac:chgData name="Danh, Hoàng Duy" userId="3a448fcf-317f-4972-a161-06742a14d4c7" providerId="ADAL" clId="{CE1C8B88-0719-4E4A-B0E4-7DC533AE261F}" dt="2025-12-24T04:44:35.980" v="4908" actId="465"/>
          <ac:grpSpMkLst>
            <pc:docMk/>
            <pc:sldMk cId="3818345709" sldId="339"/>
            <ac:grpSpMk id="32" creationId="{D9CDF25E-2923-E4E6-7FF6-CE6DBC21583F}"/>
          </ac:grpSpMkLst>
        </pc:grpChg>
        <pc:grpChg chg="mod">
          <ac:chgData name="Danh, Hoàng Duy" userId="3a448fcf-317f-4972-a161-06742a14d4c7" providerId="ADAL" clId="{CE1C8B88-0719-4E4A-B0E4-7DC533AE261F}" dt="2025-12-24T04:44:29.147" v="4907" actId="1035"/>
          <ac:grpSpMkLst>
            <pc:docMk/>
            <pc:sldMk cId="3818345709" sldId="339"/>
            <ac:grpSpMk id="38" creationId="{4D426B1D-6F82-18FA-D478-0AC477A44A3D}"/>
          </ac:grpSpMkLst>
        </pc:grpChg>
        <pc:grpChg chg="del mod">
          <ac:chgData name="Danh, Hoàng Duy" userId="3a448fcf-317f-4972-a161-06742a14d4c7" providerId="ADAL" clId="{CE1C8B88-0719-4E4A-B0E4-7DC533AE261F}" dt="2025-12-24T04:42:27.920" v="4799" actId="478"/>
          <ac:grpSpMkLst>
            <pc:docMk/>
            <pc:sldMk cId="3818345709" sldId="339"/>
            <ac:grpSpMk id="44" creationId="{0D07D6DE-6A01-3602-7494-5EDF659C7C59}"/>
          </ac:grpSpMkLst>
        </pc:grpChg>
        <pc:grpChg chg="del">
          <ac:chgData name="Danh, Hoàng Duy" userId="3a448fcf-317f-4972-a161-06742a14d4c7" providerId="ADAL" clId="{CE1C8B88-0719-4E4A-B0E4-7DC533AE261F}" dt="2025-12-24T04:42:27.920" v="4799" actId="478"/>
          <ac:grpSpMkLst>
            <pc:docMk/>
            <pc:sldMk cId="3818345709" sldId="339"/>
            <ac:grpSpMk id="62" creationId="{0634F6AA-318C-49AB-E93D-20E8D9BEED64}"/>
          </ac:grpSpMkLst>
        </pc:grpChg>
        <pc:picChg chg="del mod">
          <ac:chgData name="Danh, Hoàng Duy" userId="3a448fcf-317f-4972-a161-06742a14d4c7" providerId="ADAL" clId="{CE1C8B88-0719-4E4A-B0E4-7DC533AE261F}" dt="2025-12-24T04:42:45.566" v="4804" actId="478"/>
          <ac:picMkLst>
            <pc:docMk/>
            <pc:sldMk cId="3818345709" sldId="339"/>
            <ac:picMk id="84" creationId="{3FBFA431-C956-2901-EE52-28646BA4626C}"/>
          </ac:picMkLst>
        </pc:picChg>
      </pc:sldChg>
      <pc:sldChg chg="addSp delSp modSp add del mod">
        <pc:chgData name="Danh, Hoàng Duy" userId="3a448fcf-317f-4972-a161-06742a14d4c7" providerId="ADAL" clId="{CE1C8B88-0719-4E4A-B0E4-7DC533AE261F}" dt="2025-12-24T01:56:02.328" v="2390" actId="47"/>
        <pc:sldMkLst>
          <pc:docMk/>
          <pc:sldMk cId="1849620765" sldId="340"/>
        </pc:sldMkLst>
        <pc:spChg chg="mod">
          <ac:chgData name="Danh, Hoàng Duy" userId="3a448fcf-317f-4972-a161-06742a14d4c7" providerId="ADAL" clId="{CE1C8B88-0719-4E4A-B0E4-7DC533AE261F}" dt="2025-12-23T09:19:02.682" v="232" actId="20577"/>
          <ac:spMkLst>
            <pc:docMk/>
            <pc:sldMk cId="1849620765" sldId="340"/>
            <ac:spMk id="6" creationId="{DE768B47-C6FB-CD42-A77D-2332AF7F6A5F}"/>
          </ac:spMkLst>
        </pc:spChg>
        <pc:graphicFrameChg chg="add mod modGraphic">
          <ac:chgData name="Danh, Hoàng Duy" userId="3a448fcf-317f-4972-a161-06742a14d4c7" providerId="ADAL" clId="{CE1C8B88-0719-4E4A-B0E4-7DC533AE261F}" dt="2025-12-24T01:21:42.224" v="590"/>
          <ac:graphicFrameMkLst>
            <pc:docMk/>
            <pc:sldMk cId="1849620765" sldId="340"/>
            <ac:graphicFrameMk id="2" creationId="{442A6983-B6DC-0838-B9B6-F46F43896D6E}"/>
          </ac:graphicFrameMkLst>
        </pc:graphicFrameChg>
        <pc:graphicFrameChg chg="add del mod">
          <ac:chgData name="Danh, Hoàng Duy" userId="3a448fcf-317f-4972-a161-06742a14d4c7" providerId="ADAL" clId="{CE1C8B88-0719-4E4A-B0E4-7DC533AE261F}" dt="2025-12-23T09:28:32.450" v="269" actId="478"/>
          <ac:graphicFrameMkLst>
            <pc:docMk/>
            <pc:sldMk cId="1849620765" sldId="340"/>
            <ac:graphicFrameMk id="3" creationId="{F7D47A04-5872-1CC7-5D7C-3A252D8E1E09}"/>
          </ac:graphicFrameMkLst>
        </pc:graphicFrameChg>
        <pc:graphicFrameChg chg="add del mod modGraphic">
          <ac:chgData name="Danh, Hoàng Duy" userId="3a448fcf-317f-4972-a161-06742a14d4c7" providerId="ADAL" clId="{CE1C8B88-0719-4E4A-B0E4-7DC533AE261F}" dt="2025-12-23T09:39:29.807" v="440" actId="478"/>
          <ac:graphicFrameMkLst>
            <pc:docMk/>
            <pc:sldMk cId="1849620765" sldId="340"/>
            <ac:graphicFrameMk id="5" creationId="{016CE66F-A937-6053-16D4-3A511A811798}"/>
          </ac:graphicFrameMkLst>
        </pc:graphicFrameChg>
        <pc:graphicFrameChg chg="add del mod modGraphic">
          <ac:chgData name="Danh, Hoàng Duy" userId="3a448fcf-317f-4972-a161-06742a14d4c7" providerId="ADAL" clId="{CE1C8B88-0719-4E4A-B0E4-7DC533AE261F}" dt="2025-12-23T09:32:22.179" v="338" actId="478"/>
          <ac:graphicFrameMkLst>
            <pc:docMk/>
            <pc:sldMk cId="1849620765" sldId="340"/>
            <ac:graphicFrameMk id="7" creationId="{6B510877-FACE-D529-D81B-22BC4246F4BA}"/>
          </ac:graphicFrameMkLst>
        </pc:graphicFrameChg>
        <pc:graphicFrameChg chg="add del mod">
          <ac:chgData name="Danh, Hoàng Duy" userId="3a448fcf-317f-4972-a161-06742a14d4c7" providerId="ADAL" clId="{CE1C8B88-0719-4E4A-B0E4-7DC533AE261F}" dt="2025-12-23T09:40:35.164" v="471" actId="478"/>
          <ac:graphicFrameMkLst>
            <pc:docMk/>
            <pc:sldMk cId="1849620765" sldId="340"/>
            <ac:graphicFrameMk id="9" creationId="{C846A9B8-4474-4C95-C5A8-F0AE06270319}"/>
          </ac:graphicFrameMkLst>
        </pc:graphicFrameChg>
        <pc:graphicFrameChg chg="add del mod">
          <ac:chgData name="Danh, Hoàng Duy" userId="3a448fcf-317f-4972-a161-06742a14d4c7" providerId="ADAL" clId="{CE1C8B88-0719-4E4A-B0E4-7DC533AE261F}" dt="2025-12-23T09:41:10.225" v="475" actId="478"/>
          <ac:graphicFrameMkLst>
            <pc:docMk/>
            <pc:sldMk cId="1849620765" sldId="340"/>
            <ac:graphicFrameMk id="10" creationId="{99806C9B-B39E-D737-A7D4-AB0AF13DFC48}"/>
          </ac:graphicFrameMkLst>
        </pc:graphicFrameChg>
        <pc:graphicFrameChg chg="add del mod">
          <ac:chgData name="Danh, Hoàng Duy" userId="3a448fcf-317f-4972-a161-06742a14d4c7" providerId="ADAL" clId="{CE1C8B88-0719-4E4A-B0E4-7DC533AE261F}" dt="2025-12-23T09:42:19.413" v="479" actId="478"/>
          <ac:graphicFrameMkLst>
            <pc:docMk/>
            <pc:sldMk cId="1849620765" sldId="340"/>
            <ac:graphicFrameMk id="11" creationId="{F6B4D7D6-42A9-330E-AFB5-9FAD7D16639D}"/>
          </ac:graphicFrameMkLst>
        </pc:graphicFrameChg>
        <pc:graphicFrameChg chg="add del mod">
          <ac:chgData name="Danh, Hoàng Duy" userId="3a448fcf-317f-4972-a161-06742a14d4c7" providerId="ADAL" clId="{CE1C8B88-0719-4E4A-B0E4-7DC533AE261F}" dt="2025-12-23T09:42:27.716" v="483" actId="478"/>
          <ac:graphicFrameMkLst>
            <pc:docMk/>
            <pc:sldMk cId="1849620765" sldId="340"/>
            <ac:graphicFrameMk id="12" creationId="{1C35BD9C-783B-B98E-4C01-36650E0B9195}"/>
          </ac:graphicFrameMkLst>
        </pc:graphicFrameChg>
        <pc:graphicFrameChg chg="add del mod">
          <ac:chgData name="Danh, Hoàng Duy" userId="3a448fcf-317f-4972-a161-06742a14d4c7" providerId="ADAL" clId="{CE1C8B88-0719-4E4A-B0E4-7DC533AE261F}" dt="2025-12-23T09:42:38.652" v="488" actId="478"/>
          <ac:graphicFrameMkLst>
            <pc:docMk/>
            <pc:sldMk cId="1849620765" sldId="340"/>
            <ac:graphicFrameMk id="13" creationId="{4D220436-405E-63D2-6FF7-CCF8AE4DC8F5}"/>
          </ac:graphicFrameMkLst>
        </pc:graphicFrameChg>
        <pc:graphicFrameChg chg="add del mod">
          <ac:chgData name="Danh, Hoàng Duy" userId="3a448fcf-317f-4972-a161-06742a14d4c7" providerId="ADAL" clId="{CE1C8B88-0719-4E4A-B0E4-7DC533AE261F}" dt="2025-12-23T09:42:47.575" v="492" actId="478"/>
          <ac:graphicFrameMkLst>
            <pc:docMk/>
            <pc:sldMk cId="1849620765" sldId="340"/>
            <ac:graphicFrameMk id="14" creationId="{242C98D5-1680-E31C-2852-624CB56184C6}"/>
          </ac:graphicFrameMkLst>
        </pc:graphicFrameChg>
        <pc:graphicFrameChg chg="add del mod modGraphic">
          <ac:chgData name="Danh, Hoàng Duy" userId="3a448fcf-317f-4972-a161-06742a14d4c7" providerId="ADAL" clId="{CE1C8B88-0719-4E4A-B0E4-7DC533AE261F}" dt="2025-12-23T09:43:29.799" v="498" actId="478"/>
          <ac:graphicFrameMkLst>
            <pc:docMk/>
            <pc:sldMk cId="1849620765" sldId="340"/>
            <ac:graphicFrameMk id="15" creationId="{DD35EEDC-0DB4-8B05-5A57-F8283105D6B4}"/>
          </ac:graphicFrameMkLst>
        </pc:graphicFrameChg>
        <pc:graphicFrameChg chg="add mod modGraphic">
          <ac:chgData name="Danh, Hoàng Duy" userId="3a448fcf-317f-4972-a161-06742a14d4c7" providerId="ADAL" clId="{CE1C8B88-0719-4E4A-B0E4-7DC533AE261F}" dt="2025-12-24T01:22:32.867" v="601" actId="572"/>
          <ac:graphicFrameMkLst>
            <pc:docMk/>
            <pc:sldMk cId="1849620765" sldId="340"/>
            <ac:graphicFrameMk id="16" creationId="{C3A8C8A0-E6BE-8F73-CE6D-2A7B544270B5}"/>
          </ac:graphicFrameMkLst>
        </pc:graphicFrameChg>
      </pc:sldChg>
      <pc:sldChg chg="addSp delSp modSp add mod modNotesTx">
        <pc:chgData name="Danh, Hoàng Duy" userId="3a448fcf-317f-4972-a161-06742a14d4c7" providerId="ADAL" clId="{CE1C8B88-0719-4E4A-B0E4-7DC533AE261F}" dt="2025-12-24T06:40:42.956" v="5240" actId="20577"/>
        <pc:sldMkLst>
          <pc:docMk/>
          <pc:sldMk cId="3334191109" sldId="341"/>
        </pc:sldMkLst>
        <pc:spChg chg="add mod">
          <ac:chgData name="Danh, Hoàng Duy" userId="3a448fcf-317f-4972-a161-06742a14d4c7" providerId="ADAL" clId="{CE1C8B88-0719-4E4A-B0E4-7DC533AE261F}" dt="2025-12-24T06:40:42.956" v="5240" actId="20577"/>
          <ac:spMkLst>
            <pc:docMk/>
            <pc:sldMk cId="3334191109" sldId="341"/>
            <ac:spMk id="3" creationId="{FDDBB5EC-2A55-00D9-0315-1B946BF9B8DB}"/>
          </ac:spMkLst>
        </pc:spChg>
        <pc:graphicFrameChg chg="mod modGraphic">
          <ac:chgData name="Danh, Hoàng Duy" userId="3a448fcf-317f-4972-a161-06742a14d4c7" providerId="ADAL" clId="{CE1C8B88-0719-4E4A-B0E4-7DC533AE261F}" dt="2025-12-24T03:59:00.178" v="3737" actId="14734"/>
          <ac:graphicFrameMkLst>
            <pc:docMk/>
            <pc:sldMk cId="3334191109" sldId="341"/>
            <ac:graphicFrameMk id="2" creationId="{2F6B9377-532C-069A-375B-E9A8CE3530C7}"/>
          </ac:graphicFrameMkLst>
        </pc:graphicFrameChg>
        <pc:graphicFrameChg chg="del mod">
          <ac:chgData name="Danh, Hoàng Duy" userId="3a448fcf-317f-4972-a161-06742a14d4c7" providerId="ADAL" clId="{CE1C8B88-0719-4E4A-B0E4-7DC533AE261F}" dt="2025-12-24T04:30:06.043" v="4208" actId="478"/>
          <ac:graphicFrameMkLst>
            <pc:docMk/>
            <pc:sldMk cId="3334191109" sldId="341"/>
            <ac:graphicFrameMk id="8" creationId="{87E0BF0D-4D2E-C84E-708A-000E0BAC0C6E}"/>
          </ac:graphicFrameMkLst>
        </pc:graphicFrameChg>
        <pc:graphicFrameChg chg="mod modGraphic">
          <ac:chgData name="Danh, Hoàng Duy" userId="3a448fcf-317f-4972-a161-06742a14d4c7" providerId="ADAL" clId="{CE1C8B88-0719-4E4A-B0E4-7DC533AE261F}" dt="2025-12-24T03:51:15.787" v="2923" actId="6549"/>
          <ac:graphicFrameMkLst>
            <pc:docMk/>
            <pc:sldMk cId="3334191109" sldId="341"/>
            <ac:graphicFrameMk id="16" creationId="{1819D7D6-A3AE-9546-C333-9FE108D5446E}"/>
          </ac:graphicFrameMkLst>
        </pc:graphicFrameChg>
      </pc:sldChg>
      <pc:sldChg chg="new del">
        <pc:chgData name="Danh, Hoàng Duy" userId="3a448fcf-317f-4972-a161-06742a14d4c7" providerId="ADAL" clId="{CE1C8B88-0719-4E4A-B0E4-7DC533AE261F}" dt="2025-12-24T04:39:38.330" v="4615" actId="47"/>
        <pc:sldMkLst>
          <pc:docMk/>
          <pc:sldMk cId="3523831395" sldId="342"/>
        </pc:sldMkLst>
      </pc:sldChg>
      <pc:sldChg chg="addSp delSp modSp add mod modNotesTx">
        <pc:chgData name="Danh, Hoàng Duy" userId="3a448fcf-317f-4972-a161-06742a14d4c7" providerId="ADAL" clId="{CE1C8B88-0719-4E4A-B0E4-7DC533AE261F}" dt="2025-12-24T06:34:34.944" v="5113" actId="20577"/>
        <pc:sldMkLst>
          <pc:docMk/>
          <pc:sldMk cId="1821093615" sldId="343"/>
        </pc:sldMkLst>
        <pc:spChg chg="add del mod">
          <ac:chgData name="Danh, Hoàng Duy" userId="3a448fcf-317f-4972-a161-06742a14d4c7" providerId="ADAL" clId="{CE1C8B88-0719-4E4A-B0E4-7DC533AE261F}" dt="2025-12-24T01:56:29.934" v="2417"/>
          <ac:spMkLst>
            <pc:docMk/>
            <pc:sldMk cId="1821093615" sldId="343"/>
            <ac:spMk id="3" creationId="{AA58447C-8E4E-C15F-B2B4-8AB31DF0D2E4}"/>
          </ac:spMkLst>
        </pc:spChg>
        <pc:spChg chg="mod">
          <ac:chgData name="Danh, Hoàng Duy" userId="3a448fcf-317f-4972-a161-06742a14d4c7" providerId="ADAL" clId="{CE1C8B88-0719-4E4A-B0E4-7DC533AE261F}" dt="2025-12-24T06:34:34.944" v="5113" actId="20577"/>
          <ac:spMkLst>
            <pc:docMk/>
            <pc:sldMk cId="1821093615" sldId="343"/>
            <ac:spMk id="6" creationId="{EDF21FFF-A06C-9727-39DC-A3FD3CFEEC77}"/>
          </ac:spMkLst>
        </pc:spChg>
        <pc:spChg chg="add mod">
          <ac:chgData name="Danh, Hoàng Duy" userId="3a448fcf-317f-4972-a161-06742a14d4c7" providerId="ADAL" clId="{CE1C8B88-0719-4E4A-B0E4-7DC533AE261F}" dt="2025-12-24T04:45:51.913" v="5079" actId="113"/>
          <ac:spMkLst>
            <pc:docMk/>
            <pc:sldMk cId="1821093615" sldId="343"/>
            <ac:spMk id="7" creationId="{BC103CE3-F8F1-0F09-4365-F491DB25BC3B}"/>
          </ac:spMkLst>
        </pc:spChg>
        <pc:graphicFrameChg chg="del">
          <ac:chgData name="Danh, Hoàng Duy" userId="3a448fcf-317f-4972-a161-06742a14d4c7" providerId="ADAL" clId="{CE1C8B88-0719-4E4A-B0E4-7DC533AE261F}" dt="2025-12-24T01:56:09.702" v="2392" actId="478"/>
          <ac:graphicFrameMkLst>
            <pc:docMk/>
            <pc:sldMk cId="1821093615" sldId="343"/>
            <ac:graphicFrameMk id="2" creationId="{DDE82DF4-0CF8-73EB-1F4C-912724685164}"/>
          </ac:graphicFrameMkLst>
        </pc:graphicFrameChg>
        <pc:graphicFrameChg chg="add mod modGraphic">
          <ac:chgData name="Danh, Hoàng Duy" userId="3a448fcf-317f-4972-a161-06742a14d4c7" providerId="ADAL" clId="{CE1C8B88-0719-4E4A-B0E4-7DC533AE261F}" dt="2025-12-24T03:50:45.746" v="2921" actId="14734"/>
          <ac:graphicFrameMkLst>
            <pc:docMk/>
            <pc:sldMk cId="1821093615" sldId="343"/>
            <ac:graphicFrameMk id="5" creationId="{77DE64B4-1FC6-1108-FC5E-70ADCD362729}"/>
          </ac:graphicFrameMkLst>
        </pc:graphicFrameChg>
        <pc:graphicFrameChg chg="del mod modGraphic">
          <ac:chgData name="Danh, Hoàng Duy" userId="3a448fcf-317f-4972-a161-06742a14d4c7" providerId="ADAL" clId="{CE1C8B88-0719-4E4A-B0E4-7DC533AE261F}" dt="2025-12-24T04:30:13.288" v="4209" actId="478"/>
          <ac:graphicFrameMkLst>
            <pc:docMk/>
            <pc:sldMk cId="1821093615" sldId="343"/>
            <ac:graphicFrameMk id="8" creationId="{57B0D544-96FB-371E-828C-9C9892137C2E}"/>
          </ac:graphicFrameMkLst>
        </pc:graphicFrameChg>
        <pc:graphicFrameChg chg="del">
          <ac:chgData name="Danh, Hoàng Duy" userId="3a448fcf-317f-4972-a161-06742a14d4c7" providerId="ADAL" clId="{CE1C8B88-0719-4E4A-B0E4-7DC533AE261F}" dt="2025-12-24T01:56:09.702" v="2392" actId="478"/>
          <ac:graphicFrameMkLst>
            <pc:docMk/>
            <pc:sldMk cId="1821093615" sldId="343"/>
            <ac:graphicFrameMk id="16" creationId="{F1174FB0-3C4A-7715-2B00-06505475D492}"/>
          </ac:graphicFrameMkLst>
        </pc:graphicFrameChg>
      </pc:sldChg>
      <pc:sldChg chg="addSp delSp modSp new del mod">
        <pc:chgData name="Danh, Hoàng Duy" userId="3a448fcf-317f-4972-a161-06742a14d4c7" providerId="ADAL" clId="{CE1C8B88-0719-4E4A-B0E4-7DC533AE261F}" dt="2025-12-24T04:41:43.956" v="4792" actId="47"/>
        <pc:sldMkLst>
          <pc:docMk/>
          <pc:sldMk cId="3241034338" sldId="344"/>
        </pc:sldMkLst>
        <pc:spChg chg="del">
          <ac:chgData name="Danh, Hoàng Duy" userId="3a448fcf-317f-4972-a161-06742a14d4c7" providerId="ADAL" clId="{CE1C8B88-0719-4E4A-B0E4-7DC533AE261F}" dt="2025-12-24T03:53:21.901" v="3192" actId="478"/>
          <ac:spMkLst>
            <pc:docMk/>
            <pc:sldMk cId="3241034338" sldId="344"/>
            <ac:spMk id="2" creationId="{B48C6B43-B684-2F5C-81F2-114DBCC7C0CA}"/>
          </ac:spMkLst>
        </pc:spChg>
        <pc:spChg chg="del">
          <ac:chgData name="Danh, Hoàng Duy" userId="3a448fcf-317f-4972-a161-06742a14d4c7" providerId="ADAL" clId="{CE1C8B88-0719-4E4A-B0E4-7DC533AE261F}" dt="2025-12-24T03:53:21.901" v="3192" actId="478"/>
          <ac:spMkLst>
            <pc:docMk/>
            <pc:sldMk cId="3241034338" sldId="344"/>
            <ac:spMk id="3" creationId="{77D2269E-4E25-2723-1F8D-CCF78E2D5BDD}"/>
          </ac:spMkLst>
        </pc:spChg>
        <pc:spChg chg="del">
          <ac:chgData name="Danh, Hoàng Duy" userId="3a448fcf-317f-4972-a161-06742a14d4c7" providerId="ADAL" clId="{CE1C8B88-0719-4E4A-B0E4-7DC533AE261F}" dt="2025-12-24T03:53:21.901" v="3192" actId="478"/>
          <ac:spMkLst>
            <pc:docMk/>
            <pc:sldMk cId="3241034338" sldId="344"/>
            <ac:spMk id="4" creationId="{56E365BC-251D-10C8-D712-EBDED5C62E18}"/>
          </ac:spMkLst>
        </pc:spChg>
        <pc:spChg chg="add mod">
          <ac:chgData name="Danh, Hoàng Duy" userId="3a448fcf-317f-4972-a161-06742a14d4c7" providerId="ADAL" clId="{CE1C8B88-0719-4E4A-B0E4-7DC533AE261F}" dt="2025-12-24T04:41:29.518" v="4787" actId="1076"/>
          <ac:spMkLst>
            <pc:docMk/>
            <pc:sldMk cId="3241034338" sldId="344"/>
            <ac:spMk id="6" creationId="{2692FA84-5DC9-513F-F1C7-D5B5C6D0548E}"/>
          </ac:spMkLst>
        </pc:spChg>
        <pc:picChg chg="add del mod">
          <ac:chgData name="Danh, Hoàng Duy" userId="3a448fcf-317f-4972-a161-06742a14d4c7" providerId="ADAL" clId="{CE1C8B88-0719-4E4A-B0E4-7DC533AE261F}" dt="2025-12-24T04:35:12.311" v="4447" actId="478"/>
          <ac:picMkLst>
            <pc:docMk/>
            <pc:sldMk cId="3241034338" sldId="344"/>
            <ac:picMk id="5" creationId="{2DD0EB93-CE4E-888D-8B41-0A14EFCA9573}"/>
          </ac:picMkLst>
        </pc:picChg>
        <pc:picChg chg="add mod">
          <ac:chgData name="Danh, Hoàng Duy" userId="3a448fcf-317f-4972-a161-06742a14d4c7" providerId="ADAL" clId="{CE1C8B88-0719-4E4A-B0E4-7DC533AE261F}" dt="2025-12-24T04:36:19.403" v="4460" actId="14100"/>
          <ac:picMkLst>
            <pc:docMk/>
            <pc:sldMk cId="3241034338" sldId="344"/>
            <ac:picMk id="7" creationId="{5413D21D-3D35-76FA-C3D0-E6B0B1321537}"/>
          </ac:picMkLst>
        </pc:picChg>
        <pc:picChg chg="add del mod">
          <ac:chgData name="Danh, Hoàng Duy" userId="3a448fcf-317f-4972-a161-06742a14d4c7" providerId="ADAL" clId="{CE1C8B88-0719-4E4A-B0E4-7DC533AE261F}" dt="2025-12-24T04:35:59.506" v="4452" actId="478"/>
          <ac:picMkLst>
            <pc:docMk/>
            <pc:sldMk cId="3241034338" sldId="344"/>
            <ac:picMk id="8" creationId="{BE472C3A-B646-A2D4-801A-8314DD8120F7}"/>
          </ac:picMkLst>
        </pc:picChg>
        <pc:picChg chg="add mod">
          <ac:chgData name="Danh, Hoàng Duy" userId="3a448fcf-317f-4972-a161-06742a14d4c7" providerId="ADAL" clId="{CE1C8B88-0719-4E4A-B0E4-7DC533AE261F}" dt="2025-12-24T04:36:11.806" v="4456" actId="1076"/>
          <ac:picMkLst>
            <pc:docMk/>
            <pc:sldMk cId="3241034338" sldId="344"/>
            <ac:picMk id="9" creationId="{E7313CA5-6C39-DAB6-24FC-6B0E9FA66200}"/>
          </ac:picMkLst>
        </pc:picChg>
      </pc:sldChg>
      <pc:sldChg chg="new del">
        <pc:chgData name="Danh, Hoàng Duy" userId="3a448fcf-317f-4972-a161-06742a14d4c7" providerId="ADAL" clId="{CE1C8B88-0719-4E4A-B0E4-7DC533AE261F}" dt="2025-12-24T04:36:31.342" v="4463" actId="47"/>
        <pc:sldMkLst>
          <pc:docMk/>
          <pc:sldMk cId="974109309" sldId="345"/>
        </pc:sldMkLst>
      </pc:sldChg>
      <pc:sldChg chg="addSp delSp modSp add del mod">
        <pc:chgData name="Danh, Hoàng Duy" userId="3a448fcf-317f-4972-a161-06742a14d4c7" providerId="ADAL" clId="{CE1C8B88-0719-4E4A-B0E4-7DC533AE261F}" dt="2025-12-24T04:39:18.866" v="4571" actId="47"/>
        <pc:sldMkLst>
          <pc:docMk/>
          <pc:sldMk cId="2128271821" sldId="346"/>
        </pc:sldMkLst>
        <pc:picChg chg="add mod">
          <ac:chgData name="Danh, Hoàng Duy" userId="3a448fcf-317f-4972-a161-06742a14d4c7" providerId="ADAL" clId="{CE1C8B88-0719-4E4A-B0E4-7DC533AE261F}" dt="2025-12-24T04:37:27.266" v="4474" actId="1076"/>
          <ac:picMkLst>
            <pc:docMk/>
            <pc:sldMk cId="2128271821" sldId="346"/>
            <ac:picMk id="2" creationId="{FA1340E4-9A8E-A4A6-7107-1A9DFF30B657}"/>
          </ac:picMkLst>
        </pc:picChg>
        <pc:picChg chg="add del mod">
          <ac:chgData name="Danh, Hoàng Duy" userId="3a448fcf-317f-4972-a161-06742a14d4c7" providerId="ADAL" clId="{CE1C8B88-0719-4E4A-B0E4-7DC533AE261F}" dt="2025-12-24T04:37:25.931" v="4473" actId="478"/>
          <ac:picMkLst>
            <pc:docMk/>
            <pc:sldMk cId="2128271821" sldId="346"/>
            <ac:picMk id="4" creationId="{A4E06DCC-5ACB-1BB0-6AB2-1231C4DFC0E0}"/>
          </ac:picMkLst>
        </pc:picChg>
        <pc:picChg chg="add mod">
          <ac:chgData name="Danh, Hoàng Duy" userId="3a448fcf-317f-4972-a161-06742a14d4c7" providerId="ADAL" clId="{CE1C8B88-0719-4E4A-B0E4-7DC533AE261F}" dt="2025-12-24T04:38:10.413" v="4483" actId="1076"/>
          <ac:picMkLst>
            <pc:docMk/>
            <pc:sldMk cId="2128271821" sldId="346"/>
            <ac:picMk id="5" creationId="{09239C22-6C70-946C-AA2D-D600E48137E8}"/>
          </ac:picMkLst>
        </pc:picChg>
        <pc:picChg chg="del">
          <ac:chgData name="Danh, Hoàng Duy" userId="3a448fcf-317f-4972-a161-06742a14d4c7" providerId="ADAL" clId="{CE1C8B88-0719-4E4A-B0E4-7DC533AE261F}" dt="2025-12-24T04:36:33.304" v="4464" actId="478"/>
          <ac:picMkLst>
            <pc:docMk/>
            <pc:sldMk cId="2128271821" sldId="346"/>
            <ac:picMk id="7" creationId="{D2B44D25-127D-24C3-E50A-2E339CC93D50}"/>
          </ac:picMkLst>
        </pc:picChg>
        <pc:picChg chg="del">
          <ac:chgData name="Danh, Hoàng Duy" userId="3a448fcf-317f-4972-a161-06742a14d4c7" providerId="ADAL" clId="{CE1C8B88-0719-4E4A-B0E4-7DC533AE261F}" dt="2025-12-24T04:36:33.304" v="4464" actId="478"/>
          <ac:picMkLst>
            <pc:docMk/>
            <pc:sldMk cId="2128271821" sldId="346"/>
            <ac:picMk id="9" creationId="{6C700C46-2E45-AEE8-CDED-CEAFF5A7DA35}"/>
          </ac:picMkLst>
        </pc:picChg>
        <pc:picChg chg="add del mod">
          <ac:chgData name="Danh, Hoàng Duy" userId="3a448fcf-317f-4972-a161-06742a14d4c7" providerId="ADAL" clId="{CE1C8B88-0719-4E4A-B0E4-7DC533AE261F}" dt="2025-12-24T04:38:11.292" v="4484" actId="478"/>
          <ac:picMkLst>
            <pc:docMk/>
            <pc:sldMk cId="2128271821" sldId="346"/>
            <ac:picMk id="10" creationId="{17BA1973-8D63-2DE2-66E0-6263E060FDA8}"/>
          </ac:picMkLst>
        </pc:picChg>
      </pc:sldChg>
      <pc:sldChg chg="addSp delSp modSp add del mod">
        <pc:chgData name="Danh, Hoàng Duy" userId="3a448fcf-317f-4972-a161-06742a14d4c7" providerId="ADAL" clId="{CE1C8B88-0719-4E4A-B0E4-7DC533AE261F}" dt="2025-12-24T04:42:16.607" v="4797" actId="47"/>
        <pc:sldMkLst>
          <pc:docMk/>
          <pc:sldMk cId="1033834895" sldId="347"/>
        </pc:sldMkLst>
        <pc:spChg chg="mod">
          <ac:chgData name="Danh, Hoàng Duy" userId="3a448fcf-317f-4972-a161-06742a14d4c7" providerId="ADAL" clId="{CE1C8B88-0719-4E4A-B0E4-7DC533AE261F}" dt="2025-12-24T04:39:34.729" v="4614" actId="20577"/>
          <ac:spMkLst>
            <pc:docMk/>
            <pc:sldMk cId="1033834895" sldId="347"/>
            <ac:spMk id="6" creationId="{0E2AE49F-D702-0A84-881D-D1F8459C1FC7}"/>
          </ac:spMkLst>
        </pc:spChg>
        <pc:picChg chg="add mod">
          <ac:chgData name="Danh, Hoàng Duy" userId="3a448fcf-317f-4972-a161-06742a14d4c7" providerId="ADAL" clId="{CE1C8B88-0719-4E4A-B0E4-7DC533AE261F}" dt="2025-12-24T04:38:44.503" v="4509" actId="1035"/>
          <ac:picMkLst>
            <pc:docMk/>
            <pc:sldMk cId="1033834895" sldId="347"/>
            <ac:picMk id="2" creationId="{1DE02DD9-6B49-67BC-F21A-700E6EF09B47}"/>
          </ac:picMkLst>
        </pc:picChg>
        <pc:picChg chg="add mod">
          <ac:chgData name="Danh, Hoàng Duy" userId="3a448fcf-317f-4972-a161-06742a14d4c7" providerId="ADAL" clId="{CE1C8B88-0719-4E4A-B0E4-7DC533AE261F}" dt="2025-12-24T04:39:16.592" v="4570" actId="1037"/>
          <ac:picMkLst>
            <pc:docMk/>
            <pc:sldMk cId="1033834895" sldId="347"/>
            <ac:picMk id="3" creationId="{137872F2-3361-3B84-27D7-24F8B9D72F24}"/>
          </ac:picMkLst>
        </pc:picChg>
        <pc:picChg chg="del">
          <ac:chgData name="Danh, Hoàng Duy" userId="3a448fcf-317f-4972-a161-06742a14d4c7" providerId="ADAL" clId="{CE1C8B88-0719-4E4A-B0E4-7DC533AE261F}" dt="2025-12-24T04:38:41.648" v="4504" actId="478"/>
          <ac:picMkLst>
            <pc:docMk/>
            <pc:sldMk cId="1033834895" sldId="347"/>
            <ac:picMk id="7" creationId="{9F3C9E09-FDE9-7321-955E-96DFBEA07602}"/>
          </ac:picMkLst>
        </pc:picChg>
        <pc:picChg chg="del">
          <ac:chgData name="Danh, Hoàng Duy" userId="3a448fcf-317f-4972-a161-06742a14d4c7" providerId="ADAL" clId="{CE1C8B88-0719-4E4A-B0E4-7DC533AE261F}" dt="2025-12-24T04:39:09.678" v="4550" actId="478"/>
          <ac:picMkLst>
            <pc:docMk/>
            <pc:sldMk cId="1033834895" sldId="347"/>
            <ac:picMk id="9" creationId="{A8E0D39A-B8B1-0DFA-8BB0-3EBCFD4734C7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5-12-24T05:02:44.055" v="5108" actId="478"/>
        <pc:sldMkLst>
          <pc:docMk/>
          <pc:sldMk cId="204505325" sldId="348"/>
        </pc:sldMkLst>
        <pc:spChg chg="del">
          <ac:chgData name="Danh, Hoàng Duy" userId="3a448fcf-317f-4972-a161-06742a14d4c7" providerId="ADAL" clId="{CE1C8B88-0719-4E4A-B0E4-7DC533AE261F}" dt="2025-12-24T04:41:22.622" v="4785" actId="478"/>
          <ac:spMkLst>
            <pc:docMk/>
            <pc:sldMk cId="204505325" sldId="348"/>
            <ac:spMk id="3" creationId="{B5B25084-EE34-50A4-35AB-F63EE8003430}"/>
          </ac:spMkLst>
        </pc:spChg>
        <pc:spChg chg="add mod">
          <ac:chgData name="Danh, Hoàng Duy" userId="3a448fcf-317f-4972-a161-06742a14d4c7" providerId="ADAL" clId="{CE1C8B88-0719-4E4A-B0E4-7DC533AE261F}" dt="2025-12-24T04:41:36.082" v="4789"/>
          <ac:spMkLst>
            <pc:docMk/>
            <pc:sldMk cId="204505325" sldId="348"/>
            <ac:spMk id="5" creationId="{8FBCE4A6-C01E-47F2-6723-16F7DAD063FA}"/>
          </ac:spMkLst>
        </pc:spChg>
        <pc:spChg chg="del">
          <ac:chgData name="Danh, Hoàng Duy" userId="3a448fcf-317f-4972-a161-06742a14d4c7" providerId="ADAL" clId="{CE1C8B88-0719-4E4A-B0E4-7DC533AE261F}" dt="2025-12-24T04:41:32.425" v="4788" actId="478"/>
          <ac:spMkLst>
            <pc:docMk/>
            <pc:sldMk cId="204505325" sldId="348"/>
            <ac:spMk id="6" creationId="{6C48F959-9EF8-60F4-E5C4-ECEE91959F2E}"/>
          </ac:spMkLst>
        </pc:spChg>
        <pc:graphicFrameChg chg="del">
          <ac:chgData name="Danh, Hoàng Duy" userId="3a448fcf-317f-4972-a161-06742a14d4c7" providerId="ADAL" clId="{CE1C8B88-0719-4E4A-B0E4-7DC533AE261F}" dt="2025-12-24T04:41:22.622" v="4785" actId="478"/>
          <ac:graphicFrameMkLst>
            <pc:docMk/>
            <pc:sldMk cId="204505325" sldId="348"/>
            <ac:graphicFrameMk id="2" creationId="{80D44D16-5F07-3D7A-2024-A86CBAF73898}"/>
          </ac:graphicFrameMkLst>
        </pc:graphicFrameChg>
        <pc:graphicFrameChg chg="del">
          <ac:chgData name="Danh, Hoàng Duy" userId="3a448fcf-317f-4972-a161-06742a14d4c7" providerId="ADAL" clId="{CE1C8B88-0719-4E4A-B0E4-7DC533AE261F}" dt="2025-12-24T04:41:22.622" v="4785" actId="478"/>
          <ac:graphicFrameMkLst>
            <pc:docMk/>
            <pc:sldMk cId="204505325" sldId="348"/>
            <ac:graphicFrameMk id="16" creationId="{BEF1C8BB-AB32-F248-85D9-9504ADD286F1}"/>
          </ac:graphicFrameMkLst>
        </pc:graphicFrameChg>
        <pc:picChg chg="add mod">
          <ac:chgData name="Danh, Hoàng Duy" userId="3a448fcf-317f-4972-a161-06742a14d4c7" providerId="ADAL" clId="{CE1C8B88-0719-4E4A-B0E4-7DC533AE261F}" dt="2025-12-24T04:41:39.741" v="4790"/>
          <ac:picMkLst>
            <pc:docMk/>
            <pc:sldMk cId="204505325" sldId="348"/>
            <ac:picMk id="7" creationId="{FD259745-7E28-99E8-5984-E938252003C6}"/>
          </ac:picMkLst>
        </pc:picChg>
        <pc:picChg chg="add del mod">
          <ac:chgData name="Danh, Hoàng Duy" userId="3a448fcf-317f-4972-a161-06742a14d4c7" providerId="ADAL" clId="{CE1C8B88-0719-4E4A-B0E4-7DC533AE261F}" dt="2025-12-24T05:00:57.824" v="5097" actId="478"/>
          <ac:picMkLst>
            <pc:docMk/>
            <pc:sldMk cId="204505325" sldId="348"/>
            <ac:picMk id="8" creationId="{B5086B7C-B7F6-C128-5221-3C885FF43465}"/>
          </ac:picMkLst>
        </pc:picChg>
        <pc:picChg chg="add del mod">
          <ac:chgData name="Danh, Hoàng Duy" userId="3a448fcf-317f-4972-a161-06742a14d4c7" providerId="ADAL" clId="{CE1C8B88-0719-4E4A-B0E4-7DC533AE261F}" dt="2025-12-24T05:00:49.531" v="5092" actId="21"/>
          <ac:picMkLst>
            <pc:docMk/>
            <pc:sldMk cId="204505325" sldId="348"/>
            <ac:picMk id="9" creationId="{12EC60C2-3CE8-DEBD-BA01-E087E18DDCD9}"/>
          </ac:picMkLst>
        </pc:picChg>
        <pc:picChg chg="add del mod">
          <ac:chgData name="Danh, Hoàng Duy" userId="3a448fcf-317f-4972-a161-06742a14d4c7" providerId="ADAL" clId="{CE1C8B88-0719-4E4A-B0E4-7DC533AE261F}" dt="2025-12-24T05:00:38.854" v="5088" actId="478"/>
          <ac:picMkLst>
            <pc:docMk/>
            <pc:sldMk cId="204505325" sldId="348"/>
            <ac:picMk id="11" creationId="{8F99860F-8249-12E1-A57F-88F8157ADF7B}"/>
          </ac:picMkLst>
        </pc:picChg>
        <pc:picChg chg="add mod">
          <ac:chgData name="Danh, Hoàng Duy" userId="3a448fcf-317f-4972-a161-06742a14d4c7" providerId="ADAL" clId="{CE1C8B88-0719-4E4A-B0E4-7DC533AE261F}" dt="2025-12-24T05:02:43.279" v="5107" actId="1076"/>
          <ac:picMkLst>
            <pc:docMk/>
            <pc:sldMk cId="204505325" sldId="348"/>
            <ac:picMk id="12" creationId="{8DE7AF1C-07DA-E1E0-290F-DD1ACE805B05}"/>
          </ac:picMkLst>
        </pc:picChg>
        <pc:picChg chg="add del mod">
          <ac:chgData name="Danh, Hoàng Duy" userId="3a448fcf-317f-4972-a161-06742a14d4c7" providerId="ADAL" clId="{CE1C8B88-0719-4E4A-B0E4-7DC533AE261F}" dt="2025-12-24T05:02:44.055" v="5108" actId="478"/>
          <ac:picMkLst>
            <pc:docMk/>
            <pc:sldMk cId="204505325" sldId="348"/>
            <ac:picMk id="14" creationId="{495C1D66-C817-B404-56FC-CC0C2210E774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5-12-24T06:34:26.257" v="5112" actId="20577"/>
        <pc:sldMkLst>
          <pc:docMk/>
          <pc:sldMk cId="1265566815" sldId="349"/>
        </pc:sldMkLst>
        <pc:spChg chg="add mod">
          <ac:chgData name="Danh, Hoàng Duy" userId="3a448fcf-317f-4972-a161-06742a14d4c7" providerId="ADAL" clId="{CE1C8B88-0719-4E4A-B0E4-7DC533AE261F}" dt="2025-12-24T06:34:26.257" v="5112" actId="20577"/>
          <ac:spMkLst>
            <pc:docMk/>
            <pc:sldMk cId="1265566815" sldId="349"/>
            <ac:spMk id="2" creationId="{DD632CCB-120C-AB16-4FDF-725038BF335E}"/>
          </ac:spMkLst>
        </pc:spChg>
        <pc:spChg chg="del">
          <ac:chgData name="Danh, Hoàng Duy" userId="3a448fcf-317f-4972-a161-06742a14d4c7" providerId="ADAL" clId="{CE1C8B88-0719-4E4A-B0E4-7DC533AE261F}" dt="2025-12-24T04:42:10.824" v="4795" actId="478"/>
          <ac:spMkLst>
            <pc:docMk/>
            <pc:sldMk cId="1265566815" sldId="349"/>
            <ac:spMk id="5" creationId="{71A3D6AE-0AA6-67DC-1248-482EFB7FDD2E}"/>
          </ac:spMkLst>
        </pc:spChg>
        <pc:picChg chg="add mod">
          <ac:chgData name="Danh, Hoàng Duy" userId="3a448fcf-317f-4972-a161-06742a14d4c7" providerId="ADAL" clId="{CE1C8B88-0719-4E4A-B0E4-7DC533AE261F}" dt="2025-12-24T04:42:14.999" v="4796"/>
          <ac:picMkLst>
            <pc:docMk/>
            <pc:sldMk cId="1265566815" sldId="349"/>
            <ac:picMk id="3" creationId="{C58E5517-AAF3-EB92-EF95-7615C71E8008}"/>
          </ac:picMkLst>
        </pc:picChg>
        <pc:picChg chg="add del mod">
          <ac:chgData name="Danh, Hoàng Duy" userId="3a448fcf-317f-4972-a161-06742a14d4c7" providerId="ADAL" clId="{CE1C8B88-0719-4E4A-B0E4-7DC533AE261F}" dt="2025-12-24T05:00:52.637" v="5095" actId="478"/>
          <ac:picMkLst>
            <pc:docMk/>
            <pc:sldMk cId="1265566815" sldId="349"/>
            <ac:picMk id="6" creationId="{3E9D63C8-31DA-4137-8465-5BA6B66B6E5E}"/>
          </ac:picMkLst>
        </pc:picChg>
        <pc:picChg chg="add del">
          <ac:chgData name="Danh, Hoàng Duy" userId="3a448fcf-317f-4972-a161-06742a14d4c7" providerId="ADAL" clId="{CE1C8B88-0719-4E4A-B0E4-7DC533AE261F}" dt="2025-12-24T04:42:10.824" v="4795" actId="478"/>
          <ac:picMkLst>
            <pc:docMk/>
            <pc:sldMk cId="1265566815" sldId="349"/>
            <ac:picMk id="7" creationId="{EB695A53-6CC7-8726-382A-1893366823C6}"/>
          </ac:picMkLst>
        </pc:picChg>
        <pc:picChg chg="add del">
          <ac:chgData name="Danh, Hoàng Duy" userId="3a448fcf-317f-4972-a161-06742a14d4c7" providerId="ADAL" clId="{CE1C8B88-0719-4E4A-B0E4-7DC533AE261F}" dt="2025-12-24T04:42:10.824" v="4795" actId="478"/>
          <ac:picMkLst>
            <pc:docMk/>
            <pc:sldMk cId="1265566815" sldId="349"/>
            <ac:picMk id="8" creationId="{CA9A40AA-BC51-6F1E-D9AD-1063DA70D396}"/>
          </ac:picMkLst>
        </pc:picChg>
        <pc:picChg chg="add mod">
          <ac:chgData name="Danh, Hoàng Duy" userId="3a448fcf-317f-4972-a161-06742a14d4c7" providerId="ADAL" clId="{CE1C8B88-0719-4E4A-B0E4-7DC533AE261F}" dt="2025-12-24T05:00:55.636" v="5096" actId="1076"/>
          <ac:picMkLst>
            <pc:docMk/>
            <pc:sldMk cId="1265566815" sldId="349"/>
            <ac:picMk id="9" creationId="{12EC60C2-3CE8-DEBD-BA01-E087E18DDCD9}"/>
          </ac:picMkLst>
        </pc:picChg>
      </pc:sldChg>
      <pc:sldChg chg="delSp modSp add mod">
        <pc:chgData name="Danh, Hoàng Duy" userId="3a448fcf-317f-4972-a161-06742a14d4c7" providerId="ADAL" clId="{CE1C8B88-0719-4E4A-B0E4-7DC533AE261F}" dt="2025-12-24T06:42:20.220" v="5259" actId="122"/>
        <pc:sldMkLst>
          <pc:docMk/>
          <pc:sldMk cId="4059438198" sldId="350"/>
        </pc:sldMkLst>
        <pc:spChg chg="mod">
          <ac:chgData name="Danh, Hoàng Duy" userId="3a448fcf-317f-4972-a161-06742a14d4c7" providerId="ADAL" clId="{CE1C8B88-0719-4E4A-B0E4-7DC533AE261F}" dt="2025-12-24T06:42:20.220" v="5259" actId="122"/>
          <ac:spMkLst>
            <pc:docMk/>
            <pc:sldMk cId="4059438198" sldId="350"/>
            <ac:spMk id="6" creationId="{633FB932-1E03-ABF7-04F4-D5C96C7C5DD2}"/>
          </ac:spMkLst>
        </pc:spChg>
        <pc:spChg chg="del">
          <ac:chgData name="Danh, Hoàng Duy" userId="3a448fcf-317f-4972-a161-06742a14d4c7" providerId="ADAL" clId="{CE1C8B88-0719-4E4A-B0E4-7DC533AE261F}" dt="2025-12-24T06:42:03.643" v="5242" actId="478"/>
          <ac:spMkLst>
            <pc:docMk/>
            <pc:sldMk cId="4059438198" sldId="350"/>
            <ac:spMk id="7" creationId="{9FEAEA47-33F9-75FB-3FF8-CED26FBC07F4}"/>
          </ac:spMkLst>
        </pc:spChg>
        <pc:graphicFrameChg chg="del">
          <ac:chgData name="Danh, Hoàng Duy" userId="3a448fcf-317f-4972-a161-06742a14d4c7" providerId="ADAL" clId="{CE1C8B88-0719-4E4A-B0E4-7DC533AE261F}" dt="2025-12-24T06:42:03.643" v="5242" actId="478"/>
          <ac:graphicFrameMkLst>
            <pc:docMk/>
            <pc:sldMk cId="4059438198" sldId="350"/>
            <ac:graphicFrameMk id="5" creationId="{FC0804F2-AC6E-1701-5503-1F14CD224DDA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5-12-24T07:06:33.034" v="5389" actId="207"/>
        <pc:sldMkLst>
          <pc:docMk/>
          <pc:sldMk cId="1870543207" sldId="351"/>
        </pc:sldMkLst>
        <pc:spChg chg="del">
          <ac:chgData name="Danh, Hoàng Duy" userId="3a448fcf-317f-4972-a161-06742a14d4c7" providerId="ADAL" clId="{CE1C8B88-0719-4E4A-B0E4-7DC533AE261F}" dt="2025-12-24T06:45:58.632" v="5264" actId="478"/>
          <ac:spMkLst>
            <pc:docMk/>
            <pc:sldMk cId="1870543207" sldId="351"/>
            <ac:spMk id="6" creationId="{7859E4D0-0BA8-F6F9-E6AE-124F51D4A72D}"/>
          </ac:spMkLst>
        </pc:spChg>
        <pc:spChg chg="add mod">
          <ac:chgData name="Danh, Hoàng Duy" userId="3a448fcf-317f-4972-a161-06742a14d4c7" providerId="ADAL" clId="{CE1C8B88-0719-4E4A-B0E4-7DC533AE261F}" dt="2025-12-24T07:06:33.034" v="5389" actId="207"/>
          <ac:spMkLst>
            <pc:docMk/>
            <pc:sldMk cId="1870543207" sldId="351"/>
            <ac:spMk id="15" creationId="{E01789C6-5304-F033-E43A-05D59A907688}"/>
          </ac:spMkLst>
        </pc:spChg>
        <pc:picChg chg="add del mod">
          <ac:chgData name="Danh, Hoàng Duy" userId="3a448fcf-317f-4972-a161-06742a14d4c7" providerId="ADAL" clId="{CE1C8B88-0719-4E4A-B0E4-7DC533AE261F}" dt="2025-12-24T06:52:18.118" v="5268" actId="478"/>
          <ac:picMkLst>
            <pc:docMk/>
            <pc:sldMk cId="1870543207" sldId="351"/>
            <ac:picMk id="2" creationId="{14DD3FA3-8178-A29F-4B53-D9659CAA959D}"/>
          </ac:picMkLst>
        </pc:picChg>
        <pc:picChg chg="add del mod">
          <ac:chgData name="Danh, Hoàng Duy" userId="3a448fcf-317f-4972-a161-06742a14d4c7" providerId="ADAL" clId="{CE1C8B88-0719-4E4A-B0E4-7DC533AE261F}" dt="2025-12-24T06:54:35.383" v="5274" actId="478"/>
          <ac:picMkLst>
            <pc:docMk/>
            <pc:sldMk cId="1870543207" sldId="351"/>
            <ac:picMk id="3" creationId="{D76A3779-230F-F5E3-AFB7-E6EC983B3825}"/>
          </ac:picMkLst>
        </pc:picChg>
        <pc:picChg chg="add del">
          <ac:chgData name="Danh, Hoàng Duy" userId="3a448fcf-317f-4972-a161-06742a14d4c7" providerId="ADAL" clId="{CE1C8B88-0719-4E4A-B0E4-7DC533AE261F}" dt="2025-12-24T06:54:51.784" v="5276" actId="478"/>
          <ac:picMkLst>
            <pc:docMk/>
            <pc:sldMk cId="1870543207" sldId="351"/>
            <ac:picMk id="5" creationId="{468124C3-6E64-70E3-B922-090809803A29}"/>
          </ac:picMkLst>
        </pc:picChg>
        <pc:picChg chg="add del mod">
          <ac:chgData name="Danh, Hoàng Duy" userId="3a448fcf-317f-4972-a161-06742a14d4c7" providerId="ADAL" clId="{CE1C8B88-0719-4E4A-B0E4-7DC533AE261F}" dt="2025-12-24T06:57:04.290" v="5279" actId="478"/>
          <ac:picMkLst>
            <pc:docMk/>
            <pc:sldMk cId="1870543207" sldId="351"/>
            <ac:picMk id="7" creationId="{B73A7027-8C84-93B6-56AB-50EB420EB7AE}"/>
          </ac:picMkLst>
        </pc:picChg>
        <pc:picChg chg="add del">
          <ac:chgData name="Danh, Hoàng Duy" userId="3a448fcf-317f-4972-a161-06742a14d4c7" providerId="ADAL" clId="{CE1C8B88-0719-4E4A-B0E4-7DC533AE261F}" dt="2025-12-24T06:57:31.886" v="5281" actId="478"/>
          <ac:picMkLst>
            <pc:docMk/>
            <pc:sldMk cId="1870543207" sldId="351"/>
            <ac:picMk id="8" creationId="{8FB72BA4-8CFF-F0C0-66D3-E78F56D399B4}"/>
          </ac:picMkLst>
        </pc:picChg>
        <pc:picChg chg="add del">
          <ac:chgData name="Danh, Hoàng Duy" userId="3a448fcf-317f-4972-a161-06742a14d4c7" providerId="ADAL" clId="{CE1C8B88-0719-4E4A-B0E4-7DC533AE261F}" dt="2025-12-24T06:59:22.916" v="5283" actId="478"/>
          <ac:picMkLst>
            <pc:docMk/>
            <pc:sldMk cId="1870543207" sldId="351"/>
            <ac:picMk id="9" creationId="{7DDB2544-B251-5D1F-FE18-B2F4DA28A540}"/>
          </ac:picMkLst>
        </pc:picChg>
        <pc:picChg chg="add del mod">
          <ac:chgData name="Danh, Hoàng Duy" userId="3a448fcf-317f-4972-a161-06742a14d4c7" providerId="ADAL" clId="{CE1C8B88-0719-4E4A-B0E4-7DC533AE261F}" dt="2025-12-24T07:01:14.997" v="5286" actId="478"/>
          <ac:picMkLst>
            <pc:docMk/>
            <pc:sldMk cId="1870543207" sldId="351"/>
            <ac:picMk id="10" creationId="{B3C07C93-17A5-A4A0-CA88-61006CE6F9D1}"/>
          </ac:picMkLst>
        </pc:picChg>
        <pc:picChg chg="add del mod">
          <ac:chgData name="Danh, Hoàng Duy" userId="3a448fcf-317f-4972-a161-06742a14d4c7" providerId="ADAL" clId="{CE1C8B88-0719-4E4A-B0E4-7DC533AE261F}" dt="2025-12-24T07:01:31.537" v="5289" actId="478"/>
          <ac:picMkLst>
            <pc:docMk/>
            <pc:sldMk cId="1870543207" sldId="351"/>
            <ac:picMk id="11" creationId="{E224DE6A-C1FE-315D-29CE-6E5241888E1A}"/>
          </ac:picMkLst>
        </pc:picChg>
        <pc:picChg chg="add del">
          <ac:chgData name="Danh, Hoàng Duy" userId="3a448fcf-317f-4972-a161-06742a14d4c7" providerId="ADAL" clId="{CE1C8B88-0719-4E4A-B0E4-7DC533AE261F}" dt="2025-12-24T07:01:57.555" v="5291" actId="478"/>
          <ac:picMkLst>
            <pc:docMk/>
            <pc:sldMk cId="1870543207" sldId="351"/>
            <ac:picMk id="12" creationId="{EC53FBD2-B77A-D173-E470-8B24F933EDE4}"/>
          </ac:picMkLst>
        </pc:picChg>
        <pc:picChg chg="add mod">
          <ac:chgData name="Danh, Hoàng Duy" userId="3a448fcf-317f-4972-a161-06742a14d4c7" providerId="ADAL" clId="{CE1C8B88-0719-4E4A-B0E4-7DC533AE261F}" dt="2025-12-24T07:06:26.325" v="5386" actId="1036"/>
          <ac:picMkLst>
            <pc:docMk/>
            <pc:sldMk cId="1870543207" sldId="351"/>
            <ac:picMk id="14" creationId="{79221B95-0D6D-B9CB-B6A8-C37A94592F6D}"/>
          </ac:picMkLst>
        </pc:picChg>
      </pc:sldChg>
      <pc:sldChg chg="delSp new del mod">
        <pc:chgData name="Danh, Hoàng Duy" userId="3a448fcf-317f-4972-a161-06742a14d4c7" providerId="ADAL" clId="{CE1C8B88-0719-4E4A-B0E4-7DC533AE261F}" dt="2025-12-24T06:42:27.492" v="5262" actId="47"/>
        <pc:sldMkLst>
          <pc:docMk/>
          <pc:sldMk cId="2113621758" sldId="351"/>
        </pc:sldMkLst>
        <pc:spChg chg="del">
          <ac:chgData name="Danh, Hoàng Duy" userId="3a448fcf-317f-4972-a161-06742a14d4c7" providerId="ADAL" clId="{CE1C8B88-0719-4E4A-B0E4-7DC533AE261F}" dt="2025-12-24T06:42:25.925" v="5261" actId="478"/>
          <ac:spMkLst>
            <pc:docMk/>
            <pc:sldMk cId="2113621758" sldId="351"/>
            <ac:spMk id="2" creationId="{08FC6B90-F397-FF9F-A5B0-806D09AA0D87}"/>
          </ac:spMkLst>
        </pc:spChg>
        <pc:spChg chg="del">
          <ac:chgData name="Danh, Hoàng Duy" userId="3a448fcf-317f-4972-a161-06742a14d4c7" providerId="ADAL" clId="{CE1C8B88-0719-4E4A-B0E4-7DC533AE261F}" dt="2025-12-24T06:42:25.925" v="5261" actId="478"/>
          <ac:spMkLst>
            <pc:docMk/>
            <pc:sldMk cId="2113621758" sldId="351"/>
            <ac:spMk id="3" creationId="{7BC68B4F-8F52-D638-E220-66B47A6BFB38}"/>
          </ac:spMkLst>
        </pc:spChg>
        <pc:spChg chg="del">
          <ac:chgData name="Danh, Hoàng Duy" userId="3a448fcf-317f-4972-a161-06742a14d4c7" providerId="ADAL" clId="{CE1C8B88-0719-4E4A-B0E4-7DC533AE261F}" dt="2025-12-24T06:42:25.925" v="5261" actId="478"/>
          <ac:spMkLst>
            <pc:docMk/>
            <pc:sldMk cId="2113621758" sldId="351"/>
            <ac:spMk id="4" creationId="{24C46C31-0C73-B5B5-6B4F-EC1E6532B8D8}"/>
          </ac:spMkLst>
        </pc:spChg>
      </pc:sldChg>
      <pc:sldChg chg="addSp delSp modSp add mod">
        <pc:chgData name="Danh, Hoàng Duy" userId="3a448fcf-317f-4972-a161-06742a14d4c7" providerId="ADAL" clId="{CE1C8B88-0719-4E4A-B0E4-7DC533AE261F}" dt="2025-12-24T07:08:18.624" v="5410" actId="14100"/>
        <pc:sldMkLst>
          <pc:docMk/>
          <pc:sldMk cId="3647287944" sldId="352"/>
        </pc:sldMkLst>
        <pc:spChg chg="add mod">
          <ac:chgData name="Danh, Hoàng Duy" userId="3a448fcf-317f-4972-a161-06742a14d4c7" providerId="ADAL" clId="{CE1C8B88-0719-4E4A-B0E4-7DC533AE261F}" dt="2025-12-24T07:06:44.705" v="5392" actId="20577"/>
          <ac:spMkLst>
            <pc:docMk/>
            <pc:sldMk cId="3647287944" sldId="352"/>
            <ac:spMk id="6" creationId="{1436FD27-F782-C8DD-908C-1A6F98FE5A91}"/>
          </ac:spMkLst>
        </pc:spChg>
        <pc:picChg chg="add del mod">
          <ac:chgData name="Danh, Hoàng Duy" userId="3a448fcf-317f-4972-a161-06742a14d4c7" providerId="ADAL" clId="{CE1C8B88-0719-4E4A-B0E4-7DC533AE261F}" dt="2025-12-24T07:05:17.294" v="5301" actId="478"/>
          <ac:picMkLst>
            <pc:docMk/>
            <pc:sldMk cId="3647287944" sldId="352"/>
            <ac:picMk id="2" creationId="{C49D7058-A9E0-DE4D-BB34-79C3868D4F65}"/>
          </ac:picMkLst>
        </pc:picChg>
        <pc:picChg chg="add del mod">
          <ac:chgData name="Danh, Hoàng Duy" userId="3a448fcf-317f-4972-a161-06742a14d4c7" providerId="ADAL" clId="{CE1C8B88-0719-4E4A-B0E4-7DC533AE261F}" dt="2025-12-24T07:06:55.006" v="5396" actId="478"/>
          <ac:picMkLst>
            <pc:docMk/>
            <pc:sldMk cId="3647287944" sldId="352"/>
            <ac:picMk id="5" creationId="{F0F4D258-A9E5-BDA7-4607-CA73AAB0B3EC}"/>
          </ac:picMkLst>
        </pc:picChg>
        <pc:picChg chg="add del mod">
          <ac:chgData name="Danh, Hoàng Duy" userId="3a448fcf-317f-4972-a161-06742a14d4c7" providerId="ADAL" clId="{CE1C8B88-0719-4E4A-B0E4-7DC533AE261F}" dt="2025-12-24T07:07:36.198" v="5405" actId="478"/>
          <ac:picMkLst>
            <pc:docMk/>
            <pc:sldMk cId="3647287944" sldId="352"/>
            <ac:picMk id="8" creationId="{D10AA6D5-3DFF-4FB6-2525-7CECBA69FFBE}"/>
          </ac:picMkLst>
        </pc:picChg>
        <pc:picChg chg="add mod">
          <ac:chgData name="Danh, Hoàng Duy" userId="3a448fcf-317f-4972-a161-06742a14d4c7" providerId="ADAL" clId="{CE1C8B88-0719-4E4A-B0E4-7DC533AE261F}" dt="2025-12-24T07:08:18.624" v="5410" actId="14100"/>
          <ac:picMkLst>
            <pc:docMk/>
            <pc:sldMk cId="3647287944" sldId="352"/>
            <ac:picMk id="10" creationId="{46CAB2FC-B3BE-9973-2EBE-7C1CCEC1B379}"/>
          </ac:picMkLst>
        </pc:picChg>
        <pc:picChg chg="del">
          <ac:chgData name="Danh, Hoàng Duy" userId="3a448fcf-317f-4972-a161-06742a14d4c7" providerId="ADAL" clId="{CE1C8B88-0719-4E4A-B0E4-7DC533AE261F}" dt="2025-12-24T07:05:13.179" v="5298" actId="478"/>
          <ac:picMkLst>
            <pc:docMk/>
            <pc:sldMk cId="3647287944" sldId="352"/>
            <ac:picMk id="14" creationId="{172D44D6-3B61-7195-52CC-FE7311DFFF1B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5-12-24T07:16:31.333" v="5514" actId="478"/>
        <pc:sldMkLst>
          <pc:docMk/>
          <pc:sldMk cId="1736572211" sldId="353"/>
        </pc:sldMkLst>
        <pc:spChg chg="mod">
          <ac:chgData name="Danh, Hoàng Duy" userId="3a448fcf-317f-4972-a161-06742a14d4c7" providerId="ADAL" clId="{CE1C8B88-0719-4E4A-B0E4-7DC533AE261F}" dt="2025-12-24T07:09:55.212" v="5444" actId="20577"/>
          <ac:spMkLst>
            <pc:docMk/>
            <pc:sldMk cId="1736572211" sldId="353"/>
            <ac:spMk id="6" creationId="{3034AB28-08F4-8B9C-46B2-2A59806386BD}"/>
          </ac:spMkLst>
        </pc:spChg>
        <pc:graphicFrameChg chg="add del mod modGraphic">
          <ac:chgData name="Danh, Hoàng Duy" userId="3a448fcf-317f-4972-a161-06742a14d4c7" providerId="ADAL" clId="{CE1C8B88-0719-4E4A-B0E4-7DC533AE261F}" dt="2025-12-24T07:12:34.854" v="5449" actId="478"/>
          <ac:graphicFrameMkLst>
            <pc:docMk/>
            <pc:sldMk cId="1736572211" sldId="353"/>
            <ac:graphicFrameMk id="2" creationId="{CD30D070-D272-1B9B-86E8-0E951B693652}"/>
          </ac:graphicFrameMkLst>
        </pc:graphicFrameChg>
        <pc:graphicFrameChg chg="add mod modGraphic">
          <ac:chgData name="Danh, Hoàng Duy" userId="3a448fcf-317f-4972-a161-06742a14d4c7" providerId="ADAL" clId="{CE1C8B88-0719-4E4A-B0E4-7DC533AE261F}" dt="2025-12-24T07:15:37.147" v="5505" actId="572"/>
          <ac:graphicFrameMkLst>
            <pc:docMk/>
            <pc:sldMk cId="1736572211" sldId="353"/>
            <ac:graphicFrameMk id="3" creationId="{983A9F55-CF66-0488-C9B9-C81EC272966A}"/>
          </ac:graphicFrameMkLst>
        </pc:graphicFrameChg>
        <pc:picChg chg="add del mod">
          <ac:chgData name="Danh, Hoàng Duy" userId="3a448fcf-317f-4972-a161-06742a14d4c7" providerId="ADAL" clId="{CE1C8B88-0719-4E4A-B0E4-7DC533AE261F}" dt="2025-12-24T07:16:06.259" v="5508" actId="478"/>
          <ac:picMkLst>
            <pc:docMk/>
            <pc:sldMk cId="1736572211" sldId="353"/>
            <ac:picMk id="7" creationId="{088F0FB0-E06B-DCEE-2D0D-FD781B1E1D79}"/>
          </ac:picMkLst>
        </pc:picChg>
        <pc:picChg chg="add mod">
          <ac:chgData name="Danh, Hoàng Duy" userId="3a448fcf-317f-4972-a161-06742a14d4c7" providerId="ADAL" clId="{CE1C8B88-0719-4E4A-B0E4-7DC533AE261F}" dt="2025-12-24T07:16:19.393" v="5511" actId="27614"/>
          <ac:picMkLst>
            <pc:docMk/>
            <pc:sldMk cId="1736572211" sldId="353"/>
            <ac:picMk id="9" creationId="{42D456A1-46DA-B1A0-BECC-C1D626CBA89E}"/>
          </ac:picMkLst>
        </pc:picChg>
        <pc:picChg chg="del">
          <ac:chgData name="Danh, Hoàng Duy" userId="3a448fcf-317f-4972-a161-06742a14d4c7" providerId="ADAL" clId="{CE1C8B88-0719-4E4A-B0E4-7DC533AE261F}" dt="2025-12-24T07:09:44.288" v="5412" actId="478"/>
          <ac:picMkLst>
            <pc:docMk/>
            <pc:sldMk cId="1736572211" sldId="353"/>
            <ac:picMk id="10" creationId="{C4F112B3-E7F1-2666-EE0D-B9480D65F600}"/>
          </ac:picMkLst>
        </pc:picChg>
        <pc:picChg chg="add del mod">
          <ac:chgData name="Danh, Hoàng Duy" userId="3a448fcf-317f-4972-a161-06742a14d4c7" providerId="ADAL" clId="{CE1C8B88-0719-4E4A-B0E4-7DC533AE261F}" dt="2025-12-24T07:16:31.333" v="5514" actId="478"/>
          <ac:picMkLst>
            <pc:docMk/>
            <pc:sldMk cId="1736572211" sldId="353"/>
            <ac:picMk id="11" creationId="{B521A8FE-EA3E-175C-9D83-275B8A2A58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061BA-5E24-40F2-9116-15FE5EBB1A3C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5D0C3-FD46-4AED-A99A-6A7BFD151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8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7862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</p:spPr>
        <p:txBody>
          <a:bodyPr spcFirstLastPara="1" wrap="square" lIns="138728" tIns="138728" rIns="138728" bIns="13872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54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910F-55E0-8B96-A16D-18A9CF01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AFD80-BAAF-AB0B-3124-15E673532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2F8F2-39DB-8D34-2CA3-E8E708C3A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04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1C57B-AC42-EB03-8A3C-CE75B0BA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E7A37-EA5F-2B4B-6A49-9D9F63A44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EFC6A-DC0D-2515-BD54-7C5BA833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7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33BA-0313-9AD9-6272-4F0F660F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42BF9-5D89-DFCE-7F6C-3CDC53887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D2713-0310-949F-8867-979EDF03A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27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6720C-8874-F6A1-DEF7-A2E62BD7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30E0A-3D70-C32B-10C5-930A36E6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3D0D3-4A0D-5CC1-7FBB-3504C12BB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35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0BBE-D383-6C65-3BD1-9A39E7AED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6C2D1-BA57-1796-367F-E959B39AA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85920-E793-3414-3E83-369E07DE4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73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9DDF-4FD3-16C5-934D-7744F3FA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1932F-AD2E-4E8E-486A-9F05E4B48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411E1-0DB7-5A24-3F97-1DF0F7123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32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74AA-9D1F-C31E-EA69-CE1C3354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FA528-BBDD-CC78-5346-CEB27CD87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B0BF7-9048-30D0-CBBC-9F074E719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18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8D1FB-5ECA-D986-2E0C-85827AAA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58E02-117C-0B09-4AC6-0A9BD95AE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F887B-DBE5-ED67-ABE9-ECDF5628B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5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183C-D7AC-D6C0-44B7-3D210D7E9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1508F-4207-C362-DFF9-B56164B2C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1526A-6772-0AF7-7E56-128DBCB0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C5D4-DF27-E348-82E7-A72D077D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7B82C-7B4A-5AFA-F3B6-FBDB8A24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8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68E4-B261-90B6-8044-65C9C6A1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E050F-FCDF-668C-DE4B-0A0F75527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D99BA-CD97-7E4A-C6FE-2AA445B67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3B318-F37F-1122-CF13-1F1F81CC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306F7-2E75-1804-18F8-03B0EAC6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4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465F-5A4F-0D6E-DC2B-039DB104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7DB33-9399-99F9-31D5-F1369FA37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20604-7EB9-1931-CAFA-43E27A28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9DD43-464E-4DA3-A579-E53C1523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4E6A9-47FA-E3B8-D98C-DB44386B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1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C634-CDC2-3DFD-026B-38EDCE47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6EE5-980D-1820-1D75-69AC952B8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C9CD5-6B9F-DE30-23C1-2DFC27EBE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E0756-5F76-A70E-D7DF-2CC64AD34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79B57-B57C-AB58-BC37-63A5C27C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7088-40A8-E09C-77E5-10E6B474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3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8AEF-9414-721A-08CE-C02616F47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B7157-3902-3D14-70D9-AB35023AE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21389-76E1-A550-3CE8-004BFFA3D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D3FE9-CB58-77FF-021E-B14FDE3BF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3711E-5CE3-E9FB-E729-0A5F7F7FD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24A4A-AAEF-A3CE-CD54-1F3EA176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2F3A21-BDE4-DF68-EB5F-C27BE4DE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AC2689-5DDF-9DC7-9C0D-048026BF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3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1580-C5BE-E9F8-8037-AE658D4D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681B5-136A-0472-BA3E-058F5651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4B11E-62C1-80EC-D7EC-46F9E963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CC5C4-B4BD-D0BC-FFE4-6A449291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8EB2E-CB86-AB3C-4626-80C3F5F7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8FC65-4946-0FA3-2E4B-73745138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1F587-D62A-DF35-1DC5-DE06E11F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2C2A-48B4-F3BD-BB39-7C78DFDB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EBEA3-0283-A229-BA30-75AED5F24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0EC7F-A397-1FF0-DC5E-EDE536814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FE91B-888C-7A50-1A9F-5A9FF236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6433A-2189-AC0C-8648-0DB036D6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F80D0-3975-33A9-D628-5AD796B2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4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2D6B-D517-9B4F-0701-6A73D65D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1D118-E295-7268-3223-7481E19CF2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86465-D490-40F7-6F53-1AB1CFCF8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8BAC2-212E-DA93-2072-169590DA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C6A3E-113C-5C77-1689-B3D140C7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CC92C-4D70-2DB4-FCBB-5C7576C8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4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DC3A-9CE2-E846-5B7C-305F4329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7560E-F3AF-CD68-6982-BC1FF72DA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6E894-464F-E0BF-037B-90846E6E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060B4-0006-0483-A864-E19B9B89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6F9CA-73EF-1DC3-BC4A-69D3DFAF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5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F3DA9-4F51-DC89-ED73-565014F73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4CBCF-B682-6252-9CCC-BD814EE28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1B238-C10A-0218-9E09-2249BAD9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5783F-D765-DDAA-EBB0-8307474C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E56F0-B9D9-F0C6-710C-E6183770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77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3400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 userDrawn="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+mn-lt"/>
                <a:cs typeface="Times New Roman" panose="02020603050405020304" pitchFamily="18" charset="0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00CEB-073E-0405-9700-A5666772513A}"/>
              </a:ext>
            </a:extLst>
          </p:cNvPr>
          <p:cNvSpPr/>
          <p:nvPr userDrawn="1"/>
        </p:nvSpPr>
        <p:spPr>
          <a:xfrm>
            <a:off x="0" y="6515081"/>
            <a:ext cx="12192000" cy="3429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D95F29-BFD2-80BC-4110-94846D2B4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0574" y="6556733"/>
            <a:ext cx="553937" cy="283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54874-E025-4583-820E-CA4CA4C050FD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876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51D805-FE2F-83D6-6349-820B3D7E1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CEEDC-F871-60AE-3CA7-C16DC0E06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3E94-D34F-8785-8A93-496F8363F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1DE6C-4250-45DF-8841-FCDF6F2766B9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8365C-E5DF-E7DC-5F23-7026FF84F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42631-79DB-89D0-1033-1A220556F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5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6916C-7009-04E1-731D-9E41C407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4821" y="281585"/>
            <a:ext cx="1593440" cy="24433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1BA8B28-E692-BEAF-1BD6-70F88AC0E91D}"/>
              </a:ext>
            </a:extLst>
          </p:cNvPr>
          <p:cNvGrpSpPr/>
          <p:nvPr/>
        </p:nvGrpSpPr>
        <p:grpSpPr>
          <a:xfrm>
            <a:off x="-9143" y="1102019"/>
            <a:ext cx="12201143" cy="2044186"/>
            <a:chOff x="0" y="2024568"/>
            <a:chExt cx="12201143" cy="20441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E32C53-F9F6-E860-9F82-A8EA53A25691}"/>
                </a:ext>
              </a:extLst>
            </p:cNvPr>
            <p:cNvSpPr/>
            <p:nvPr/>
          </p:nvSpPr>
          <p:spPr>
            <a:xfrm>
              <a:off x="0" y="2170547"/>
              <a:ext cx="12192000" cy="1752229"/>
            </a:xfrm>
            <a:prstGeom prst="rect">
              <a:avLst/>
            </a:prstGeom>
            <a:solidFill>
              <a:srgbClr val="11930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Google Shape;170;p19">
              <a:extLst>
                <a:ext uri="{FF2B5EF4-FFF2-40B4-BE49-F238E27FC236}">
                  <a16:creationId xmlns:a16="http://schemas.microsoft.com/office/drawing/2014/main" id="{6D0DFC0C-E3A7-AC85-8C7C-C6BD6BEC71AB}"/>
                </a:ext>
              </a:extLst>
            </p:cNvPr>
            <p:cNvSpPr txBox="1">
              <a:spLocks/>
            </p:cNvSpPr>
            <p:nvPr/>
          </p:nvSpPr>
          <p:spPr>
            <a:xfrm>
              <a:off x="9144" y="2024568"/>
              <a:ext cx="12191999" cy="2044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9pPr>
            </a:lstStyle>
            <a:p>
              <a:pPr algn="ctr">
                <a:spcBef>
                  <a:spcPts val="800"/>
                </a:spcBef>
              </a:pPr>
              <a:r>
                <a:rPr lang="en" sz="320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CÔNG TY CỔ PHẦN NHỰA TÁI CHẾ DUY TÂN</a:t>
              </a:r>
            </a:p>
            <a:p>
              <a:pPr algn="ctr">
                <a:spcBef>
                  <a:spcPts val="800"/>
                </a:spcBef>
              </a:pPr>
              <a:r>
                <a:rPr lang="en" sz="320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BÁO CÁO DỰ ÁN TIỀN KHẢ THI VẢY RA PHÔI (FtoP) </a:t>
              </a:r>
            </a:p>
            <a:p>
              <a:pPr algn="ctr">
                <a:spcBef>
                  <a:spcPts val="800"/>
                </a:spcBef>
              </a:pPr>
              <a:r>
                <a:rPr lang="en" sz="320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– SUNTORY PEPSI</a:t>
              </a:r>
              <a:endParaRPr lang="en-US" sz="320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9" name="Google Shape;111;p13">
            <a:extLst>
              <a:ext uri="{FF2B5EF4-FFF2-40B4-BE49-F238E27FC236}">
                <a16:creationId xmlns:a16="http://schemas.microsoft.com/office/drawing/2014/main" id="{0C454FAF-64C6-8169-39AC-7716333EF97F}"/>
              </a:ext>
            </a:extLst>
          </p:cNvPr>
          <p:cNvSpPr txBox="1">
            <a:spLocks/>
          </p:cNvSpPr>
          <p:nvPr/>
        </p:nvSpPr>
        <p:spPr>
          <a:xfrm>
            <a:off x="0" y="6946069"/>
            <a:ext cx="12209605" cy="107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800"/>
              </a:spcBef>
              <a:buNone/>
            </a:pPr>
            <a:r>
              <a:rPr lang="vi-VN" sz="1400" i="1">
                <a:latin typeface="Open Sans" panose="020B0606030504020204" pitchFamily="34" charset="0"/>
              </a:rPr>
              <a:t>Ngườ</a:t>
            </a:r>
            <a:r>
              <a:rPr lang="en-US" sz="1400" i="1" err="1">
                <a:latin typeface="Open Sans" panose="020B0606030504020204" pitchFamily="34" charset="0"/>
              </a:rPr>
              <a:t>i</a:t>
            </a:r>
            <a:r>
              <a:rPr lang="en-US" sz="1400" i="1">
                <a:latin typeface="Open Sans" panose="020B0606030504020204" pitchFamily="34" charset="0"/>
              </a:rPr>
              <a:t> </a:t>
            </a:r>
            <a:r>
              <a:rPr lang="en-US" sz="1400" i="1" err="1">
                <a:latin typeface="Open Sans" panose="020B0606030504020204" pitchFamily="34" charset="0"/>
              </a:rPr>
              <a:t>báo</a:t>
            </a:r>
            <a:r>
              <a:rPr lang="en-US" sz="1400" i="1">
                <a:latin typeface="Open Sans" panose="020B0606030504020204" pitchFamily="34" charset="0"/>
              </a:rPr>
              <a:t> </a:t>
            </a:r>
            <a:r>
              <a:rPr lang="en-US" sz="1400" i="1" err="1">
                <a:latin typeface="Open Sans" panose="020B0606030504020204" pitchFamily="34" charset="0"/>
              </a:rPr>
              <a:t>cáo</a:t>
            </a:r>
            <a:r>
              <a:rPr lang="en-US" sz="1400" i="1">
                <a:latin typeface="Open Sans" panose="020B0606030504020204" pitchFamily="34" charset="0"/>
              </a:rPr>
              <a:t>: …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vi-VN" sz="1400" i="1">
                <a:latin typeface="Open Sans" panose="020B0606030504020204" pitchFamily="34" charset="0"/>
              </a:rPr>
              <a:t>Ng</a:t>
            </a:r>
            <a:r>
              <a:rPr lang="en-US" sz="1400" i="1" err="1">
                <a:latin typeface="Open Sans" panose="020B0606030504020204" pitchFamily="34" charset="0"/>
              </a:rPr>
              <a:t>ày</a:t>
            </a:r>
            <a:r>
              <a:rPr lang="en-US" sz="1400" i="1">
                <a:latin typeface="Open Sans" panose="020B0606030504020204" pitchFamily="34" charset="0"/>
              </a:rPr>
              <a:t> báo cáo: </a:t>
            </a:r>
            <a:r>
              <a:rPr lang="en-US" sz="1400" b="1" i="1">
                <a:latin typeface="Open Sans" panose="020B0606030504020204" pitchFamily="34" charset="0"/>
              </a:rPr>
              <a:t>…/…/2025</a:t>
            </a:r>
            <a:endParaRPr lang="vi-VN" sz="1400" b="1" i="1"/>
          </a:p>
          <a:p>
            <a:pPr marL="0" indent="0" algn="ctr">
              <a:spcBef>
                <a:spcPts val="800"/>
              </a:spcBef>
              <a:buNone/>
            </a:pPr>
            <a:endParaRPr lang="vi-VN" sz="1400" b="1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02CAF-88A6-3CC4-73F9-7DD1124558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9" r="2009"/>
          <a:stretch/>
        </p:blipFill>
        <p:spPr>
          <a:xfrm>
            <a:off x="7515095" y="3292184"/>
            <a:ext cx="4242172" cy="29318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4D6-7AB8-2308-3509-C160B27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B142A12-2AF3-7A1E-20CE-D6F60B8C3957}"/>
              </a:ext>
            </a:extLst>
          </p:cNvPr>
          <p:cNvGrpSpPr/>
          <p:nvPr/>
        </p:nvGrpSpPr>
        <p:grpSpPr>
          <a:xfrm>
            <a:off x="1941323" y="1164076"/>
            <a:ext cx="9376116" cy="478836"/>
            <a:chOff x="4435722" y="1677828"/>
            <a:chExt cx="9378558" cy="4789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A9DECC-782D-A458-374C-DB9615778680}"/>
                </a:ext>
              </a:extLst>
            </p:cNvPr>
            <p:cNvSpPr/>
            <p:nvPr/>
          </p:nvSpPr>
          <p:spPr>
            <a:xfrm>
              <a:off x="4690885" y="1677828"/>
              <a:ext cx="6465957" cy="44784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B5E61E-5449-618F-DC0C-C2CAE44337F7}"/>
                </a:ext>
              </a:extLst>
            </p:cNvPr>
            <p:cNvSpPr txBox="1"/>
            <p:nvPr/>
          </p:nvSpPr>
          <p:spPr>
            <a:xfrm>
              <a:off x="4961820" y="1695003"/>
              <a:ext cx="8852460" cy="4617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Các yếu tố giả định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7F21249-D725-DA24-DF7C-8A769543FB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35722" y="1677828"/>
              <a:ext cx="469258" cy="46925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B0228C8-05DA-FEDA-A182-DA8BE4A8BA55}"/>
              </a:ext>
            </a:extLst>
          </p:cNvPr>
          <p:cNvSpPr/>
          <p:nvPr/>
        </p:nvSpPr>
        <p:spPr>
          <a:xfrm>
            <a:off x="0" y="6773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cs typeface="Times New Roman" panose="02020603050405020304" pitchFamily="18" charset="0"/>
              </a:rPr>
              <a:t>NỘI DUNG</a:t>
            </a:r>
            <a:endParaRPr lang="en-US" sz="2400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979D1-FFB3-BD91-FA64-6E5FC01D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ECCFDC-9135-609C-8D51-A9D50B4132DD}"/>
              </a:ext>
            </a:extLst>
          </p:cNvPr>
          <p:cNvGrpSpPr/>
          <p:nvPr/>
        </p:nvGrpSpPr>
        <p:grpSpPr>
          <a:xfrm>
            <a:off x="1941323" y="2127026"/>
            <a:ext cx="7789488" cy="461823"/>
            <a:chOff x="5199122" y="3485630"/>
            <a:chExt cx="7789486" cy="46182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DFD4E0-9FC7-9854-2C9E-750174446A9E}"/>
                </a:ext>
              </a:extLst>
            </p:cNvPr>
            <p:cNvSpPr/>
            <p:nvPr/>
          </p:nvSpPr>
          <p:spPr>
            <a:xfrm>
              <a:off x="5430963" y="3515548"/>
              <a:ext cx="6464270" cy="40125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4049F4-BB92-517F-3E86-0BD1B63B5F33}"/>
                </a:ext>
              </a:extLst>
            </p:cNvPr>
            <p:cNvSpPr txBox="1"/>
            <p:nvPr/>
          </p:nvSpPr>
          <p:spPr>
            <a:xfrm>
              <a:off x="5660091" y="3485630"/>
              <a:ext cx="7328517" cy="461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Đầu tư CPEX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27C7B2-634E-AC1E-F650-F3805939B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9122" y="3495907"/>
              <a:ext cx="451547" cy="4515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7EF04A-FF2A-AD70-2274-A3BC450B1551}"/>
              </a:ext>
            </a:extLst>
          </p:cNvPr>
          <p:cNvGrpSpPr/>
          <p:nvPr/>
        </p:nvGrpSpPr>
        <p:grpSpPr>
          <a:xfrm>
            <a:off x="1941323" y="3072963"/>
            <a:ext cx="7589909" cy="474623"/>
            <a:chOff x="4467398" y="5216733"/>
            <a:chExt cx="7589909" cy="4746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B2B6F2-76DE-553D-06A7-1850C3F31A3E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 b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EF5D01-995D-3FA3-55DF-FA968C88C329}"/>
                </a:ext>
              </a:extLst>
            </p:cNvPr>
            <p:cNvSpPr txBox="1"/>
            <p:nvPr/>
          </p:nvSpPr>
          <p:spPr>
            <a:xfrm>
              <a:off x="4933065" y="5216733"/>
              <a:ext cx="7124242" cy="461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Cơ cấu chi phí – USD/tấn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B8090BA-CA6B-507D-9A29-37886F08BD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CDF25E-2923-E4E6-7FF6-CE6DBC21583F}"/>
              </a:ext>
            </a:extLst>
          </p:cNvPr>
          <p:cNvGrpSpPr/>
          <p:nvPr/>
        </p:nvGrpSpPr>
        <p:grpSpPr>
          <a:xfrm>
            <a:off x="1941323" y="4031700"/>
            <a:ext cx="7819089" cy="496135"/>
            <a:chOff x="5162127" y="3458524"/>
            <a:chExt cx="7819089" cy="49613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5F1C82-DA24-B990-DDFB-564567DB9EE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C6DF5E-6848-9449-7451-16382E5C8B0F}"/>
                </a:ext>
              </a:extLst>
            </p:cNvPr>
            <p:cNvSpPr txBox="1"/>
            <p:nvPr/>
          </p:nvSpPr>
          <p:spPr>
            <a:xfrm>
              <a:off x="5652699" y="3458524"/>
              <a:ext cx="7328517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Cơ cấu chi phí – VND/phôi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93421E-AF1A-829D-A052-96F2CB462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2127" y="3488992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426B1D-6F82-18FA-D478-0AC477A44A3D}"/>
              </a:ext>
            </a:extLst>
          </p:cNvPr>
          <p:cNvGrpSpPr/>
          <p:nvPr/>
        </p:nvGrpSpPr>
        <p:grpSpPr>
          <a:xfrm>
            <a:off x="1941323" y="5011949"/>
            <a:ext cx="7797599" cy="489171"/>
            <a:chOff x="5183618" y="3471882"/>
            <a:chExt cx="7797598" cy="46086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53583F-4DBA-D134-AB9F-26A7FE41DD5F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85E834-E39C-0888-6CCF-82156C5E2F75}"/>
                </a:ext>
              </a:extLst>
            </p:cNvPr>
            <p:cNvSpPr txBox="1"/>
            <p:nvPr/>
          </p:nvSpPr>
          <p:spPr>
            <a:xfrm>
              <a:off x="5652699" y="3471882"/>
              <a:ext cx="7328517" cy="43494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Kết luận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2BAF273-06DB-E6A9-0E5F-5E8EBEAA68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834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E896-8772-3934-C602-9E907191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61ECA3-5A89-C0C3-51C9-9D603C6DD9F5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1 - GIẢ ĐỊNH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CA41-F81B-0759-5734-BC3409F00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90D924-4C3C-92F1-92AE-1AC171536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08" y="545049"/>
            <a:ext cx="11619983" cy="58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3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3519-31B1-36D1-088A-5730D72A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047958-07A6-6FBD-D998-EFB1B2103196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2 – ĐẦU TƯ CAPEX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8F18C-0B0A-3CFF-BB08-235E076B9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6B9377-532C-069A-375B-E9A8CE353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652233"/>
              </p:ext>
            </p:extLst>
          </p:nvPr>
        </p:nvGraphicFramePr>
        <p:xfrm>
          <a:off x="28279" y="479001"/>
          <a:ext cx="5905796" cy="6038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573">
                  <a:extLst>
                    <a:ext uri="{9D8B030D-6E8A-4147-A177-3AD203B41FA5}">
                      <a16:colId xmlns:a16="http://schemas.microsoft.com/office/drawing/2014/main" val="2779974605"/>
                    </a:ext>
                  </a:extLst>
                </a:gridCol>
                <a:gridCol w="2324366">
                  <a:extLst>
                    <a:ext uri="{9D8B030D-6E8A-4147-A177-3AD203B41FA5}">
                      <a16:colId xmlns:a16="http://schemas.microsoft.com/office/drawing/2014/main" val="3058617682"/>
                    </a:ext>
                  </a:extLst>
                </a:gridCol>
                <a:gridCol w="569860">
                  <a:extLst>
                    <a:ext uri="{9D8B030D-6E8A-4147-A177-3AD203B41FA5}">
                      <a16:colId xmlns:a16="http://schemas.microsoft.com/office/drawing/2014/main" val="2006131230"/>
                    </a:ext>
                  </a:extLst>
                </a:gridCol>
                <a:gridCol w="1341606">
                  <a:extLst>
                    <a:ext uri="{9D8B030D-6E8A-4147-A177-3AD203B41FA5}">
                      <a16:colId xmlns:a16="http://schemas.microsoft.com/office/drawing/2014/main" val="3438268152"/>
                    </a:ext>
                  </a:extLst>
                </a:gridCol>
                <a:gridCol w="1227391">
                  <a:extLst>
                    <a:ext uri="{9D8B030D-6E8A-4147-A177-3AD203B41FA5}">
                      <a16:colId xmlns:a16="http://schemas.microsoft.com/office/drawing/2014/main" val="164665041"/>
                    </a:ext>
                  </a:extLst>
                </a:gridCol>
              </a:tblGrid>
              <a:tr h="35471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STT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HẠNG MỤC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Số lượng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07025"/>
                  </a:ext>
                </a:extLst>
              </a:tr>
              <a:tr h="212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(cái)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(VND)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(USD)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94133"/>
                  </a:ext>
                </a:extLst>
              </a:tr>
              <a:tr h="3060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TỔNG ĐẦU TƯ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300,749,800,000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11,567,300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84996"/>
                  </a:ext>
                </a:extLst>
              </a:tr>
              <a:tr h="244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      284,499,800,000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10,942,300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111619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114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1.1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 chính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766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246,389,000,000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9,476,500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91698"/>
                  </a:ext>
                </a:extLst>
              </a:tr>
              <a:tr h="2807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NGR : LSP 1200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128,180,000,000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4,930,000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6961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HyPET400 HPP5e rMtP P120/120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67,277,930,223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2,587,613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2535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Khuôn 15g PCO 1881 128 cavtiy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39,322,069,777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1,512,387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6382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Chi phí vận chuyển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545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Chi phí lắp đặt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8,580,000,000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1658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Thuế nhà thầu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429,000,000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16,500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7522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26525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1.2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 phụ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766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38,110,800,000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1,465,800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909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100" u="none" strike="noStrike">
                          <a:effectLst/>
                        </a:rPr>
                        <a:t>Hệ thống nước, khí nén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7,800,000,000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43740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Hệ thống điện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7,800,000,000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3195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Pump 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3,900,000,000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63750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Camera online check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3,250,000,000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3126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Chiller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4131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Trạm điện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1566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Overhead crane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99237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1.2.13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Hệ thống điện dự phòng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2,080,000,000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97669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1.2.14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Hệ thống IT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2,080,000,000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683543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Lock unloading preform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1,352,000,000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64783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Máy nén khí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1,248,000,000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48,000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93694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Cooling tower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780,000,000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85667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Máy scan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20,800,000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81911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819D7D6-A3AE-9546-C333-9FE108D54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885225"/>
              </p:ext>
            </p:extLst>
          </p:nvPr>
        </p:nvGraphicFramePr>
        <p:xfrm>
          <a:off x="6096000" y="473243"/>
          <a:ext cx="5991225" cy="5401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573">
                  <a:extLst>
                    <a:ext uri="{9D8B030D-6E8A-4147-A177-3AD203B41FA5}">
                      <a16:colId xmlns:a16="http://schemas.microsoft.com/office/drawing/2014/main" val="2779974605"/>
                    </a:ext>
                  </a:extLst>
                </a:gridCol>
                <a:gridCol w="2617788">
                  <a:extLst>
                    <a:ext uri="{9D8B030D-6E8A-4147-A177-3AD203B41FA5}">
                      <a16:colId xmlns:a16="http://schemas.microsoft.com/office/drawing/2014/main" val="3058617682"/>
                    </a:ext>
                  </a:extLst>
                </a:gridCol>
                <a:gridCol w="569860">
                  <a:extLst>
                    <a:ext uri="{9D8B030D-6E8A-4147-A177-3AD203B41FA5}">
                      <a16:colId xmlns:a16="http://schemas.microsoft.com/office/drawing/2014/main" val="2006131230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3438268152"/>
                    </a:ext>
                  </a:extLst>
                </a:gridCol>
                <a:gridCol w="1114816">
                  <a:extLst>
                    <a:ext uri="{9D8B030D-6E8A-4147-A177-3AD203B41FA5}">
                      <a16:colId xmlns:a16="http://schemas.microsoft.com/office/drawing/2014/main" val="164665041"/>
                    </a:ext>
                  </a:extLst>
                </a:gridCol>
              </a:tblGrid>
              <a:tr h="35471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STT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HẠNG MỤC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Số lượng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07025"/>
                  </a:ext>
                </a:extLst>
              </a:tr>
              <a:tr h="212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(cái)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(VND)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(USD)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94133"/>
                  </a:ext>
                </a:extLst>
              </a:tr>
              <a:tr h="3060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84996"/>
                  </a:ext>
                </a:extLst>
              </a:tr>
              <a:tr h="244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 PHÒNG LAB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      284,499,800,000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10,942,300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111619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114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 đo IV PSL IV 4603 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5,200,000,000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491698"/>
                  </a:ext>
                </a:extLst>
              </a:tr>
              <a:tr h="2807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 đo kích thước tự động Gawis 4D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5,200,000,000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6961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 đo AA Piovan Inspecta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3,042,000,000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117,000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2535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Colorimeter/Spectrophotometer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650,000,000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6382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Melt Flow Index Tester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442,000,000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545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 Polarizer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260,000,000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1658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Moisture analyzer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143,000,000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5,500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7522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Perpendicular Prefrom Thickness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26525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Calipers with data output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1909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Radius gauges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43740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Torque tester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3195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Pitch gauges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63750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Thickness, thread, body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3126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Inspection bench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4131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Inspection block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1566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Height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99237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Digital Scale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  65,000,000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2,500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97669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Thickness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  52,000,000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683543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 Ligth/UV light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  26,000,000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647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DDBB5EC-2A55-00D9-0315-1B946BF9B8DB}"/>
              </a:ext>
            </a:extLst>
          </p:cNvPr>
          <p:cNvSpPr txBox="1"/>
          <p:nvPr/>
        </p:nvSpPr>
        <p:spPr>
          <a:xfrm>
            <a:off x="6096000" y="5919428"/>
            <a:ext cx="37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u="sng"/>
              <a:t>Ghi chú</a:t>
            </a:r>
            <a:r>
              <a:rPr lang="en-US" sz="1000" i="1"/>
              <a:t>: thời gian khấu hao 12 năm</a:t>
            </a:r>
          </a:p>
          <a:p>
            <a:r>
              <a:rPr lang="en-US" sz="1000" i="1"/>
              <a:t>Dự án chưa tính với giá trị đầu tư xưởng: 150 tỷ VND ~ 6 triệu USD</a:t>
            </a:r>
          </a:p>
        </p:txBody>
      </p:sp>
    </p:spTree>
    <p:extLst>
      <p:ext uri="{BB962C8B-B14F-4D97-AF65-F5344CB8AC3E}">
        <p14:creationId xmlns:p14="http://schemas.microsoft.com/office/powerpoint/2010/main" val="333419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23AA-5EB9-5561-1398-3418481B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4DFE3-26E8-9B76-A911-5D0452579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BCE4A6-C01E-47F2-6723-16F7DAD063FA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3 – CƠ CẤU CHI PHÍ – USD/TẤN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259745-7E28-99E8-5984-E93825200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50" y="768754"/>
            <a:ext cx="7335723" cy="53204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E7AF1C-07DA-E1E0-290F-DD1ACE805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150" y="768917"/>
            <a:ext cx="3529584" cy="532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5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34E4-4E20-C330-86FB-8A170517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72874-DFE7-451C-67FD-CC1A20FBE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632CCB-120C-AB16-4FDF-725038BF335E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4 – CƠ CẤU CHI PHÍ – VND/PHÔI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E5517-AAF3-EB92-EF95-7615C71E8008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3:$E$20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520" y="775372"/>
            <a:ext cx="7333488" cy="5307255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EC60C2-3CE8-DEBD-BA01-E087E18DD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000" y="775372"/>
            <a:ext cx="3529584" cy="542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6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58A3-71E0-D35D-2057-2B61E6CE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F21FFF-A06C-9727-39DC-A3FD3CFEEC77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5 – KẾT LUẬN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9A5C9-17A1-4612-1F62-B53DAB153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DE64B4-1FC6-1108-FC5E-70ADCD362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341867"/>
              </p:ext>
            </p:extLst>
          </p:nvPr>
        </p:nvGraphicFramePr>
        <p:xfrm>
          <a:off x="133350" y="529166"/>
          <a:ext cx="525200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930">
                  <a:extLst>
                    <a:ext uri="{9D8B030D-6E8A-4147-A177-3AD203B41FA5}">
                      <a16:colId xmlns:a16="http://schemas.microsoft.com/office/drawing/2014/main" val="3030802966"/>
                    </a:ext>
                  </a:extLst>
                </a:gridCol>
                <a:gridCol w="2637079">
                  <a:extLst>
                    <a:ext uri="{9D8B030D-6E8A-4147-A177-3AD203B41FA5}">
                      <a16:colId xmlns:a16="http://schemas.microsoft.com/office/drawing/2014/main" val="2849572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CHỈ TIÊU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KẾT QUẢ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55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400 tỷ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724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IRR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19%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84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DPP (thời gian hoàn vốn)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 năm 11 tháng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025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C103CE3-F8F1-0F09-4365-F491DB25BC3B}"/>
              </a:ext>
            </a:extLst>
          </p:cNvPr>
          <p:cNvSpPr txBox="1"/>
          <p:nvPr/>
        </p:nvSpPr>
        <p:spPr>
          <a:xfrm>
            <a:off x="133349" y="2398697"/>
            <a:ext cx="1198245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i="0" u="sng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NHẬN XÉT DỰ ÁN:</a:t>
            </a:r>
            <a:endParaRPr lang="en-US" sz="2000" b="1" i="0" u="sng" strike="noStrike" dirty="0">
              <a:solidFill>
                <a:srgbClr val="0000FF"/>
              </a:solidFill>
              <a:effectLst/>
              <a:latin typeface="Aptos Display" panose="020B0004020202020204" pitchFamily="34" charset="0"/>
            </a:endParaRPr>
          </a:p>
          <a:p>
            <a:br>
              <a:rPr lang="vi-VN" sz="1400" b="1" i="0" u="sng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- Dự án mang lại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dòng tiền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(đã chiết khấu)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NPV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cho công ty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là </a:t>
            </a:r>
            <a:r>
              <a:rPr lang="en-US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400</a:t>
            </a:r>
            <a:r>
              <a:rPr lang="vi-VN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tỷ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(&gt;0): dự án hiệu quả</a:t>
            </a:r>
            <a:br>
              <a:rPr lang="vi-VN" sz="1600" b="1" i="0" u="sng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-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Tỷ suất hoàn vốn nội bộ (IRR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)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đạt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19</a:t>
            </a:r>
            <a:r>
              <a:rPr lang="vi-VN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%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&gt;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WACC (</a:t>
            </a:r>
            <a:r>
              <a:rPr lang="en-US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7.3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%):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dự án có tỷ suất tốt</a:t>
            </a:r>
            <a:b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-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Thời gian hoàn vốn có chiết khấu (DPP)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đạt </a:t>
            </a:r>
            <a:r>
              <a:rPr lang="en-US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7 năm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: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dự án thu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hồi </a:t>
            </a:r>
            <a:r>
              <a:rPr lang="en-US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trung bình (phần tính toán chưa bao gồm chi phí xây dựng xưởng)</a:t>
            </a:r>
            <a:b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b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Tuy nhiên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kh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ách hàng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Suntory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mong muốn ký hợp đồng độc quyền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 công nghệ hotfill (DTR không được bán phôi cho khách hàng khác). Cần ký kết hợp đồng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ràng buộc sản lượng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và thời gian 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hợp tác.	 </a:t>
            </a:r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09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9424-8EDB-2A9B-56EA-5DD969C8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3FB932-1E03-ABF7-04F4-D5C96C7C5DD2}"/>
              </a:ext>
            </a:extLst>
          </p:cNvPr>
          <p:cNvSpPr/>
          <p:nvPr/>
        </p:nvSpPr>
        <p:spPr>
          <a:xfrm>
            <a:off x="0" y="2516865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+mj-lt"/>
                <a:cs typeface="Times New Roman" panose="02020603050405020304" pitchFamily="18" charset="0"/>
              </a:rPr>
              <a:t>PHỤ LỤC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0657D-0C18-909D-9752-9DC982085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3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DFF5-40C2-A02F-4F24-B126E388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C2FEB-A9EA-E758-3151-3FBE1C897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221B95-0D6D-B9CB-B6A8-C37A94592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338"/>
            <a:ext cx="12192000" cy="62002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1789C6-5304-F033-E43A-05D59A907688}"/>
              </a:ext>
            </a:extLst>
          </p:cNvPr>
          <p:cNvSpPr txBox="1"/>
          <p:nvPr/>
        </p:nvSpPr>
        <p:spPr>
          <a:xfrm>
            <a:off x="0" y="-16907"/>
            <a:ext cx="4821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KẾT QUẢ HOẠT ĐỘNG KINH DOANH – Trang 1</a:t>
            </a:r>
          </a:p>
        </p:txBody>
      </p:sp>
    </p:spTree>
    <p:extLst>
      <p:ext uri="{BB962C8B-B14F-4D97-AF65-F5344CB8AC3E}">
        <p14:creationId xmlns:p14="http://schemas.microsoft.com/office/powerpoint/2010/main" val="187054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FCAA-0B95-211B-6286-29EF627D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17F3C-A55B-D216-7E2D-C444BDB97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36FD27-F782-C8DD-908C-1A6F98FE5A91}"/>
              </a:ext>
            </a:extLst>
          </p:cNvPr>
          <p:cNvSpPr txBox="1"/>
          <p:nvPr/>
        </p:nvSpPr>
        <p:spPr>
          <a:xfrm>
            <a:off x="0" y="-16907"/>
            <a:ext cx="4821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KẾT QUẢ HOẠT ĐỘNG KINH DOANH – Trang 2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CAB2FC-B3BE-9973-2EBE-7C1CCEC1B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175"/>
            <a:ext cx="12192000" cy="629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87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73AA-C64B-C4C9-B369-A8BDD63B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7C1B8-8BC7-BB41-1969-9C8886427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4AB28-08F4-8B9C-46B2-2A59806386BD}"/>
              </a:ext>
            </a:extLst>
          </p:cNvPr>
          <p:cNvSpPr txBox="1"/>
          <p:nvPr/>
        </p:nvSpPr>
        <p:spPr>
          <a:xfrm>
            <a:off x="0" y="-16907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DÒNG TIỀN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3A9F55-CF66-0488-C9B9-C81EC2729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921038"/>
              </p:ext>
            </p:extLst>
          </p:nvPr>
        </p:nvGraphicFramePr>
        <p:xfrm>
          <a:off x="403225" y="352425"/>
          <a:ext cx="4083051" cy="6106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5816">
                  <a:extLst>
                    <a:ext uri="{9D8B030D-6E8A-4147-A177-3AD203B41FA5}">
                      <a16:colId xmlns:a16="http://schemas.microsoft.com/office/drawing/2014/main" val="2094889294"/>
                    </a:ext>
                  </a:extLst>
                </a:gridCol>
                <a:gridCol w="779065">
                  <a:extLst>
                    <a:ext uri="{9D8B030D-6E8A-4147-A177-3AD203B41FA5}">
                      <a16:colId xmlns:a16="http://schemas.microsoft.com/office/drawing/2014/main" val="2718330159"/>
                    </a:ext>
                  </a:extLst>
                </a:gridCol>
                <a:gridCol w="1314085">
                  <a:extLst>
                    <a:ext uri="{9D8B030D-6E8A-4147-A177-3AD203B41FA5}">
                      <a16:colId xmlns:a16="http://schemas.microsoft.com/office/drawing/2014/main" val="1165314695"/>
                    </a:ext>
                  </a:extLst>
                </a:gridCol>
                <a:gridCol w="1314085">
                  <a:extLst>
                    <a:ext uri="{9D8B030D-6E8A-4147-A177-3AD203B41FA5}">
                      <a16:colId xmlns:a16="http://schemas.microsoft.com/office/drawing/2014/main" val="1653104335"/>
                    </a:ext>
                  </a:extLst>
                </a:gridCol>
              </a:tblGrid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Năm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Dòng tiền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Dòng tiền chiết khấu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Dòng tiền chiết khấu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Lũy Kế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638939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(300,750)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(300,750)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(300,750)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966931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26,266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24,487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(276,263)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349213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44,419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38,605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(237,658)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878713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68,623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55,601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(182,057)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248976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68,927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52,064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(129,992)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017266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69,187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48,721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(81,271)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501936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69,400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45,561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(35,711)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623486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69,563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42,574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6,863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2155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69,671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39,752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46,615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826221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69,721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37,086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83,700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244920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69,709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34,567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118,268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252675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69,629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32,189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150,457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173349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69,478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29,944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180,400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66056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65,040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26,132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206,532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991612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64,731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24,246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230,779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430363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64,335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22,465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253,244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629364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63,846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20,784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274,029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241919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63,257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19,198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293,227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561285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62,564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17,701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310,928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856216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61,757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16,290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327,217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223298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60,832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14,958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342,176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498713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59,779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13,704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355,880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986123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58,591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12,522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368,402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146601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57,260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11,408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379,810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167156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55,777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10,360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390,170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181876"/>
                  </a:ext>
                </a:extLst>
              </a:tr>
              <a:tr h="213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54,131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9,373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399,543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61830"/>
                  </a:ext>
                </a:extLst>
              </a:tr>
            </a:tbl>
          </a:graphicData>
        </a:graphic>
      </p:graphicFrame>
      <p:pic>
        <p:nvPicPr>
          <p:cNvPr id="9" name="Picture 8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42D456A1-46DA-B1A0-BECC-C1D626CBA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807" y="2396133"/>
            <a:ext cx="5801535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7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838</Words>
  <Application>Microsoft Office PowerPoint</Application>
  <PresentationFormat>Widescreen</PresentationFormat>
  <Paragraphs>383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Muli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Danh, Hoàng Duy</dc:creator>
  <cp:lastModifiedBy>Danh, Hoàng Duy</cp:lastModifiedBy>
  <cp:revision>1</cp:revision>
  <dcterms:created xsi:type="dcterms:W3CDTF">2025-12-23T06:45:06Z</dcterms:created>
  <dcterms:modified xsi:type="dcterms:W3CDTF">2025-12-24T07:16:32Z</dcterms:modified>
</cp:coreProperties>
</file>